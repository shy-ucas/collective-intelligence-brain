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2.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3.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slides/charts/chart4.xml" ContentType="application/vnd.openxmlformats-officedocument.drawingml.chart+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slides/charts/chart5.xml" ContentType="application/vnd.openxmlformats-officedocument.drawingml.chart+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Default Extension="png" ContentType="image/png"/>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e461a7b3e604091" /><Relationship Type="http://schemas.openxmlformats.org/officeDocument/2006/relationships/extended-properties" Target="/docProps/app.xml" Id="R9de9c00d1fbc4cfb" /><Relationship Type="http://schemas.openxmlformats.org/officeDocument/2006/relationships/officeDocument" Target="/ppt/presentation.xml" Id="R395ee1157b634b55" /></Relationships>
</file>

<file path=ppt/presentation.xml><?xml version="1.0" encoding="utf-8"?>
<p:presentation xmlns:p="http://schemas.openxmlformats.org/presentationml/2006/main">
  <p:sldMasterIdLst>
    <p:sldMasterId xmlns:r="http://schemas.openxmlformats.org/officeDocument/2006/relationships" id="2147483648" r:id="R332f9f02c4c14543"/>
  </p:sldMasterIdLst>
  <p:notesMasterIdLst>
    <p:notesMasterId xmlns:r="http://schemas.openxmlformats.org/officeDocument/2006/relationships" r:id="R2a086e0d36fe4104"/>
  </p:notesMasterIdLst>
  <p:sldIdLst>
    <p:sldId xmlns:r="http://schemas.openxmlformats.org/officeDocument/2006/relationships" id="256" r:id="Rd1f86ffc8f7c4b3b"/>
    <p:sldId xmlns:r="http://schemas.openxmlformats.org/officeDocument/2006/relationships" id="257" r:id="Ra594450c2d494174"/>
    <p:sldId xmlns:r="http://schemas.openxmlformats.org/officeDocument/2006/relationships" id="258" r:id="Rb048bce313dd4625"/>
    <p:sldId xmlns:r="http://schemas.openxmlformats.org/officeDocument/2006/relationships" id="259" r:id="Rae96352b9a0f4640"/>
    <p:sldId xmlns:r="http://schemas.openxmlformats.org/officeDocument/2006/relationships" id="260" r:id="R7d132d14e6ed4b52"/>
    <p:sldId xmlns:r="http://schemas.openxmlformats.org/officeDocument/2006/relationships" id="261" r:id="R037dab75eff84650"/>
    <p:sldId xmlns:r="http://schemas.openxmlformats.org/officeDocument/2006/relationships" id="262" r:id="R3299e56044634106"/>
    <p:sldId xmlns:r="http://schemas.openxmlformats.org/officeDocument/2006/relationships" id="263" r:id="Rc7fb049e2c3b43bf"/>
    <p:sldId xmlns:r="http://schemas.openxmlformats.org/officeDocument/2006/relationships" id="264" r:id="R582844e212154db8"/>
    <p:sldId xmlns:r="http://schemas.openxmlformats.org/officeDocument/2006/relationships" id="265" r:id="R16a432c53a254543"/>
    <p:sldId xmlns:r="http://schemas.openxmlformats.org/officeDocument/2006/relationships" id="266" r:id="R08fefe63947d4bdc"/>
    <p:sldId xmlns:r="http://schemas.openxmlformats.org/officeDocument/2006/relationships" id="267" r:id="R1873af2b2e104260"/>
    <p:sldId xmlns:r="http://schemas.openxmlformats.org/officeDocument/2006/relationships" id="268" r:id="Rf18974d18c014928"/>
    <p:sldId xmlns:r="http://schemas.openxmlformats.org/officeDocument/2006/relationships" id="269" r:id="Rbbf2c98371e24510"/>
    <p:sldId xmlns:r="http://schemas.openxmlformats.org/officeDocument/2006/relationships" id="270" r:id="Rb96ca4e2809146f8"/>
    <p:sldId xmlns:r="http://schemas.openxmlformats.org/officeDocument/2006/relationships" id="271" r:id="Ra5fd5759ac4d4354"/>
    <p:sldId xmlns:r="http://schemas.openxmlformats.org/officeDocument/2006/relationships" id="272" r:id="Raccdabeeb6e34d7e"/>
    <p:sldId xmlns:r="http://schemas.openxmlformats.org/officeDocument/2006/relationships" id="273" r:id="R28ca57d900344dab"/>
    <p:sldId xmlns:r="http://schemas.openxmlformats.org/officeDocument/2006/relationships" id="274" r:id="R41ef7f2dd74442f0"/>
    <p:sldId xmlns:r="http://schemas.openxmlformats.org/officeDocument/2006/relationships" id="275" r:id="R7f4b5bcdfbef4a34"/>
    <p:sldId xmlns:r="http://schemas.openxmlformats.org/officeDocument/2006/relationships" id="276" r:id="R246e6e32bae44a99"/>
    <p:sldId xmlns:r="http://schemas.openxmlformats.org/officeDocument/2006/relationships" id="277" r:id="R893692cd08784c74"/>
    <p:sldId xmlns:r="http://schemas.openxmlformats.org/officeDocument/2006/relationships" id="278" r:id="Rdcbba5eb86614d7a"/>
    <p:sldId xmlns:r="http://schemas.openxmlformats.org/officeDocument/2006/relationships" id="279" r:id="Re188ecf79e6a4329"/>
    <p:sldId xmlns:r="http://schemas.openxmlformats.org/officeDocument/2006/relationships" id="280" r:id="R23914dcd5b2441fe"/>
    <p:sldId xmlns:r="http://schemas.openxmlformats.org/officeDocument/2006/relationships" id="281" r:id="Rcc318fdc5ca3467c"/>
    <p:sldId xmlns:r="http://schemas.openxmlformats.org/officeDocument/2006/relationships" id="282" r:id="Rcc3f0a20f1b84b4f"/>
    <p:sldId xmlns:r="http://schemas.openxmlformats.org/officeDocument/2006/relationships" id="283" r:id="R13a01e0c20bc40f2"/>
    <p:sldId xmlns:r="http://schemas.openxmlformats.org/officeDocument/2006/relationships" id="284" r:id="R5c2bff2ab4724454"/>
    <p:sldId xmlns:r="http://schemas.openxmlformats.org/officeDocument/2006/relationships" id="285" r:id="R4aace57a355548ab"/>
    <p:sldId xmlns:r="http://schemas.openxmlformats.org/officeDocument/2006/relationships" id="286" r:id="Rf7f4c98b9f114fc5"/>
    <p:sldId xmlns:r="http://schemas.openxmlformats.org/officeDocument/2006/relationships" id="287" r:id="Ra8f5657d71894410"/>
    <p:sldId xmlns:r="http://schemas.openxmlformats.org/officeDocument/2006/relationships" id="288" r:id="R5b47262aaa0f4178"/>
    <p:sldId xmlns:r="http://schemas.openxmlformats.org/officeDocument/2006/relationships" id="289" r:id="R98577d054b0d4f05"/>
    <p:sldId xmlns:r="http://schemas.openxmlformats.org/officeDocument/2006/relationships" id="290" r:id="R89300903d89c42bb"/>
    <p:sldId xmlns:r="http://schemas.openxmlformats.org/officeDocument/2006/relationships" id="291" r:id="R0cb0b6bd6e2448a8"/>
    <p:sldId xmlns:r="http://schemas.openxmlformats.org/officeDocument/2006/relationships" id="292" r:id="Rc2a0d0d3c7fc47f0"/>
    <p:sldId xmlns:r="http://schemas.openxmlformats.org/officeDocument/2006/relationships" id="293" r:id="R0a46e94b554c4d86"/>
    <p:sldId xmlns:r="http://schemas.openxmlformats.org/officeDocument/2006/relationships" id="294" r:id="Rbb58612e163147f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44096d688d14b77" /><Relationship Type="http://schemas.openxmlformats.org/officeDocument/2006/relationships/slideMaster" Target="/ppt/slideMasters/slideMaster1.xml" Id="R332f9f02c4c14543" /><Relationship Type="http://schemas.openxmlformats.org/officeDocument/2006/relationships/notesMaster" Target="/ppt/notesMasters/notesMaster1.xml" Id="R2a086e0d36fe4104" /><Relationship Type="http://schemas.openxmlformats.org/officeDocument/2006/relationships/presProps" Target="/ppt/presProps.xml" Id="Re27d35f53e8149d7" /><Relationship Type="http://schemas.openxmlformats.org/officeDocument/2006/relationships/tableStyles" Target="/ppt/tableStyles.xml" Id="R58e8bbe7652147cd" /><Relationship Type="http://schemas.openxmlformats.org/officeDocument/2006/relationships/slide" Target="/ppt/slides/slide1.xml" Id="Rd1f86ffc8f7c4b3b" /><Relationship Type="http://schemas.openxmlformats.org/officeDocument/2006/relationships/slide" Target="/ppt/slides/slide2.xml" Id="Ra594450c2d494174" /><Relationship Type="http://schemas.openxmlformats.org/officeDocument/2006/relationships/slide" Target="/ppt/slides/slide3.xml" Id="Rb048bce313dd4625" /><Relationship Type="http://schemas.openxmlformats.org/officeDocument/2006/relationships/slide" Target="/ppt/slides/slide4.xml" Id="Rae96352b9a0f4640" /><Relationship Type="http://schemas.openxmlformats.org/officeDocument/2006/relationships/slide" Target="/ppt/slides/slide5.xml" Id="R7d132d14e6ed4b52" /><Relationship Type="http://schemas.openxmlformats.org/officeDocument/2006/relationships/slide" Target="/ppt/slides/slide6.xml" Id="R037dab75eff84650" /><Relationship Type="http://schemas.openxmlformats.org/officeDocument/2006/relationships/slide" Target="/ppt/slides/slide7.xml" Id="R3299e56044634106" /><Relationship Type="http://schemas.openxmlformats.org/officeDocument/2006/relationships/slide" Target="/ppt/slides/slide8.xml" Id="Rc7fb049e2c3b43bf" /><Relationship Type="http://schemas.openxmlformats.org/officeDocument/2006/relationships/slide" Target="/ppt/slides/slide9.xml" Id="R582844e212154db8" /><Relationship Type="http://schemas.openxmlformats.org/officeDocument/2006/relationships/slide" Target="/ppt/slides/slide10.xml" Id="R16a432c53a254543" /><Relationship Type="http://schemas.openxmlformats.org/officeDocument/2006/relationships/slide" Target="/ppt/slides/slide11.xml" Id="R08fefe63947d4bdc" /><Relationship Type="http://schemas.openxmlformats.org/officeDocument/2006/relationships/slide" Target="/ppt/slides/slide12.xml" Id="R1873af2b2e104260" /><Relationship Type="http://schemas.openxmlformats.org/officeDocument/2006/relationships/slide" Target="/ppt/slides/slide13.xml" Id="Rf18974d18c014928" /><Relationship Type="http://schemas.openxmlformats.org/officeDocument/2006/relationships/slide" Target="/ppt/slides/slide14.xml" Id="Rbbf2c98371e24510" /><Relationship Type="http://schemas.openxmlformats.org/officeDocument/2006/relationships/slide" Target="/ppt/slides/slide15.xml" Id="Rb96ca4e2809146f8" /><Relationship Type="http://schemas.openxmlformats.org/officeDocument/2006/relationships/slide" Target="/ppt/slides/slide16.xml" Id="Ra5fd5759ac4d4354" /><Relationship Type="http://schemas.openxmlformats.org/officeDocument/2006/relationships/slide" Target="/ppt/slides/slide17.xml" Id="Raccdabeeb6e34d7e" /><Relationship Type="http://schemas.openxmlformats.org/officeDocument/2006/relationships/slide" Target="/ppt/slides/slide18.xml" Id="R28ca57d900344dab" /><Relationship Type="http://schemas.openxmlformats.org/officeDocument/2006/relationships/slide" Target="/ppt/slides/slide19.xml" Id="R41ef7f2dd74442f0" /><Relationship Type="http://schemas.openxmlformats.org/officeDocument/2006/relationships/slide" Target="/ppt/slides/slide20.xml" Id="R7f4b5bcdfbef4a34" /><Relationship Type="http://schemas.openxmlformats.org/officeDocument/2006/relationships/slide" Target="/ppt/slides/slide21.xml" Id="R246e6e32bae44a99" /><Relationship Type="http://schemas.openxmlformats.org/officeDocument/2006/relationships/slide" Target="/ppt/slides/slide22.xml" Id="R893692cd08784c74" /><Relationship Type="http://schemas.openxmlformats.org/officeDocument/2006/relationships/slide" Target="/ppt/slides/slide23.xml" Id="Rdcbba5eb86614d7a" /><Relationship Type="http://schemas.openxmlformats.org/officeDocument/2006/relationships/slide" Target="/ppt/slides/slide24.xml" Id="Re188ecf79e6a4329" /><Relationship Type="http://schemas.openxmlformats.org/officeDocument/2006/relationships/slide" Target="/ppt/slides/slide25.xml" Id="R23914dcd5b2441fe" /><Relationship Type="http://schemas.openxmlformats.org/officeDocument/2006/relationships/slide" Target="/ppt/slides/slide26.xml" Id="Rcc318fdc5ca3467c" /><Relationship Type="http://schemas.openxmlformats.org/officeDocument/2006/relationships/slide" Target="/ppt/slides/slide27.xml" Id="Rcc3f0a20f1b84b4f" /><Relationship Type="http://schemas.openxmlformats.org/officeDocument/2006/relationships/slide" Target="/ppt/slides/slide28.xml" Id="R13a01e0c20bc40f2" /><Relationship Type="http://schemas.openxmlformats.org/officeDocument/2006/relationships/slide" Target="/ppt/slides/slide29.xml" Id="R5c2bff2ab4724454" /><Relationship Type="http://schemas.openxmlformats.org/officeDocument/2006/relationships/slide" Target="/ppt/slides/slide30.xml" Id="R4aace57a355548ab" /><Relationship Type="http://schemas.openxmlformats.org/officeDocument/2006/relationships/slide" Target="/ppt/slides/slide31.xml" Id="Rf7f4c98b9f114fc5" /><Relationship Type="http://schemas.openxmlformats.org/officeDocument/2006/relationships/slide" Target="/ppt/slides/slide32.xml" Id="Ra8f5657d71894410" /><Relationship Type="http://schemas.openxmlformats.org/officeDocument/2006/relationships/slide" Target="/ppt/slides/slide33.xml" Id="R5b47262aaa0f4178" /><Relationship Type="http://schemas.openxmlformats.org/officeDocument/2006/relationships/slide" Target="/ppt/slides/slide34.xml" Id="R98577d054b0d4f05" /><Relationship Type="http://schemas.openxmlformats.org/officeDocument/2006/relationships/slide" Target="/ppt/slides/slide35.xml" Id="R89300903d89c42bb" /><Relationship Type="http://schemas.openxmlformats.org/officeDocument/2006/relationships/slide" Target="/ppt/slides/slide36.xml" Id="R0cb0b6bd6e2448a8" /><Relationship Type="http://schemas.openxmlformats.org/officeDocument/2006/relationships/slide" Target="/ppt/slides/slide37.xml" Id="Rc2a0d0d3c7fc47f0" /><Relationship Type="http://schemas.openxmlformats.org/officeDocument/2006/relationships/slide" Target="/ppt/slides/slide38.xml" Id="R0a46e94b554c4d86" /><Relationship Type="http://schemas.openxmlformats.org/officeDocument/2006/relationships/slide" Target="/ppt/slides/slide39.xml" Id="Rbb58612e163147f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4e7ee82d0ed4a9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f296e0167a14bdd" /><Relationship Type="http://schemas.openxmlformats.org/officeDocument/2006/relationships/notesMaster" Target="/ppt/notesMasters/notesMaster1.xml" Id="R10e9411781684ccb" /></Relationships>
</file>

<file path=ppt/notesSlides/_rels/notesSlide2.xml.rels>&#65279;<?xml version="1.0" encoding="utf-8"?><Relationships xmlns="http://schemas.openxmlformats.org/package/2006/relationships"><Relationship Type="http://schemas.openxmlformats.org/officeDocument/2006/relationships/slide" Target="/ppt/slides/slide2.xml" Id="R61f50c7973384689" /><Relationship Type="http://schemas.openxmlformats.org/officeDocument/2006/relationships/notesMaster" Target="/ppt/notesMasters/notesMaster1.xml" Id="Rfc247b041fa74a91" /></Relationships>
</file>

<file path=ppt/notesSlides/_rels/notesSlide3.xml.rels>&#65279;<?xml version="1.0" encoding="utf-8"?><Relationships xmlns="http://schemas.openxmlformats.org/package/2006/relationships"><Relationship Type="http://schemas.openxmlformats.org/officeDocument/2006/relationships/slide" Target="/ppt/slides/slide3.xml" Id="R9eaee3bd0c484528" /><Relationship Type="http://schemas.openxmlformats.org/officeDocument/2006/relationships/notesMaster" Target="/ppt/notesMasters/notesMaster1.xml" Id="Rd0873ad480584834" /></Relationships>
</file>

<file path=ppt/notesSlides/_rels/notesSlide4.xml.rels>&#65279;<?xml version="1.0" encoding="utf-8"?><Relationships xmlns="http://schemas.openxmlformats.org/package/2006/relationships"><Relationship Type="http://schemas.openxmlformats.org/officeDocument/2006/relationships/slide" Target="/ppt/slides/slide4.xml" Id="R7ab9df2978414452" /><Relationship Type="http://schemas.openxmlformats.org/officeDocument/2006/relationships/notesMaster" Target="/ppt/notesMasters/notesMaster1.xml" Id="Rd0e46ff4ce734766" /></Relationships>
</file>

<file path=ppt/notesSlides/_rels/notesSlide5.xml.rels>&#65279;<?xml version="1.0" encoding="utf-8"?><Relationships xmlns="http://schemas.openxmlformats.org/package/2006/relationships"><Relationship Type="http://schemas.openxmlformats.org/officeDocument/2006/relationships/slide" Target="/ppt/slides/slide5.xml" Id="R54e51bf41ba249cf" /><Relationship Type="http://schemas.openxmlformats.org/officeDocument/2006/relationships/notesMaster" Target="/ppt/notesMasters/notesMaster1.xml" Id="Rfb58775d13c345ce" /></Relationships>
</file>

<file path=ppt/notesSlides/_rels/notesSlide6.xml.rels>&#65279;<?xml version="1.0" encoding="utf-8"?><Relationships xmlns="http://schemas.openxmlformats.org/package/2006/relationships"><Relationship Type="http://schemas.openxmlformats.org/officeDocument/2006/relationships/slide" Target="/ppt/slides/slide6.xml" Id="R589d96df9de94eb9" /><Relationship Type="http://schemas.openxmlformats.org/officeDocument/2006/relationships/notesMaster" Target="/ppt/notesMasters/notesMaster1.xml" Id="Ra07c255ee70441ff" /></Relationships>
</file>

<file path=ppt/notesSlides/_rels/notesSlide7.xml.rels>&#65279;<?xml version="1.0" encoding="utf-8"?><Relationships xmlns="http://schemas.openxmlformats.org/package/2006/relationships"><Relationship Type="http://schemas.openxmlformats.org/officeDocument/2006/relationships/slide" Target="/ppt/slides/slide7.xml" Id="Rf35a444bb5224f0b" /><Relationship Type="http://schemas.openxmlformats.org/officeDocument/2006/relationships/notesMaster" Target="/ppt/notesMasters/notesMaster1.xml" Id="Rb938bf6395084217" /></Relationships>
</file>

<file path=ppt/notesSlides/_rels/notesSlide8.xml.rels>&#65279;<?xml version="1.0" encoding="utf-8"?><Relationships xmlns="http://schemas.openxmlformats.org/package/2006/relationships"><Relationship Type="http://schemas.openxmlformats.org/officeDocument/2006/relationships/slide" Target="/ppt/slides/slide8.xml" Id="R156816c5f2954339" /><Relationship Type="http://schemas.openxmlformats.org/officeDocument/2006/relationships/notesMaster" Target="/ppt/notesMasters/notesMaster1.xml" Id="R5c66add147624d2e" /></Relationships>
</file>

<file path=ppt/notesSlides/_rels/notesSlide9.xml.rels>&#65279;<?xml version="1.0" encoding="utf-8"?><Relationships xmlns="http://schemas.openxmlformats.org/package/2006/relationships"><Relationship Type="http://schemas.openxmlformats.org/officeDocument/2006/relationships/slide" Target="/ppt/slides/slide9.xml" Id="Rb75534c769494b1c" /><Relationship Type="http://schemas.openxmlformats.org/officeDocument/2006/relationships/notesMaster" Target="/ppt/notesMasters/notesMaster1.xml" Id="Rdf6f5256d37f4c8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7209064ca734733" /><Relationship Type="http://schemas.openxmlformats.org/officeDocument/2006/relationships/notesMaster" Target="/ppt/notesMasters/notesMaster1.xml" Id="R21633e4d0f114b5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02c8019f5274015" /><Relationship Type="http://schemas.openxmlformats.org/officeDocument/2006/relationships/notesMaster" Target="/ppt/notesMasters/notesMaster1.xml" Id="R8ef933cebba04a9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88664c86cd9480b" /><Relationship Type="http://schemas.openxmlformats.org/officeDocument/2006/relationships/notesMaster" Target="/ppt/notesMasters/notesMaster1.xml" Id="R7c95627c3e61435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920de739ce046cc" /><Relationship Type="http://schemas.openxmlformats.org/officeDocument/2006/relationships/notesMaster" Target="/ppt/notesMasters/notesMaster1.xml" Id="Rec53f68039fc494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2acd8d1bf924919" /><Relationship Type="http://schemas.openxmlformats.org/officeDocument/2006/relationships/notesMaster" Target="/ppt/notesMasters/notesMaster1.xml" Id="Rb757ac9341fd4ae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cf175045a1e46ab" /><Relationship Type="http://schemas.openxmlformats.org/officeDocument/2006/relationships/notesMaster" Target="/ppt/notesMasters/notesMaster1.xml" Id="Rbee0597949cf456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3df5239dd884159" /><Relationship Type="http://schemas.openxmlformats.org/officeDocument/2006/relationships/notesMaster" Target="/ppt/notesMasters/notesMaster1.xml" Id="Rd47f164f9af54a2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d137e85e3b3403f" /><Relationship Type="http://schemas.openxmlformats.org/officeDocument/2006/relationships/notesMaster" Target="/ppt/notesMasters/notesMaster1.xml" Id="R79392e7c71a249e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e248e70c94641e7" /><Relationship Type="http://schemas.openxmlformats.org/officeDocument/2006/relationships/notesMaster" Target="/ppt/notesMasters/notesMaster1.xml" Id="Rc8a2903d6c3f408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beee4ba4e6f4a69" /><Relationship Type="http://schemas.openxmlformats.org/officeDocument/2006/relationships/notesMaster" Target="/ppt/notesMasters/notesMaster1.xml" Id="Re6609991a2b64fa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3cc4fd295f84178" /><Relationship Type="http://schemas.openxmlformats.org/officeDocument/2006/relationships/notesMaster" Target="/ppt/notesMasters/notesMaster1.xml" Id="R836947ee1fb64b4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8d16e74c57b4929" /><Relationship Type="http://schemas.openxmlformats.org/officeDocument/2006/relationships/notesMaster" Target="/ppt/notesMasters/notesMaster1.xml" Id="Rc2cad1dd07634a3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e347894fc7c4d22" /><Relationship Type="http://schemas.openxmlformats.org/officeDocument/2006/relationships/notesMaster" Target="/ppt/notesMasters/notesMaster1.xml" Id="R58a612b28e84474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a4a4d306d3d4b01" /><Relationship Type="http://schemas.openxmlformats.org/officeDocument/2006/relationships/notesMaster" Target="/ppt/notesMasters/notesMaster1.xml" Id="R55ae6b49203f4ed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7f2019bdaff454d" /><Relationship Type="http://schemas.openxmlformats.org/officeDocument/2006/relationships/notesMaster" Target="/ppt/notesMasters/notesMaster1.xml" Id="Ra3c25040d7d94bd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2ef94b5ff4a4052" /><Relationship Type="http://schemas.openxmlformats.org/officeDocument/2006/relationships/notesMaster" Target="/ppt/notesMasters/notesMaster1.xml" Id="Rf440f721296e4ea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9db55317bbc4da4" /><Relationship Type="http://schemas.openxmlformats.org/officeDocument/2006/relationships/notesMaster" Target="/ppt/notesMasters/notesMaster1.xml" Id="R20a04d1aaef8440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099ee3a943b41c0" /><Relationship Type="http://schemas.openxmlformats.org/officeDocument/2006/relationships/notesMaster" Target="/ppt/notesMasters/notesMaster1.xml" Id="R3225c8a9593a46b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832587bafd24293" /><Relationship Type="http://schemas.openxmlformats.org/officeDocument/2006/relationships/notesMaster" Target="/ppt/notesMasters/notesMaster1.xml" Id="Rc68f59e1b26b415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d515c42a5e14f14" /><Relationship Type="http://schemas.openxmlformats.org/officeDocument/2006/relationships/notesMaster" Target="/ppt/notesMasters/notesMaster1.xml" Id="R147b35ad52de47f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3d1dde648e1483f" /><Relationship Type="http://schemas.openxmlformats.org/officeDocument/2006/relationships/notesMaster" Target="/ppt/notesMasters/notesMaster1.xml" Id="Rcd77db195ff840d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3911e34f8314074" /><Relationship Type="http://schemas.openxmlformats.org/officeDocument/2006/relationships/notesMaster" Target="/ppt/notesMasters/notesMaster1.xml" Id="Rf21aff2182fc4fc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465ba7ac4c049e8" /><Relationship Type="http://schemas.openxmlformats.org/officeDocument/2006/relationships/notesMaster" Target="/ppt/notesMasters/notesMaster1.xml" Id="Rb8abbaedef0743a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297c44e5266476c" /><Relationship Type="http://schemas.openxmlformats.org/officeDocument/2006/relationships/notesMaster" Target="/ppt/notesMasters/notesMaster1.xml" Id="R54185663dedb46f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ee82fc0fb6c4c1e" /><Relationship Type="http://schemas.openxmlformats.org/officeDocument/2006/relationships/notesMaster" Target="/ppt/notesMasters/notesMaster1.xml" Id="R6f2601bcecd24a8b"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ac9cb319a2941c8" /><Relationship Type="http://schemas.openxmlformats.org/officeDocument/2006/relationships/notesMaster" Target="/ppt/notesMasters/notesMaster1.xml" Id="Ra48b6234d39d45b5"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61c5e903e444b22" /><Relationship Type="http://schemas.openxmlformats.org/officeDocument/2006/relationships/notesMaster" Target="/ppt/notesMasters/notesMaster1.xml" Id="Rab51a142a8e344c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0c25fcb0bee4db7" /><Relationship Type="http://schemas.openxmlformats.org/officeDocument/2006/relationships/notesMaster" Target="/ppt/notesMasters/notesMaster1.xml" Id="Re1b25f93626342b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01d9890aa8548d2" /><Relationship Type="http://schemas.openxmlformats.org/officeDocument/2006/relationships/notesMaster" Target="/ppt/notesMasters/notesMaster1.xml" Id="Rc8bae586ef354758"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93cdaf5a6f344ff0" /><Relationship Type="http://schemas.openxmlformats.org/officeDocument/2006/relationships/notesMaster" Target="/ppt/notesMasters/notesMaster1.xml" Id="Rb2235c9d4ffc4cd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现场讲解（预计45秒）</a:t>
            </a:r>
          </a:p>
          <a:p xmlns:a="http://schemas.openxmlformats.org/drawingml/2006/main">
            <a:r>
              <a:t/>
            </a:r>
          </a:p>
          <a:p xmlns:a="http://schemas.openxmlformats.org/drawingml/2006/main">
            <a:r>
              <a:t>本次汇报从公司当前能够提供的数据出发，解释一条已经实现的算法处理链。输入包括目标历史轨迹、身份业务记录和空间地图，输出包括单机与集群的队形、意图、评分及辅助评估。接下来按一次请求的执行过程展开，每到一个模块，说明输入、计算方法、中间结果和后续用途；已有性能优化紧接在对应方法之后。当前阶段已经具备可运行链路、可追溯响应及仿真性能证据，识别效果和现场能力仍需要独立数据验证。</a:t>
            </a:r>
          </a:p>
          <a:p xmlns:a="http://schemas.openxmlformats.org/drawingml/2006/main">
            <a:r>
              <a:t/>
            </a:r>
          </a:p>
          <a:p xmlns:a="http://schemas.openxmlformats.org/drawingml/2006/main">
            <a:r>
              <a:t>转场</a:t>
            </a:r>
          </a:p>
          <a:p xmlns:a="http://schemas.openxmlformats.org/drawingml/2006/main">
            <a:r>
              <a:t/>
            </a:r>
          </a:p>
          <a:p xmlns:a="http://schemas.openxmlformats.org/drawingml/2006/main">
            <a:r>
              <a:t>先明确算法实际能够读取哪些数据，以及这些数据分别支持什么计算。</a:t>
            </a:r>
          </a:p>
          <a:p xmlns:a="http://schemas.openxmlformats.org/drawingml/2006/main">
            <a:r>
              <a:t/>
            </a:r>
          </a:p>
          <a:p xmlns:a="http://schemas.openxmlformats.org/drawingml/2006/main">
            <a:r>
              <a:t>技术备查</a:t>
            </a:r>
          </a:p>
          <a:p xmlns:a="http://schemas.openxmlformats.org/drawingml/2006/main">
            <a:r>
              <a:t/>
            </a:r>
          </a:p>
          <a:p xmlns:a="http://schemas.openxmlformats.org/drawingml/2006/main">
            <a:r>
              <a:t/>
            </a:r>
          </a:p>
          <a:p xmlns:a="http://schemas.openxmlformats.org/drawingml/2006/main">
            <a:r>
              <a:t/>
            </a:r>
          </a:p>
          <a:p xmlns:a="http://schemas.openxmlformats.org/drawingml/2006/main">
            <a:r>
              <a:t>取材</a:t>
            </a:r>
          </a:p>
          <a:p xmlns:a="http://schemas.openxmlformats.org/drawingml/2006/main">
            <a:r>
              <a:t/>
            </a:r>
          </a:p>
          <a:p xmlns:a="http://schemas.openxmlformats.org/drawingml/2006/main">
            <a:r>
              <a:t>project_reference §1–2；本地实现与历史验证记录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现场讲解（预计60秒）</a:t>
            </a:r>
          </a:p>
          <a:p xmlns:a="http://schemas.openxmlformats.org/drawingml/2006/main">
            <a:r>
              <a:t/>
            </a:r>
          </a:p>
          <a:p xmlns:a="http://schemas.openxmlformats.org/drawingml/2006/main">
            <a:r>
              <a:t>算法起点是上游已经形成的轨迹，没有在这里重新进行雷达检测或视觉跟踪。位置、时间和高度支持运动特征与空间判断，身份资料支持记录关联与豁免，设施和区域支持相对位置及趋近分析，探测设备和资源输入支持辅助评估。贯穿案例实际包含13个目标、4组身份相关记录以及3个设施和3个圈层，但没有飞行计划、探测设备和资源输入。因此主案例能展示主要判读链路，辅助评估的有效分支需要使用独立测试夹具补充，不能把协议能接收的内容说成本例都已提供。</a:t>
            </a:r>
          </a:p>
          <a:p xmlns:a="http://schemas.openxmlformats.org/drawingml/2006/main">
            <a:r>
              <a:t/>
            </a:r>
          </a:p>
          <a:p xmlns:a="http://schemas.openxmlformats.org/drawingml/2006/main">
            <a:r>
              <a:t>转场</a:t>
            </a:r>
          </a:p>
          <a:p xmlns:a="http://schemas.openxmlformats.org/drawingml/2006/main">
            <a:r>
              <a:t/>
            </a:r>
          </a:p>
          <a:p xmlns:a="http://schemas.openxmlformats.org/drawingml/2006/main">
            <a:r>
              <a:t>这些来源不同的数据首先经过网关整理，再进入统一计算链。</a:t>
            </a:r>
          </a:p>
          <a:p xmlns:a="http://schemas.openxmlformats.org/drawingml/2006/main">
            <a:r>
              <a:t/>
            </a:r>
          </a:p>
          <a:p xmlns:a="http://schemas.openxmlformats.org/drawingml/2006/main">
            <a:r>
              <a:t>技术备查</a:t>
            </a:r>
          </a:p>
          <a:p xmlns:a="http://schemas.openxmlformats.org/drawingml/2006/main">
            <a:r>
              <a:t/>
            </a:r>
          </a:p>
          <a:p xmlns:a="http://schemas.openxmlformats.org/drawingml/2006/main">
            <a:r>
              <a:t/>
            </a:r>
          </a:p>
          <a:p xmlns:a="http://schemas.openxmlformats.org/drawingml/2006/main">
            <a:r>
              <a:t/>
            </a:r>
          </a:p>
          <a:p xmlns:a="http://schemas.openxmlformats.org/drawingml/2006/main">
            <a:r>
              <a:t>取材</a:t>
            </a:r>
          </a:p>
          <a:p xmlns:a="http://schemas.openxmlformats.org/drawingml/2006/main">
            <a:r>
              <a:t/>
            </a:r>
          </a:p>
          <a:p xmlns:a="http://schemas.openxmlformats.org/drawingml/2006/main">
            <a:r>
              <a:t>project_reference §3.1；case_request.json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现场讲解（预计80秒）</a:t>
            </a:r>
          </a:p>
          <a:p xmlns:a="http://schemas.openxmlformats.org/drawingml/2006/main">
            <a:r>
              <a:t/>
            </a:r>
          </a:p>
          <a:p xmlns:a="http://schemas.openxmlformats.org/drawingml/2006/main">
            <a:r>
              <a:t>沿主线看，网关先规范请求并关联身份，随后轨迹解析生成清洗后的历史和运动特征。空间分析为每个有效目标产生上下文，然后逐目标检查豁免。豁免目标独立形成结果，其余无人机进入适配器，完成聚类、群内对齐、队形及行为计算；分组不可用时进入回退路径。意图和评分分别计算集群与成员结果，辅助评估再结合已有时间估计和请求中的能力输入生成状态。注意三个时间量位于不同位置：边界时间在空间阶段，设施估计在适配器内，条件回退在引擎评估时。最后汇总证据和诊断。</a:t>
            </a:r>
          </a:p>
          <a:p xmlns:a="http://schemas.openxmlformats.org/drawingml/2006/main">
            <a:r>
              <a:t/>
            </a:r>
          </a:p>
          <a:p xmlns:a="http://schemas.openxmlformats.org/drawingml/2006/main">
            <a:r>
              <a:t>转场</a:t>
            </a:r>
          </a:p>
          <a:p xmlns:a="http://schemas.openxmlformats.org/drawingml/2006/main">
            <a:r>
              <a:t/>
            </a:r>
          </a:p>
          <a:p xmlns:a="http://schemas.openxmlformats.org/drawingml/2006/main">
            <a:r>
              <a:t>先展开入口：怎样把外部请求整理成内部计算对象。</a:t>
            </a:r>
          </a:p>
          <a:p xmlns:a="http://schemas.openxmlformats.org/drawingml/2006/main">
            <a:r>
              <a:t/>
            </a:r>
          </a:p>
          <a:p xmlns:a="http://schemas.openxmlformats.org/drawingml/2006/main">
            <a:r>
              <a:t>技术备查</a:t>
            </a:r>
          </a:p>
          <a:p xmlns:a="http://schemas.openxmlformats.org/drawingml/2006/main">
            <a:r>
              <a:t/>
            </a:r>
          </a:p>
          <a:p xmlns:a="http://schemas.openxmlformats.org/drawingml/2006/main">
            <a:r>
              <a:t/>
            </a:r>
          </a:p>
          <a:p xmlns:a="http://schemas.openxmlformats.org/drawingml/2006/main">
            <a:r>
              <a:t/>
            </a:r>
          </a:p>
          <a:p xmlns:a="http://schemas.openxmlformats.org/drawingml/2006/main">
            <a:r>
              <a:t>取材</a:t>
            </a:r>
          </a:p>
          <a:p xmlns:a="http://schemas.openxmlformats.org/drawingml/2006/main">
            <a:r>
              <a:t/>
            </a:r>
          </a:p>
          <a:p xmlns:a="http://schemas.openxmlformats.org/drawingml/2006/main">
            <a:r>
              <a:t>project_reference §2.3；engine.py / legacy_adapter.py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现场讲解（预计65秒）</a:t>
            </a:r>
          </a:p>
          <a:p xmlns:a="http://schemas.openxmlformats.org/drawingml/2006/main">
            <a:r>
              <a:t/>
            </a:r>
          </a:p>
          <a:p xmlns:a="http://schemas.openxmlformats.org/drawingml/2006/main">
            <a:r>
              <a:t>标准化不是把所有数值缩放到同一区间，而是把外部业务数据整理成引擎能使用的对象。先检查请求类型、轨迹对象及业务字段，再沿目标编号和规范化序列号关联设备、飞手、白名单和计划。白名单和计划的内部字段由网关生成，不能让公共请求直接提交。地图使用请求提供的有效非空地图组，未提供时使用内置地图，并记录来源；不会任意拼接两套地图。网关输出内部请求和身份、地图诊断。进入引擎后会检查请求摘要与有界幂等缓存，命中可复用结果，未命中才继续计算。</a:t>
            </a:r>
          </a:p>
          <a:p xmlns:a="http://schemas.openxmlformats.org/drawingml/2006/main">
            <a:r>
              <a:t/>
            </a:r>
          </a:p>
          <a:p xmlns:a="http://schemas.openxmlformats.org/drawingml/2006/main">
            <a:r>
              <a:t>转场</a:t>
            </a:r>
          </a:p>
          <a:p xmlns:a="http://schemas.openxmlformats.org/drawingml/2006/main">
            <a:r>
              <a:t/>
            </a:r>
          </a:p>
          <a:p xmlns:a="http://schemas.openxmlformats.org/drawingml/2006/main">
            <a:r>
              <a:t>进入计算路径后，第一件事是确认轨迹有效，并形成不同用途的时间窗口。</a:t>
            </a:r>
          </a:p>
          <a:p xmlns:a="http://schemas.openxmlformats.org/drawingml/2006/main">
            <a:r>
              <a:t/>
            </a:r>
          </a:p>
          <a:p xmlns:a="http://schemas.openxmlformats.org/drawingml/2006/main">
            <a:r>
              <a:t>技术备查</a:t>
            </a:r>
          </a:p>
          <a:p xmlns:a="http://schemas.openxmlformats.org/drawingml/2006/main">
            <a:r>
              <a:t/>
            </a:r>
          </a:p>
          <a:p xmlns:a="http://schemas.openxmlformats.org/drawingml/2006/main">
            <a:r>
              <a:t/>
            </a:r>
          </a:p>
          <a:p xmlns:a="http://schemas.openxmlformats.org/drawingml/2006/main">
            <a:r>
              <a:t/>
            </a:r>
          </a:p>
          <a:p xmlns:a="http://schemas.openxmlformats.org/drawingml/2006/main">
            <a:r>
              <a:t>取材</a:t>
            </a:r>
          </a:p>
          <a:p xmlns:a="http://schemas.openxmlformats.org/drawingml/2006/main">
            <a:r>
              <a:t/>
            </a:r>
          </a:p>
          <a:p xmlns:a="http://schemas.openxmlformats.org/drawingml/2006/main">
            <a:r>
              <a:t>project_reference §3.1–3.2；v32_gateway.py:normalize_v32_request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现场讲解（预计75秒）</a:t>
            </a:r>
          </a:p>
          <a:p xmlns:a="http://schemas.openxmlformats.org/drawingml/2006/main">
            <a:r>
              <a:t/>
            </a:r>
          </a:p>
          <a:p xmlns:a="http://schemas.openxmlformats.org/drawingml/2006/main">
            <a:r>
              <a:t>这里用示意时间轴解释清洗。首先检查数组长度、坐标范围、高度与时间。时间倒序按入口规则拒绝；同一时间戳重复出现时保留最后完整观测，位置和高度一起更新。若位置相同但时间不同，仍要保留，因为它可能表示悬停。清洗后，长窗取轨迹末时刻之前最近120秒，最多240点；适配器使用尾部12点，聚类运动统计最多涉及11个有效运动段。两次裁剪后都检查最低点数。窗口以轨迹时间而非请求快照时刻截取；降低最低点数也不会取消某条意图规则自己要求的历史长度。</a:t>
            </a:r>
          </a:p>
          <a:p xmlns:a="http://schemas.openxmlformats.org/drawingml/2006/main">
            <a:r>
              <a:t/>
            </a:r>
          </a:p>
          <a:p xmlns:a="http://schemas.openxmlformats.org/drawingml/2006/main">
            <a:r>
              <a:t>转场</a:t>
            </a:r>
          </a:p>
          <a:p xmlns:a="http://schemas.openxmlformats.org/drawingml/2006/main">
            <a:r>
              <a:t/>
            </a:r>
          </a:p>
          <a:p xmlns:a="http://schemas.openxmlformats.org/drawingml/2006/main">
            <a:r>
              <a:t>同一条有效轨迹由此产生多组特征，下面先看基本运动量。</a:t>
            </a:r>
          </a:p>
          <a:p xmlns:a="http://schemas.openxmlformats.org/drawingml/2006/main">
            <a:r>
              <a:t/>
            </a:r>
          </a:p>
          <a:p xmlns:a="http://schemas.openxmlformats.org/drawingml/2006/main">
            <a:r>
              <a:t>技术备查</a:t>
            </a:r>
          </a:p>
          <a:p xmlns:a="http://schemas.openxmlformats.org/drawingml/2006/main">
            <a:r>
              <a:t/>
            </a:r>
          </a:p>
          <a:p xmlns:a="http://schemas.openxmlformats.org/drawingml/2006/main">
            <a:r>
              <a:t/>
            </a:r>
          </a:p>
          <a:p xmlns:a="http://schemas.openxmlformats.org/drawingml/2006/main">
            <a:r>
              <a:t/>
            </a:r>
          </a:p>
          <a:p xmlns:a="http://schemas.openxmlformats.org/drawingml/2006/main">
            <a:r>
              <a:t>取材</a:t>
            </a:r>
          </a:p>
          <a:p xmlns:a="http://schemas.openxmlformats.org/drawingml/2006/main">
            <a:r>
              <a:t/>
            </a:r>
          </a:p>
          <a:p xmlns:a="http://schemas.openxmlformats.org/drawingml/2006/main">
            <a:r>
              <a:t>project_reference §3.3；engine.py:_parse_target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现场讲解（预计65秒）</a:t>
            </a:r>
          </a:p>
          <a:p xmlns:a="http://schemas.openxmlformats.org/drawingml/2006/main">
            <a:r>
              <a:t/>
            </a:r>
          </a:p>
          <a:p xmlns:a="http://schemas.openxmlformats.org/drawingml/2006/main">
            <a:r>
              <a:t>左边的折线表示一条轨迹，相邻点距离除以真实时间差得到段速度，全部段距离求和得到路径长度，首尾距离除以路径长度形成直线度，而跨度取任意两点之间的最大距离。引擎的目标速度使用近期最多三个段速度均值，聚类使用有效段速度中位数，它们解决不同问题，不能统称同一种系统速度。引擎经纬度距离使用球面距离，聚类与队形路径会转换为平面坐标。贯穿案例一个成员的近期速度为14.52米每秒、跨度69.57米，直线度接近1，这些只描述观测运动。</a:t>
            </a:r>
          </a:p>
          <a:p xmlns:a="http://schemas.openxmlformats.org/drawingml/2006/main">
            <a:r>
              <a:t/>
            </a:r>
          </a:p>
          <a:p xmlns:a="http://schemas.openxmlformats.org/drawingml/2006/main">
            <a:r>
              <a:t>转场</a:t>
            </a:r>
          </a:p>
          <a:p xmlns:a="http://schemas.openxmlformats.org/drawingml/2006/main">
            <a:r>
              <a:t/>
            </a:r>
          </a:p>
          <a:p xmlns:a="http://schemas.openxmlformats.org/drawingml/2006/main">
            <a:r>
              <a:t>其中跨度需要比较点对，接着看这一计算如何优化。</a:t>
            </a:r>
          </a:p>
          <a:p xmlns:a="http://schemas.openxmlformats.org/drawingml/2006/main">
            <a:r>
              <a:t/>
            </a:r>
          </a:p>
          <a:p xmlns:a="http://schemas.openxmlformats.org/drawingml/2006/main">
            <a:r>
              <a:t>技术备查</a:t>
            </a:r>
          </a:p>
          <a:p xmlns:a="http://schemas.openxmlformats.org/drawingml/2006/main">
            <a:r>
              <a:t/>
            </a:r>
          </a:p>
          <a:p xmlns:a="http://schemas.openxmlformats.org/drawingml/2006/main">
            <a:r>
              <a:t/>
            </a:r>
          </a:p>
          <a:p xmlns:a="http://schemas.openxmlformats.org/drawingml/2006/main">
            <a:r>
              <a:t/>
            </a:r>
          </a:p>
          <a:p xmlns:a="http://schemas.openxmlformats.org/drawingml/2006/main">
            <a:r>
              <a:t>取材</a:t>
            </a:r>
          </a:p>
          <a:p xmlns:a="http://schemas.openxmlformats.org/drawingml/2006/main">
            <a:r>
              <a:t/>
            </a:r>
          </a:p>
          <a:p xmlns:a="http://schemas.openxmlformats.org/drawingml/2006/main">
            <a:r>
              <a:t>project_reference §4.1；F01–F02；case_trace.json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现场讲解（预计65秒）</a:t>
            </a:r>
          </a:p>
          <a:p xmlns:a="http://schemas.openxmlformats.org/drawingml/2006/main">
            <a:r>
              <a:t/>
            </a:r>
          </a:p>
          <a:p xmlns:a="http://schemas.openxmlformats.org/drawingml/2006/main">
            <a:r>
              <a:t>原始跨度计算在解释器中逐对计算距离，生产路径把点对运算组织成数组广播和矩阵计算，再取最大值。两者仍计算成对距离，因此优化主要减少循环和标量调用开销，并没有把算法的平方规模变成线性。右图来自已保存组件实验：120点的中位数由4.64毫秒降为0.23毫秒，240点由20.79降为0.86。每种长度比较5条轨迹，最大绝对差低于2乘10的负9次方米。这个收益只属于跨度代码块，不能直接说整条请求加速20倍。</a:t>
            </a:r>
          </a:p>
          <a:p xmlns:a="http://schemas.openxmlformats.org/drawingml/2006/main">
            <a:r>
              <a:t/>
            </a:r>
          </a:p>
          <a:p xmlns:a="http://schemas.openxmlformats.org/drawingml/2006/main">
            <a:r>
              <a:t>转场</a:t>
            </a:r>
          </a:p>
          <a:p xmlns:a="http://schemas.openxmlformats.org/drawingml/2006/main">
            <a:r>
              <a:t/>
            </a:r>
          </a:p>
          <a:p xmlns:a="http://schemas.openxmlformats.org/drawingml/2006/main">
            <a:r>
              <a:t>运动基础事实形成后，算法把轨迹放回地图，计算它与区域的关系。</a:t>
            </a:r>
          </a:p>
          <a:p xmlns:a="http://schemas.openxmlformats.org/drawingml/2006/main">
            <a:r>
              <a:t/>
            </a:r>
          </a:p>
          <a:p xmlns:a="http://schemas.openxmlformats.org/drawingml/2006/main">
            <a:r>
              <a:t>技术备查</a:t>
            </a:r>
          </a:p>
          <a:p xmlns:a="http://schemas.openxmlformats.org/drawingml/2006/main">
            <a:r>
              <a:t/>
            </a:r>
          </a:p>
          <a:p xmlns:a="http://schemas.openxmlformats.org/drawingml/2006/main">
            <a:r>
              <a:t/>
            </a:r>
          </a:p>
          <a:p xmlns:a="http://schemas.openxmlformats.org/drawingml/2006/main">
            <a:r>
              <a:t/>
            </a:r>
          </a:p>
          <a:p xmlns:a="http://schemas.openxmlformats.org/drawingml/2006/main">
            <a:r>
              <a:t>取材</a:t>
            </a:r>
          </a:p>
          <a:p xmlns:a="http://schemas.openxmlformats.org/drawingml/2006/main">
            <a:r>
              <a:t/>
            </a:r>
          </a:p>
          <a:p xmlns:a="http://schemas.openxmlformats.org/drawingml/2006/main">
            <a:r>
              <a:t>results.json:components.span；project_reference §12.5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现场讲解（预计75秒）</a:t>
            </a:r>
          </a:p>
          <a:p xmlns:a="http://schemas.openxmlformats.org/drawingml/2006/main">
            <a:r>
              <a:t/>
            </a:r>
          </a:p>
          <a:p xmlns:a="http://schemas.openxmlformats.org/drawingml/2006/main">
            <a:r>
              <a:t>空间分析先筛选有效区域，再判断平面几何和高度适用性。左图用边界附近的轨迹说明距离：每个观测点到区域边界计算距离，当前点还要判定区域内外。右侧对边界距离与真实时间做回归，斜率反映距离变化。区域外距离下降可以表示趋近，区域内下降也可能表示接近出口，所以不能只看斜率就宣布入侵。高度是否可比较同样重要，AGL与AMSL不能无依据混用，高度未知应保留不确定性。结果包括关系状态、边界距离、趋势及满足条件时的边界时间。</a:t>
            </a:r>
          </a:p>
          <a:p xmlns:a="http://schemas.openxmlformats.org/drawingml/2006/main">
            <a:r>
              <a:t/>
            </a:r>
          </a:p>
          <a:p xmlns:a="http://schemas.openxmlformats.org/drawingml/2006/main">
            <a:r>
              <a:t>转场</a:t>
            </a:r>
          </a:p>
          <a:p xmlns:a="http://schemas.openxmlformats.org/drawingml/2006/main">
            <a:r>
              <a:t/>
            </a:r>
          </a:p>
          <a:p xmlns:a="http://schemas.openxmlformats.org/drawingml/2006/main">
            <a:r>
              <a:t>当一个目标对应多个有效区域时，还需要确定共同使用的空间上下文。</a:t>
            </a:r>
          </a:p>
          <a:p xmlns:a="http://schemas.openxmlformats.org/drawingml/2006/main">
            <a:r>
              <a:t/>
            </a:r>
          </a:p>
          <a:p xmlns:a="http://schemas.openxmlformats.org/drawingml/2006/main">
            <a:r>
              <a:t>技术备查</a:t>
            </a:r>
          </a:p>
          <a:p xmlns:a="http://schemas.openxmlformats.org/drawingml/2006/main">
            <a:r>
              <a:t/>
            </a:r>
          </a:p>
          <a:p xmlns:a="http://schemas.openxmlformats.org/drawingml/2006/main">
            <a:r>
              <a:t/>
            </a:r>
          </a:p>
          <a:p xmlns:a="http://schemas.openxmlformats.org/drawingml/2006/main">
            <a:r>
              <a:t/>
            </a:r>
          </a:p>
          <a:p xmlns:a="http://schemas.openxmlformats.org/drawingml/2006/main">
            <a:r>
              <a:t>取材</a:t>
            </a:r>
          </a:p>
          <a:p xmlns:a="http://schemas.openxmlformats.org/drawingml/2006/main">
            <a:r>
              <a:t/>
            </a:r>
          </a:p>
          <a:p xmlns:a="http://schemas.openxmlformats.org/drawingml/2006/main">
            <a:r>
              <a:t>project_reference §7、§16.9；airspace_analysis.py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现场讲解（预计75秒）</a:t>
            </a:r>
          </a:p>
          <a:p xmlns:a="http://schemas.openxmlformats.org/drawingml/2006/main">
            <a:r>
              <a:t/>
            </a:r>
          </a:p>
          <a:p xmlns:a="http://schemas.openxmlformats.org/drawingml/2006/main">
            <a:r>
              <a:t>目标可能同时命中圈层与禁飞区域，先保留符合时间、几何和高度条件的候选，再根据命中状态、严重程度、边界距离和稳定标识选择主上下文。上下文保存主区域、关联设施、圈层、趋势和不确定性，并供意图、评分及设施时间估计共享。下方反例说明为什么不能让各模块自行寻找全图最近设施：若意图使用设施A的趋近证据，评分却借设施B的距离，最终结论就混合了不同作用域。已有回归检查了重叠区域的稳定选择和不跨候选借设施。这属于实现一致性证据，并未独立量化速度收益。</a:t>
            </a:r>
          </a:p>
          <a:p xmlns:a="http://schemas.openxmlformats.org/drawingml/2006/main">
            <a:r>
              <a:t/>
            </a:r>
          </a:p>
          <a:p xmlns:a="http://schemas.openxmlformats.org/drawingml/2006/main">
            <a:r>
              <a:t>转场</a:t>
            </a:r>
          </a:p>
          <a:p xmlns:a="http://schemas.openxmlformats.org/drawingml/2006/main">
            <a:r>
              <a:t/>
            </a:r>
          </a:p>
          <a:p xmlns:a="http://schemas.openxmlformats.org/drawingml/2006/main">
            <a:r>
              <a:t>有了运动和空间事实，再判断哪些目标满足独立豁免条件。</a:t>
            </a:r>
          </a:p>
          <a:p xmlns:a="http://schemas.openxmlformats.org/drawingml/2006/main">
            <a:r>
              <a:t/>
            </a:r>
          </a:p>
          <a:p xmlns:a="http://schemas.openxmlformats.org/drawingml/2006/main">
            <a:r>
              <a:t>技术备查</a:t>
            </a:r>
          </a:p>
          <a:p xmlns:a="http://schemas.openxmlformats.org/drawingml/2006/main">
            <a:r>
              <a:t/>
            </a:r>
          </a:p>
          <a:p xmlns:a="http://schemas.openxmlformats.org/drawingml/2006/main">
            <a:r>
              <a:t/>
            </a:r>
          </a:p>
          <a:p xmlns:a="http://schemas.openxmlformats.org/drawingml/2006/main">
            <a:r>
              <a:t/>
            </a:r>
          </a:p>
          <a:p xmlns:a="http://schemas.openxmlformats.org/drawingml/2006/main">
            <a:r>
              <a:t>取材</a:t>
            </a:r>
          </a:p>
          <a:p xmlns:a="http://schemas.openxmlformats.org/drawingml/2006/main">
            <a:r>
              <a:t/>
            </a:r>
          </a:p>
          <a:p xmlns:a="http://schemas.openxmlformats.org/drawingml/2006/main">
            <a:r>
              <a:t>project_reference §16.10–16.11；SpatialContext；补充回归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现场讲解（预计75秒）</a:t>
            </a:r>
          </a:p>
          <a:p xmlns:a="http://schemas.openxmlformats.org/drawingml/2006/main">
            <a:r>
              <a:t/>
            </a:r>
          </a:p>
          <a:p xmlns:a="http://schemas.openxmlformats.org/drawingml/2006/main">
            <a:r>
              <a:t>网关已经完成身份资料关联，这一阶段判断记录能否用于当前目标。先检查记录启用状态、有效时间及目标匹配，再按白名单、演练允许清单和飞行计划的现有优先分支选择。计划还要满足当前位置的航线容差和高度条件；高度受限而缺少可比较高度时，不能直接通过。多条计划匹配时按现有距离、申报时间与稳定标识确定记录。每个目标单独得到豁免结果，命中者独立输出，其余目标继续聚类。长窗计划匹配比例用于合规解释，不是替代当前位置门控的唯一阈值。</a:t>
            </a:r>
          </a:p>
          <a:p xmlns:a="http://schemas.openxmlformats.org/drawingml/2006/main">
            <a:r>
              <a:t/>
            </a:r>
          </a:p>
          <a:p xmlns:a="http://schemas.openxmlformats.org/drawingml/2006/main">
            <a:r>
              <a:t>转场</a:t>
            </a:r>
          </a:p>
          <a:p xmlns:a="http://schemas.openxmlformats.org/drawingml/2006/main">
            <a:r>
              <a:t/>
            </a:r>
          </a:p>
          <a:p xmlns:a="http://schemas.openxmlformats.org/drawingml/2006/main">
            <a:r>
              <a:t>下面进入非豁免无人机路径，先构造聚类需要的距离。</a:t>
            </a:r>
          </a:p>
          <a:p xmlns:a="http://schemas.openxmlformats.org/drawingml/2006/main">
            <a:r>
              <a:t/>
            </a:r>
          </a:p>
          <a:p xmlns:a="http://schemas.openxmlformats.org/drawingml/2006/main">
            <a:r>
              <a:t>技术备查</a:t>
            </a:r>
          </a:p>
          <a:p xmlns:a="http://schemas.openxmlformats.org/drawingml/2006/main">
            <a:r>
              <a:t/>
            </a:r>
          </a:p>
          <a:p xmlns:a="http://schemas.openxmlformats.org/drawingml/2006/main">
            <a:r>
              <a:t/>
            </a:r>
          </a:p>
          <a:p xmlns:a="http://schemas.openxmlformats.org/drawingml/2006/main">
            <a:r>
              <a:t/>
            </a:r>
          </a:p>
          <a:p xmlns:a="http://schemas.openxmlformats.org/drawingml/2006/main">
            <a:r>
              <a:t>取材</a:t>
            </a:r>
          </a:p>
          <a:p xmlns:a="http://schemas.openxmlformats.org/drawingml/2006/main">
            <a:r>
              <a:t/>
            </a:r>
          </a:p>
          <a:p xmlns:a="http://schemas.openxmlformats.org/drawingml/2006/main">
            <a:r>
              <a:t>project_reference §16.1–16.2；engine.py:_target_exemption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现场讲解（预计75秒）</a:t>
            </a:r>
          </a:p>
          <a:p xmlns:a="http://schemas.openxmlformats.org/drawingml/2006/main">
            <a:r>
              <a:t/>
            </a:r>
          </a:p>
          <a:p xmlns:a="http://schemas.openxmlformats.org/drawingml/2006/main">
            <a:r>
              <a:t>聚类输入是非豁免目标的短轨迹。末位置提供空间关系，有效段速度取中位数，方向由有效单位方向稳健汇总后归一化。低速时方向不稳定，启停或明显转向时某些运动量也不可靠，代码用可靠度调节它们对成对距离的贡献。位置、方向和速度先按各自尺度归一，成对可靠度取双方较小值，再进入下方复合距离。这样不会把未知方向当成一种与全部有效方向都很远的方向。已有单帧转向、悬停缓行与持续反向案例用于检查行为，但这些案例不能替代大样本分组准确率。</a:t>
            </a:r>
          </a:p>
          <a:p xmlns:a="http://schemas.openxmlformats.org/drawingml/2006/main">
            <a:r>
              <a:t/>
            </a:r>
          </a:p>
          <a:p xmlns:a="http://schemas.openxmlformats.org/drawingml/2006/main">
            <a:r>
              <a:t>转场</a:t>
            </a:r>
          </a:p>
          <a:p xmlns:a="http://schemas.openxmlformats.org/drawingml/2006/main">
            <a:r>
              <a:t/>
            </a:r>
          </a:p>
          <a:p xmlns:a="http://schemas.openxmlformats.org/drawingml/2006/main">
            <a:r>
              <a:t>构造好的距离矩阵接下来交给DBSCAN形成成员集合。</a:t>
            </a:r>
          </a:p>
          <a:p xmlns:a="http://schemas.openxmlformats.org/drawingml/2006/main">
            <a:r>
              <a:t/>
            </a:r>
          </a:p>
          <a:p xmlns:a="http://schemas.openxmlformats.org/drawingml/2006/main">
            <a:r>
              <a:t>技术备查</a:t>
            </a:r>
          </a:p>
          <a:p xmlns:a="http://schemas.openxmlformats.org/drawingml/2006/main">
            <a:r>
              <a:t/>
            </a:r>
          </a:p>
          <a:p xmlns:a="http://schemas.openxmlformats.org/drawingml/2006/main">
            <a:r>
              <a:t/>
            </a:r>
          </a:p>
          <a:p xmlns:a="http://schemas.openxmlformats.org/drawingml/2006/main">
            <a:r>
              <a:t/>
            </a:r>
          </a:p>
          <a:p xmlns:a="http://schemas.openxmlformats.org/drawingml/2006/main">
            <a:r>
              <a:t>取材</a:t>
            </a:r>
          </a:p>
          <a:p xmlns:a="http://schemas.openxmlformats.org/drawingml/2006/main">
            <a:r>
              <a:t/>
            </a:r>
          </a:p>
          <a:p xmlns:a="http://schemas.openxmlformats.org/drawingml/2006/main">
            <a:r>
              <a:t>project_reference §5.1–5.2、§16.4；F03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现场讲解（预计65秒）</a:t>
            </a:r>
          </a:p>
          <a:p xmlns:a="http://schemas.openxmlformats.org/drawingml/2006/main">
            <a:r>
              <a:t/>
            </a:r>
          </a:p>
          <a:p xmlns:a="http://schemas.openxmlformats.org/drawingml/2006/main">
            <a:r>
              <a:t>DBSCAN在这里接收预计算距离，邻域是复合距离不超过阈值的目标集合。右图的A和C可以不直接相邻，但通过B连通，因此最终进入同一簇。当前最小样本数为1，包含自身即可满足核心条件，孤立目标会保留为单目标簇，而不是自动当作噪声删除。左侧示意距离矩阵如何产生邻域和标签，阈值1.5是无量纲复合距离，不是1.5米。当前正式路径显式构造成对矩阵，不能因为系统还存在KD-tree就把这条路径的整体复杂度写成N乘logN。</a:t>
            </a:r>
          </a:p>
          <a:p xmlns:a="http://schemas.openxmlformats.org/drawingml/2006/main">
            <a:r>
              <a:t/>
            </a:r>
          </a:p>
          <a:p xmlns:a="http://schemas.openxmlformats.org/drawingml/2006/main">
            <a:r>
              <a:t>转场</a:t>
            </a:r>
          </a:p>
          <a:p xmlns:a="http://schemas.openxmlformats.org/drawingml/2006/main">
            <a:r>
              <a:t/>
            </a:r>
          </a:p>
          <a:p xmlns:a="http://schemas.openxmlformats.org/drawingml/2006/main">
            <a:r>
              <a:t>若适配器没有提供可用分组，引擎才进入另一条回退分组路径。</a:t>
            </a:r>
          </a:p>
          <a:p xmlns:a="http://schemas.openxmlformats.org/drawingml/2006/main">
            <a:r>
              <a:t/>
            </a:r>
          </a:p>
          <a:p xmlns:a="http://schemas.openxmlformats.org/drawingml/2006/main">
            <a:r>
              <a:t>技术备查</a:t>
            </a:r>
          </a:p>
          <a:p xmlns:a="http://schemas.openxmlformats.org/drawingml/2006/main">
            <a:r>
              <a:t/>
            </a:r>
          </a:p>
          <a:p xmlns:a="http://schemas.openxmlformats.org/drawingml/2006/main">
            <a:r>
              <a:t/>
            </a:r>
          </a:p>
          <a:p xmlns:a="http://schemas.openxmlformats.org/drawingml/2006/main">
            <a:r>
              <a:t/>
            </a:r>
          </a:p>
          <a:p xmlns:a="http://schemas.openxmlformats.org/drawingml/2006/main">
            <a:r>
              <a:t>取材</a:t>
            </a:r>
          </a:p>
          <a:p xmlns:a="http://schemas.openxmlformats.org/drawingml/2006/main">
            <a:r>
              <a:t/>
            </a:r>
          </a:p>
          <a:p xmlns:a="http://schemas.openxmlformats.org/drawingml/2006/main">
            <a:r>
              <a:t>project_reference §16.3、§16.5；F03；method_evidence.json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现场讲解（预计70秒）</a:t>
            </a:r>
          </a:p>
          <a:p xmlns:a="http://schemas.openxmlformats.org/drawingml/2006/main">
            <a:r>
              <a:t/>
            </a:r>
          </a:p>
          <a:p xmlns:a="http://schemas.openxmlformats.org/drawingml/2006/main">
            <a:r>
              <a:t>这里先明确路径位置：只有适配器分组不可用，才执行引擎的距离和航向回退分组。目标数超过10时，地心弦坐标KD-tree先搜索候选，再做实际距离和航向检查，最终得到连通分组。分散布局中候选很少，筛选能减少比较；密集布局几乎所有目标都是邻居，建树和邻域处理开销会抵消收益。右图取各规模三个种子的中位耗时后计算比值，200目标分散布局约10.68倍，而密集布局比朴素参考慢约3到4倍。所有比较种子成员集合一致，但当前路径还包含ID和排序开销。</a:t>
            </a:r>
          </a:p>
          <a:p xmlns:a="http://schemas.openxmlformats.org/drawingml/2006/main">
            <a:r>
              <a:t/>
            </a:r>
          </a:p>
          <a:p xmlns:a="http://schemas.openxmlformats.org/drawingml/2006/main">
            <a:r>
              <a:t>转场</a:t>
            </a:r>
          </a:p>
          <a:p xmlns:a="http://schemas.openxmlformats.org/drawingml/2006/main">
            <a:r>
              <a:t/>
            </a:r>
          </a:p>
          <a:p xmlns:a="http://schemas.openxmlformats.org/drawingml/2006/main">
            <a:r>
              <a:t>分组确定后，下一步为每个适用集群构造队形网络输入。</a:t>
            </a:r>
          </a:p>
          <a:p xmlns:a="http://schemas.openxmlformats.org/drawingml/2006/main">
            <a:r>
              <a:t/>
            </a:r>
          </a:p>
          <a:p xmlns:a="http://schemas.openxmlformats.org/drawingml/2006/main">
            <a:r>
              <a:t>技术备查</a:t>
            </a:r>
          </a:p>
          <a:p xmlns:a="http://schemas.openxmlformats.org/drawingml/2006/main">
            <a:r>
              <a:t/>
            </a:r>
          </a:p>
          <a:p xmlns:a="http://schemas.openxmlformats.org/drawingml/2006/main">
            <a:r>
              <a:t/>
            </a:r>
          </a:p>
          <a:p xmlns:a="http://schemas.openxmlformats.org/drawingml/2006/main">
            <a:r>
              <a:t/>
            </a:r>
          </a:p>
          <a:p xmlns:a="http://schemas.openxmlformats.org/drawingml/2006/main">
            <a:r>
              <a:t>取材</a:t>
            </a:r>
          </a:p>
          <a:p xmlns:a="http://schemas.openxmlformats.org/drawingml/2006/main">
            <a:r>
              <a:t/>
            </a:r>
          </a:p>
          <a:p xmlns:a="http://schemas.openxmlformats.org/drawingml/2006/main">
            <a:r>
              <a:t>results.json:components.fallback；engine.py:_clusters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现场讲解（预计65秒）</a:t>
            </a:r>
          </a:p>
          <a:p xmlns:a="http://schemas.openxmlformats.org/drawingml/2006/main">
            <a:r>
              <a:t/>
            </a:r>
          </a:p>
          <a:p xmlns:a="http://schemas.openxmlformats.org/drawingml/2006/main">
            <a:r>
              <a:t>PointNet的输入不是完整时序轨迹，而是经过预处理的当前成员点集。先在群内寻找至少两个共同时间戳，用前后两个位置集合的平均位移估计方向，再把当前点集旋转到统一方向、均值居中，并按最大绝对坐标归一化。图中四个阶段使用同一组五个成员，颜色始终对应同一成员，各图独立等比缩放，因此不能从图宽比较物理距离。单机和双机直接返回none，多于两机才进入五类网络；群内无法对齐时保留降级诊断，不能用其他群体的时间替代。</a:t>
            </a:r>
          </a:p>
          <a:p xmlns:a="http://schemas.openxmlformats.org/drawingml/2006/main">
            <a:r>
              <a:t/>
            </a:r>
          </a:p>
          <a:p xmlns:a="http://schemas.openxmlformats.org/drawingml/2006/main">
            <a:r>
              <a:t>转场</a:t>
            </a:r>
          </a:p>
          <a:p xmlns:a="http://schemas.openxmlformats.org/drawingml/2006/main">
            <a:r>
              <a:t/>
            </a:r>
          </a:p>
          <a:p xmlns:a="http://schemas.openxmlformats.org/drawingml/2006/main">
            <a:r>
              <a:t>统一后的点集进入逐点共享网络和全局池化。</a:t>
            </a:r>
          </a:p>
          <a:p xmlns:a="http://schemas.openxmlformats.org/drawingml/2006/main">
            <a:r>
              <a:t/>
            </a:r>
          </a:p>
          <a:p xmlns:a="http://schemas.openxmlformats.org/drawingml/2006/main">
            <a:r>
              <a:t>技术备查</a:t>
            </a:r>
          </a:p>
          <a:p xmlns:a="http://schemas.openxmlformats.org/drawingml/2006/main">
            <a:r>
              <a:t/>
            </a:r>
          </a:p>
          <a:p xmlns:a="http://schemas.openxmlformats.org/drawingml/2006/main">
            <a:r>
              <a:t/>
            </a:r>
          </a:p>
          <a:p xmlns:a="http://schemas.openxmlformats.org/drawingml/2006/main">
            <a:r>
              <a:t/>
            </a:r>
          </a:p>
          <a:p xmlns:a="http://schemas.openxmlformats.org/drawingml/2006/main">
            <a:r>
              <a:t>取材</a:t>
            </a:r>
          </a:p>
          <a:p xmlns:a="http://schemas.openxmlformats.org/drawingml/2006/main">
            <a:r>
              <a:t/>
            </a:r>
          </a:p>
          <a:p xmlns:a="http://schemas.openxmlformats.org/drawingml/2006/main">
            <a:r>
              <a:t>project_reference §6.1、§16.6；method_evidence.json:pointnet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现场讲解（预计75秒）</a:t>
            </a:r>
          </a:p>
          <a:p xmlns:a="http://schemas.openxmlformats.org/drawingml/2006/main">
            <a:r>
              <a:t/>
            </a:r>
          </a:p>
          <a:p xmlns:a="http://schemas.openxmlformats.org/drawingml/2006/main">
            <a:r>
              <a:t>沿网络结构看，输入是B乘N乘2的二维点集，转置后进入三层核大小为1的Conv1d，每层包含BN和ReLU。参数在各点共享，不沿点的顺序做时序卷积。长度掩码排除补齐点，然后沿成员维执行最大池化，得到全局特征，再经分类头、Dropout与五类输出。当前模型共有51333个可训练参数，推理处于eval模式，通常逐群处理。已有固定五成员案例预测为V形，逆序输入logits最大差约9.54乘10的负7次方。训练实现保留交叉熵与Adam，但没有据此获得新的独立测试准确率。模型复用已实现，本页不附会加速数字。</a:t>
            </a:r>
          </a:p>
          <a:p xmlns:a="http://schemas.openxmlformats.org/drawingml/2006/main">
            <a:r>
              <a:t/>
            </a:r>
          </a:p>
          <a:p xmlns:a="http://schemas.openxmlformats.org/drawingml/2006/main">
            <a:r>
              <a:t>转场</a:t>
            </a:r>
          </a:p>
          <a:p xmlns:a="http://schemas.openxmlformats.org/drawingml/2006/main">
            <a:r>
              <a:t/>
            </a:r>
          </a:p>
          <a:p xmlns:a="http://schemas.openxmlformats.org/drawingml/2006/main">
            <a:r>
              <a:t>队形之外，适配器还从短轨迹中提取行为变化。</a:t>
            </a:r>
          </a:p>
          <a:p xmlns:a="http://schemas.openxmlformats.org/drawingml/2006/main">
            <a:r>
              <a:t/>
            </a:r>
          </a:p>
          <a:p xmlns:a="http://schemas.openxmlformats.org/drawingml/2006/main">
            <a:r>
              <a:t>技术备查</a:t>
            </a:r>
          </a:p>
          <a:p xmlns:a="http://schemas.openxmlformats.org/drawingml/2006/main">
            <a:r>
              <a:t/>
            </a:r>
          </a:p>
          <a:p xmlns:a="http://schemas.openxmlformats.org/drawingml/2006/main">
            <a:r>
              <a:t/>
            </a:r>
          </a:p>
          <a:p xmlns:a="http://schemas.openxmlformats.org/drawingml/2006/main">
            <a:r>
              <a:t/>
            </a:r>
          </a:p>
          <a:p xmlns:a="http://schemas.openxmlformats.org/drawingml/2006/main">
            <a:r>
              <a:t>取材</a:t>
            </a:r>
          </a:p>
          <a:p xmlns:a="http://schemas.openxmlformats.org/drawingml/2006/main">
            <a:r>
              <a:t/>
            </a:r>
          </a:p>
          <a:p xmlns:a="http://schemas.openxmlformats.org/drawingml/2006/main">
            <a:r>
              <a:t>project_reference §16.7–16.8；PointNetClassifier.forward；method_evidence.json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现场讲解（预计65秒）</a:t>
            </a:r>
          </a:p>
          <a:p xmlns:a="http://schemas.openxmlformats.org/drawingml/2006/main">
            <a:r>
              <a:t/>
            </a:r>
          </a:p>
          <a:p xmlns:a="http://schemas.openxmlformats.org/drawingml/2006/main">
            <a:r>
              <a:t>行为模块描述观测中发生了什么，例如速度变化、转向和停留，后续规则再结合身份与空间解释它们。图中分别用速度序列、相邻方向和末点邻域说明几类特征。注意系统存在不同实现层：适配器复用旧模块的速度和转向行为，引擎另外计算长窗跨度、悬停、绕转与设施相对运动。悬停时长是从末点向前检查是否持续处于末点20米邻域，并非单纯速度低于某个阈值。正式意图来自当前规则引擎，不能把旧模块保留的意图标签直接搬到最终响应。</a:t>
            </a:r>
          </a:p>
          <a:p xmlns:a="http://schemas.openxmlformats.org/drawingml/2006/main">
            <a:r>
              <a:t/>
            </a:r>
          </a:p>
          <a:p xmlns:a="http://schemas.openxmlformats.org/drawingml/2006/main">
            <a:r>
              <a:t>转场</a:t>
            </a:r>
          </a:p>
          <a:p xmlns:a="http://schemas.openxmlformats.org/drawingml/2006/main">
            <a:r>
              <a:t/>
            </a:r>
          </a:p>
          <a:p xmlns:a="http://schemas.openxmlformats.org/drawingml/2006/main">
            <a:r>
              <a:t>这部分曾进行向量化优化，但其结果差异需要与耗时一起说明。</a:t>
            </a:r>
          </a:p>
          <a:p xmlns:a="http://schemas.openxmlformats.org/drawingml/2006/main">
            <a:r>
              <a:t/>
            </a:r>
          </a:p>
          <a:p xmlns:a="http://schemas.openxmlformats.org/drawingml/2006/main">
            <a:r>
              <a:t>技术备查</a:t>
            </a:r>
          </a:p>
          <a:p xmlns:a="http://schemas.openxmlformats.org/drawingml/2006/main">
            <a:r>
              <a:t/>
            </a:r>
          </a:p>
          <a:p xmlns:a="http://schemas.openxmlformats.org/drawingml/2006/main">
            <a:r>
              <a:t/>
            </a:r>
          </a:p>
          <a:p xmlns:a="http://schemas.openxmlformats.org/drawingml/2006/main">
            <a:r>
              <a:t/>
            </a:r>
          </a:p>
          <a:p xmlns:a="http://schemas.openxmlformats.org/drawingml/2006/main">
            <a:r>
              <a:t>取材</a:t>
            </a:r>
          </a:p>
          <a:p xmlns:a="http://schemas.openxmlformats.org/drawingml/2006/main">
            <a:r>
              <a:t/>
            </a:r>
          </a:p>
          <a:p xmlns:a="http://schemas.openxmlformats.org/drawingml/2006/main">
            <a:r>
              <a:t>project_reference §4.2；intention_recognition.py；legacy_adapter.py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现场讲解（预计70秒）</a:t>
            </a:r>
          </a:p>
          <a:p xmlns:a="http://schemas.openxmlformats.org/drawingml/2006/main">
            <a:r>
              <a:t/>
            </a:r>
          </a:p>
          <a:p xmlns:a="http://schemas.openxmlformats.org/drawingml/2006/main">
            <a:r>
              <a:t>行为向量化把逐目标、逐段的运算组织成数组批量处理，但必须同时核对输出。左图显示100目标直接输入120点的组件实验，中位耗时从57.85毫秒降为4.40毫秒，耗时比约13.16。右侧保留差异：100个目标中有6个加速判定、3个转向判定不同，置信度定义也有差别。因此它既包含执行优化，也存在行为语义变化，不能只宣传速度而称结果完全一致。正式路由给适配器的窗口是12点，而此组件对照直接使用120点，二者不能混成同一个端到端指标。</a:t>
            </a:r>
          </a:p>
          <a:p xmlns:a="http://schemas.openxmlformats.org/drawingml/2006/main">
            <a:r>
              <a:t/>
            </a:r>
          </a:p>
          <a:p xmlns:a="http://schemas.openxmlformats.org/drawingml/2006/main">
            <a:r>
              <a:t>转场</a:t>
            </a:r>
          </a:p>
          <a:p xmlns:a="http://schemas.openxmlformats.org/drawingml/2006/main">
            <a:r>
              <a:t/>
            </a:r>
          </a:p>
          <a:p xmlns:a="http://schemas.openxmlformats.org/drawingml/2006/main">
            <a:r>
              <a:t>行为与空间量还会产生不同的时间估计，下一页统一解释它们。</a:t>
            </a:r>
          </a:p>
          <a:p xmlns:a="http://schemas.openxmlformats.org/drawingml/2006/main">
            <a:r>
              <a:t/>
            </a:r>
          </a:p>
          <a:p xmlns:a="http://schemas.openxmlformats.org/drawingml/2006/main">
            <a:r>
              <a:t>技术备查</a:t>
            </a:r>
          </a:p>
          <a:p xmlns:a="http://schemas.openxmlformats.org/drawingml/2006/main">
            <a:r>
              <a:t/>
            </a:r>
          </a:p>
          <a:p xmlns:a="http://schemas.openxmlformats.org/drawingml/2006/main">
            <a:r>
              <a:t/>
            </a:r>
          </a:p>
          <a:p xmlns:a="http://schemas.openxmlformats.org/drawingml/2006/main">
            <a:r>
              <a:t/>
            </a:r>
          </a:p>
          <a:p xmlns:a="http://schemas.openxmlformats.org/drawingml/2006/main">
            <a:r>
              <a:t>取材</a:t>
            </a:r>
          </a:p>
          <a:p xmlns:a="http://schemas.openxmlformats.org/drawingml/2006/main">
            <a:r>
              <a:t/>
            </a:r>
          </a:p>
          <a:p xmlns:a="http://schemas.openxmlformats.org/drawingml/2006/main">
            <a:r>
              <a:t>results.json:components.behavior；project_reference §12.5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现场讲解（预计75秒）</a:t>
            </a:r>
          </a:p>
          <a:p xmlns:a="http://schemas.openxmlformats.org/drawingml/2006/main">
            <a:r>
              <a:t/>
            </a:r>
          </a:p>
          <a:p xmlns:a="http://schemas.openxmlformats.org/drawingml/2006/main">
            <a:r>
              <a:t>这页汇总三个时间量，但它们不在同一个位置依次执行。空间阶段用边界距离的时间回归斜率，在符合趋近或离开条件时估计边界时间。适配器内的设施估计使用近期三点距离变化与取用窗口平均采样间隔，引擎优先采用有效且同设施的结果。没有有效结果时，主引擎只有在空间相关、设施明确、确实趋近且速度有效等条件成立时，才用设施距离除以作用域最大速度作回退。多成员汇总可能组合不同成员的距离和速度，所以只能解释为近似。缺少依据保留空值，不能统一归因为缺资源。 保存的重叠区域夹具中，边界距离1042.301米、趋势负15.1133米每秒，对应输出69秒；同响应设施ETA为0，两者指向不同对象和方法。</a:t>
            </a:r>
          </a:p>
          <a:p xmlns:a="http://schemas.openxmlformats.org/drawingml/2006/main">
            <a:r>
              <a:t/>
            </a:r>
          </a:p>
          <a:p xmlns:a="http://schemas.openxmlformats.org/drawingml/2006/main">
            <a:r>
              <a:t>转场</a:t>
            </a:r>
          </a:p>
          <a:p xmlns:a="http://schemas.openxmlformats.org/drawingml/2006/main">
            <a:r>
              <a:t/>
            </a:r>
          </a:p>
          <a:p xmlns:a="http://schemas.openxmlformats.org/drawingml/2006/main">
            <a:r>
              <a:t>得到运动、空间和时间证据后，规则引擎开始生成意图候选。</a:t>
            </a:r>
          </a:p>
          <a:p xmlns:a="http://schemas.openxmlformats.org/drawingml/2006/main">
            <a:r>
              <a:t/>
            </a:r>
          </a:p>
          <a:p xmlns:a="http://schemas.openxmlformats.org/drawingml/2006/main">
            <a:r>
              <a:t>技术备查</a:t>
            </a:r>
          </a:p>
          <a:p xmlns:a="http://schemas.openxmlformats.org/drawingml/2006/main">
            <a:r>
              <a:t/>
            </a:r>
          </a:p>
          <a:p xmlns:a="http://schemas.openxmlformats.org/drawingml/2006/main">
            <a:r>
              <a:t/>
            </a:r>
          </a:p>
          <a:p xmlns:a="http://schemas.openxmlformats.org/drawingml/2006/main">
            <a:r>
              <a:t/>
            </a:r>
          </a:p>
          <a:p xmlns:a="http://schemas.openxmlformats.org/drawingml/2006/main">
            <a:r>
              <a:t>取材</a:t>
            </a:r>
          </a:p>
          <a:p xmlns:a="http://schemas.openxmlformats.org/drawingml/2006/main">
            <a:r>
              <a:t/>
            </a:r>
          </a:p>
          <a:p xmlns:a="http://schemas.openxmlformats.org/drawingml/2006/main">
            <a:r>
              <a:t>project_reference §16.12；F12；airspace_analysis / adapter / engine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现场讲解（预计65秒）</a:t>
            </a:r>
          </a:p>
          <a:p xmlns:a="http://schemas.openxmlformats.org/drawingml/2006/main">
            <a:r>
              <a:t/>
            </a:r>
          </a:p>
          <a:p xmlns:a="http://schemas.openxmlformats.org/drawingml/2006/main">
            <a:r>
              <a:t>规则方法同样需要明确数学对象。输入是身份、运动、空间和群体特征组成的特征帧，每条启用规则判断自己的谓词是否成立，并产生带证据的候选。这里用区域命中和身份来源不可用两类规则说明，条件不同，不能把缺失资料自动当成违规事实。候选按优先级、置信和完整度排序，最后使用稳定代码消除并列；同意图去重后选择主项。当前启用19项规则，confidence是规则构造的排序量，不是经过训练和校准的正确概率。输出保留触发成员及证据，便于解释主意图从何而来。</a:t>
            </a:r>
          </a:p>
          <a:p xmlns:a="http://schemas.openxmlformats.org/drawingml/2006/main">
            <a:r>
              <a:t/>
            </a:r>
          </a:p>
          <a:p xmlns:a="http://schemas.openxmlformats.org/drawingml/2006/main">
            <a:r>
              <a:t>转场</a:t>
            </a:r>
          </a:p>
          <a:p xmlns:a="http://schemas.openxmlformats.org/drawingml/2006/main">
            <a:r>
              <a:t/>
            </a:r>
          </a:p>
          <a:p xmlns:a="http://schemas.openxmlformats.org/drawingml/2006/main">
            <a:r>
              <a:t>部分意图还要求证据在时间上持续成立，而不只看最后一个点。</a:t>
            </a:r>
          </a:p>
          <a:p xmlns:a="http://schemas.openxmlformats.org/drawingml/2006/main">
            <a:r>
              <a:t/>
            </a:r>
          </a:p>
          <a:p xmlns:a="http://schemas.openxmlformats.org/drawingml/2006/main">
            <a:r>
              <a:t>技术备查</a:t>
            </a:r>
          </a:p>
          <a:p xmlns:a="http://schemas.openxmlformats.org/drawingml/2006/main">
            <a:r>
              <a:t/>
            </a:r>
          </a:p>
          <a:p xmlns:a="http://schemas.openxmlformats.org/drawingml/2006/main">
            <a:r>
              <a:t/>
            </a:r>
          </a:p>
          <a:p xmlns:a="http://schemas.openxmlformats.org/drawingml/2006/main">
            <a:r>
              <a:t/>
            </a:r>
          </a:p>
          <a:p xmlns:a="http://schemas.openxmlformats.org/drawingml/2006/main">
            <a:r>
              <a:t>取材</a:t>
            </a:r>
          </a:p>
          <a:p xmlns:a="http://schemas.openxmlformats.org/drawingml/2006/main">
            <a:r>
              <a:t/>
            </a:r>
          </a:p>
          <a:p xmlns:a="http://schemas.openxmlformats.org/drawingml/2006/main">
            <a:r>
              <a:t>project_reference §8.1–8.2；F06；intent_rules.py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现场讲解（预计75秒）</a:t>
            </a:r>
          </a:p>
          <a:p xmlns:a="http://schemas.openxmlformats.org/drawingml/2006/main">
            <a:r>
              <a:t/>
            </a:r>
          </a:p>
          <a:p xmlns:a="http://schemas.openxmlformats.org/drawingml/2006/main">
            <a:r>
              <a:t>时序规则在同一次请求的历史中设置五个评估时刻，每次只使用当时及之前的有效观测。每个子窗有自己的最少点数、时间跨度、最大间隔和端点新鲜度要求；一个端点不能重复充当多张独立票。有效子窗计算距离回归闭合速度、直线度、朝向和距离等条件。历史至少三次有效并至少三次命中后，还要独立检查最新运动是否仍符合条件。图中状态仅为机制示意，意在解释旧证据不能覆盖最新转向或离开。这不是跨请求状态机，也没有使用未来轨迹进行平滑。</a:t>
            </a:r>
          </a:p>
          <a:p xmlns:a="http://schemas.openxmlformats.org/drawingml/2006/main">
            <a:r>
              <a:t/>
            </a:r>
          </a:p>
          <a:p xmlns:a="http://schemas.openxmlformats.org/drawingml/2006/main">
            <a:r>
              <a:t>转场</a:t>
            </a:r>
          </a:p>
          <a:p xmlns:a="http://schemas.openxmlformats.org/drawingml/2006/main">
            <a:r>
              <a:t/>
            </a:r>
          </a:p>
          <a:p xmlns:a="http://schemas.openxmlformats.org/drawingml/2006/main">
            <a:r>
              <a:t>单机时序判断之外，还需要说明集群证据与个体结果之间的关系。</a:t>
            </a:r>
          </a:p>
          <a:p xmlns:a="http://schemas.openxmlformats.org/drawingml/2006/main">
            <a:r>
              <a:t/>
            </a:r>
          </a:p>
          <a:p xmlns:a="http://schemas.openxmlformats.org/drawingml/2006/main">
            <a:r>
              <a:t>技术备查</a:t>
            </a:r>
          </a:p>
          <a:p xmlns:a="http://schemas.openxmlformats.org/drawingml/2006/main">
            <a:r>
              <a:t/>
            </a:r>
          </a:p>
          <a:p xmlns:a="http://schemas.openxmlformats.org/drawingml/2006/main">
            <a:r>
              <a:t/>
            </a:r>
          </a:p>
          <a:p xmlns:a="http://schemas.openxmlformats.org/drawingml/2006/main">
            <a:r>
              <a:t/>
            </a:r>
          </a:p>
          <a:p xmlns:a="http://schemas.openxmlformats.org/drawingml/2006/main">
            <a:r>
              <a:t>取材</a:t>
            </a:r>
          </a:p>
          <a:p xmlns:a="http://schemas.openxmlformats.org/drawingml/2006/main">
            <a:r>
              <a:t/>
            </a:r>
          </a:p>
          <a:p xmlns:a="http://schemas.openxmlformats.org/drawingml/2006/main">
            <a:r>
              <a:t>project_reference §8.3；F07；collision_intent.py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现场讲解（预计70秒）</a:t>
            </a:r>
          </a:p>
          <a:p xmlns:a="http://schemas.openxmlformats.org/drawingml/2006/main">
            <a:r>
              <a:t/>
            </a:r>
          </a:p>
          <a:p xmlns:a="http://schemas.openxmlformats.org/drawingml/2006/main">
            <a:r>
              <a:t>集群分组和几何队形本身不能证明共同意图，群体候选还要检查是否趋近同一设施、航向是否一致以及时间特征是否接近。当前一致性评分使用趋近占比、相对圆均值方向的最大角差和有效ETA最大最小差，是现行启发式，不能描述成学习到的角色或通信策略。与此同时，每个成员仍使用自己的运动、身份和空间事实独立判读。图中群体分支汇总共有证据，成员分支保留个体差异，最终分别进入集群结果和目标结果。这样不会把一个群体标签简单复制给所有成员。</a:t>
            </a:r>
          </a:p>
          <a:p xmlns:a="http://schemas.openxmlformats.org/drawingml/2006/main">
            <a:r>
              <a:t/>
            </a:r>
          </a:p>
          <a:p xmlns:a="http://schemas.openxmlformats.org/drawingml/2006/main">
            <a:r>
              <a:t>转场</a:t>
            </a:r>
          </a:p>
          <a:p xmlns:a="http://schemas.openxmlformats.org/drawingml/2006/main">
            <a:r>
              <a:t/>
            </a:r>
          </a:p>
          <a:p xmlns:a="http://schemas.openxmlformats.org/drawingml/2006/main">
            <a:r>
              <a:t>两个分支会重复需要成员特征，因此这里设置请求内复用。</a:t>
            </a:r>
          </a:p>
          <a:p xmlns:a="http://schemas.openxmlformats.org/drawingml/2006/main">
            <a:r>
              <a:t/>
            </a:r>
          </a:p>
          <a:p xmlns:a="http://schemas.openxmlformats.org/drawingml/2006/main">
            <a:r>
              <a:t>技术备查</a:t>
            </a:r>
          </a:p>
          <a:p xmlns:a="http://schemas.openxmlformats.org/drawingml/2006/main">
            <a:r>
              <a:t/>
            </a:r>
          </a:p>
          <a:p xmlns:a="http://schemas.openxmlformats.org/drawingml/2006/main">
            <a:r>
              <a:t/>
            </a:r>
          </a:p>
          <a:p xmlns:a="http://schemas.openxmlformats.org/drawingml/2006/main">
            <a:r>
              <a:t/>
            </a:r>
          </a:p>
          <a:p xmlns:a="http://schemas.openxmlformats.org/drawingml/2006/main">
            <a:r>
              <a:t>取材</a:t>
            </a:r>
          </a:p>
          <a:p xmlns:a="http://schemas.openxmlformats.org/drawingml/2006/main">
            <a:r>
              <a:t/>
            </a:r>
          </a:p>
          <a:p xmlns:a="http://schemas.openxmlformats.org/drawingml/2006/main">
            <a:r>
              <a:t>project_reference §8.4–8.5；F08；engine.py:_evaluate_target_threat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现场讲解（预计70秒）</a:t>
            </a:r>
          </a:p>
          <a:p xmlns:a="http://schemas.openxmlformats.org/drawingml/2006/main">
            <a:r>
              <a:t/>
            </a:r>
          </a:p>
          <a:p xmlns:a="http://schemas.openxmlformats.org/drawingml/2006/main">
            <a:r>
              <a:t>集群规则需要读取成员特征，单机独立判读也需要同一目标的特征。原来两条路径分别计算，当前在一次请求的局部上下文中保存并复用，避免重复工作，同时不会把不同请求的空间和轨迹混用。对照实验固定100目标、120输入点，两种布局中位耗时比都约1.19，换算为耗时下降约16%。底层调用由每请求200次降为100次。原始密集布局比较曾记录差异，随后独立保存响应并复核，差异仅为调试生成时间，算法输出一致。这里改善的是中位耗时，不能据此保证所有尾延迟同样改善。</a:t>
            </a:r>
          </a:p>
          <a:p xmlns:a="http://schemas.openxmlformats.org/drawingml/2006/main">
            <a:r>
              <a:t/>
            </a:r>
          </a:p>
          <a:p xmlns:a="http://schemas.openxmlformats.org/drawingml/2006/main">
            <a:r>
              <a:t>转场</a:t>
            </a:r>
          </a:p>
          <a:p xmlns:a="http://schemas.openxmlformats.org/drawingml/2006/main">
            <a:r>
              <a:t/>
            </a:r>
          </a:p>
          <a:p xmlns:a="http://schemas.openxmlformats.org/drawingml/2006/main">
            <a:r>
              <a:t>意图和成员事实确定后，进入评分及业务约束。</a:t>
            </a:r>
          </a:p>
          <a:p xmlns:a="http://schemas.openxmlformats.org/drawingml/2006/main">
            <a:r>
              <a:t/>
            </a:r>
          </a:p>
          <a:p xmlns:a="http://schemas.openxmlformats.org/drawingml/2006/main">
            <a:r>
              <a:t>技术备查</a:t>
            </a:r>
          </a:p>
          <a:p xmlns:a="http://schemas.openxmlformats.org/drawingml/2006/main">
            <a:r>
              <a:t/>
            </a:r>
          </a:p>
          <a:p xmlns:a="http://schemas.openxmlformats.org/drawingml/2006/main">
            <a:r>
              <a:t/>
            </a:r>
          </a:p>
          <a:p xmlns:a="http://schemas.openxmlformats.org/drawingml/2006/main">
            <a:r>
              <a:t/>
            </a:r>
          </a:p>
          <a:p xmlns:a="http://schemas.openxmlformats.org/drawingml/2006/main">
            <a:r>
              <a:t>取材</a:t>
            </a:r>
          </a:p>
          <a:p xmlns:a="http://schemas.openxmlformats.org/drawingml/2006/main">
            <a:r>
              <a:t/>
            </a:r>
          </a:p>
          <a:p xmlns:a="http://schemas.openxmlformats.org/drawingml/2006/main">
            <a:r>
              <a:t>results.json:cacheComparison；响应差异复核；project_reference §12.5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现场讲解（预计70秒）</a:t>
            </a:r>
          </a:p>
          <a:p xmlns:a="http://schemas.openxmlformats.org/drawingml/2006/main">
            <a:r>
              <a:t/>
            </a:r>
          </a:p>
          <a:p xmlns:a="http://schemas.openxmlformats.org/drawingml/2006/main">
            <a:r>
              <a:t>评分首先对十个维度加权，再加飞手风险偏置。随后使用轨迹质量、意图构造置信和来源一致性计算融合量，按门槛扣分，然后截断并取整。适用硬规则可以抬高最低分，确定空间不相关时再按当前规则限制等级，空间未知不套用同样的封顶。最后使用默认36和66的门槛分档。贯穿案例的复算数值和记录放在右侧，便于从结果反查贡献。权重是当前实现值，不能说已经通过真实标注学习得到，也不能把融合置信直接视作正确率。 五成员组加权值45.65，偏置与置信修正均为0，取整得到46，下限0，最终为中档；四成员组32.23取整为32，属于低档。</a:t>
            </a:r>
          </a:p>
          <a:p xmlns:a="http://schemas.openxmlformats.org/drawingml/2006/main">
            <a:r>
              <a:t/>
            </a:r>
          </a:p>
          <a:p xmlns:a="http://schemas.openxmlformats.org/drawingml/2006/main">
            <a:r>
              <a:t>转场</a:t>
            </a:r>
          </a:p>
          <a:p xmlns:a="http://schemas.openxmlformats.org/drawingml/2006/main">
            <a:r>
              <a:t/>
            </a:r>
          </a:p>
          <a:p xmlns:a="http://schemas.openxmlformats.org/drawingml/2006/main">
            <a:r>
              <a:t>风险判断之外，系统还根据输入能力信息生成辅助评估。</a:t>
            </a:r>
          </a:p>
          <a:p xmlns:a="http://schemas.openxmlformats.org/drawingml/2006/main">
            <a:r>
              <a:t/>
            </a:r>
          </a:p>
          <a:p xmlns:a="http://schemas.openxmlformats.org/drawingml/2006/main">
            <a:r>
              <a:t>技术备查</a:t>
            </a:r>
          </a:p>
          <a:p xmlns:a="http://schemas.openxmlformats.org/drawingml/2006/main">
            <a:r>
              <a:t/>
            </a:r>
          </a:p>
          <a:p xmlns:a="http://schemas.openxmlformats.org/drawingml/2006/main">
            <a:r>
              <a:t/>
            </a:r>
          </a:p>
          <a:p xmlns:a="http://schemas.openxmlformats.org/drawingml/2006/main">
            <a:r>
              <a:t/>
            </a:r>
          </a:p>
          <a:p xmlns:a="http://schemas.openxmlformats.org/drawingml/2006/main">
            <a:r>
              <a:t>取材</a:t>
            </a:r>
          </a:p>
          <a:p xmlns:a="http://schemas.openxmlformats.org/drawingml/2006/main">
            <a:r>
              <a:t/>
            </a:r>
          </a:p>
          <a:p xmlns:a="http://schemas.openxmlformats.org/drawingml/2006/main">
            <a:r>
              <a:t>project_reference §9.2；F09–F11；case_response.json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现场讲解（预计65秒）</a:t>
            </a:r>
          </a:p>
          <a:p xmlns:a="http://schemas.openxmlformats.org/drawingml/2006/main">
            <a:r>
              <a:t/>
            </a:r>
          </a:p>
          <a:p xmlns:a="http://schemas.openxmlformats.org/drawingml/2006/main">
            <a:r>
              <a:t>当前覆盖评估使用群体成员经纬度均值作为代表点，再检查设备是否启用、状态是否可用以及有效覆盖半径。属于覆盖集合的设备，其输入探测概率按失败乘积的补集组合。这个公式采用独立事件形式，但设备概率和独立性没有经过当前项目的现场校准，因此只能解释为现有计算参数。图中特意保留一个覆盖外成员，说明代表点覆盖不等于全体成员覆盖。补充测试夹具验证了有设备输入时的可计算状态，主案例缺设备时则返回不可用；有设备但没有覆盖与缺少设备输入是不同状态。</a:t>
            </a:r>
          </a:p>
          <a:p xmlns:a="http://schemas.openxmlformats.org/drawingml/2006/main">
            <a:r>
              <a:t/>
            </a:r>
          </a:p>
          <a:p xmlns:a="http://schemas.openxmlformats.org/drawingml/2006/main">
            <a:r>
              <a:t>转场</a:t>
            </a:r>
          </a:p>
          <a:p xmlns:a="http://schemas.openxmlformats.org/drawingml/2006/main">
            <a:r>
              <a:t/>
            </a:r>
          </a:p>
          <a:p xmlns:a="http://schemas.openxmlformats.org/drawingml/2006/main">
            <a:r>
              <a:t>资源辅助评估还会考虑请求内可用数量及响应条件。</a:t>
            </a:r>
          </a:p>
          <a:p xmlns:a="http://schemas.openxmlformats.org/drawingml/2006/main">
            <a:r>
              <a:t/>
            </a:r>
          </a:p>
          <a:p xmlns:a="http://schemas.openxmlformats.org/drawingml/2006/main">
            <a:r>
              <a:t>技术备查</a:t>
            </a:r>
          </a:p>
          <a:p xmlns:a="http://schemas.openxmlformats.org/drawingml/2006/main">
            <a:r>
              <a:t/>
            </a:r>
          </a:p>
          <a:p xmlns:a="http://schemas.openxmlformats.org/drawingml/2006/main">
            <a:r>
              <a:t/>
            </a:r>
          </a:p>
          <a:p xmlns:a="http://schemas.openxmlformats.org/drawingml/2006/main">
            <a:r>
              <a:t/>
            </a:r>
          </a:p>
          <a:p xmlns:a="http://schemas.openxmlformats.org/drawingml/2006/main">
            <a:r>
              <a:t>取材</a:t>
            </a:r>
          </a:p>
          <a:p xmlns:a="http://schemas.openxmlformats.org/drawingml/2006/main">
            <a:r>
              <a:t/>
            </a:r>
          </a:p>
          <a:p xmlns:a="http://schemas.openxmlformats.org/drawingml/2006/main">
            <a:r>
              <a:t>project_reference §10.2、§16.13；F13；补充案例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现场讲解（预计65秒）</a:t>
            </a:r>
          </a:p>
          <a:p xmlns:a="http://schemas.openxmlformats.org/drawingml/2006/main">
            <a:r>
              <a:t/>
            </a:r>
          </a:p>
          <a:p xmlns:a="http://schemas.openxmlformats.org/drawingml/2006/main">
            <a:r>
              <a:t>本页解释当前已有资源字段如何产生。算法读取本次请求的资源记录，检查启用状态、范围以及有有效ETA时的响应条件，按现有顺序形成可用候选，再根据群体顺序和成员需求计算数量，并记录本次请求内的剩余量。输出包括分配数、余量、响应时间、状态和缺口。ETA缺失时，响应时限筛选不生效，这一点需要显式说明。独立测试夹具验证了完整输入与缺失输入的两个分支，不能把它拼成13目标主案例的一部分。successRate沿用既有公式字段，不能写成实测装备效能。 此次重放的完整输入夹具得到allocatedCount为1、remainingCount为2，缺失输入夹具则返回unavailable和空值。这些是计算分支验证，不是装备效能实验。</a:t>
            </a:r>
          </a:p>
          <a:p xmlns:a="http://schemas.openxmlformats.org/drawingml/2006/main">
            <a:r>
              <a:t/>
            </a:r>
          </a:p>
          <a:p xmlns:a="http://schemas.openxmlformats.org/drawingml/2006/main">
            <a:r>
              <a:t>转场</a:t>
            </a:r>
          </a:p>
          <a:p xmlns:a="http://schemas.openxmlformats.org/drawingml/2006/main">
            <a:r>
              <a:t/>
            </a:r>
          </a:p>
          <a:p xmlns:a="http://schemas.openxmlformats.org/drawingml/2006/main">
            <a:r>
              <a:t>到这里，各模块的中间结果可以汇总为同一份响应。</a:t>
            </a:r>
          </a:p>
          <a:p xmlns:a="http://schemas.openxmlformats.org/drawingml/2006/main">
            <a:r>
              <a:t/>
            </a:r>
          </a:p>
          <a:p xmlns:a="http://schemas.openxmlformats.org/drawingml/2006/main">
            <a:r>
              <a:t>技术备查</a:t>
            </a:r>
          </a:p>
          <a:p xmlns:a="http://schemas.openxmlformats.org/drawingml/2006/main">
            <a:r>
              <a:t/>
            </a:r>
          </a:p>
          <a:p xmlns:a="http://schemas.openxmlformats.org/drawingml/2006/main">
            <a:r>
              <a:t/>
            </a:r>
          </a:p>
          <a:p xmlns:a="http://schemas.openxmlformats.org/drawingml/2006/main">
            <a:r>
              <a:t/>
            </a:r>
          </a:p>
          <a:p xmlns:a="http://schemas.openxmlformats.org/drawingml/2006/main">
            <a:r>
              <a:t>取材</a:t>
            </a:r>
          </a:p>
          <a:p xmlns:a="http://schemas.openxmlformats.org/drawingml/2006/main">
            <a:r>
              <a:t/>
            </a:r>
          </a:p>
          <a:p xmlns:a="http://schemas.openxmlformats.org/drawingml/2006/main">
            <a:r>
              <a:t>project_reference §10.3、§16.14；defense_analysis.py；补充夹具</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现场讲解（预计60秒）</a:t>
            </a:r>
          </a:p>
          <a:p xmlns:a="http://schemas.openxmlformats.org/drawingml/2006/main">
            <a:r>
              <a:t/>
            </a:r>
          </a:p>
          <a:p xmlns:a="http://schemas.openxmlformats.org/drawingml/2006/main">
            <a:r>
              <a:t>响应汇总不是只返回一个风险标签。单机空间结果保存每个有效目标的区域关系，单机意图结果覆盖输入目标的匹配、未匹配或不可用等状态，集群结果保存成员、队形、意图和评分。辅助评估附带输入是否完整及各项可用性，事件、证据、规则版本和诊断解释结论从哪里来。网关在收尾补充公共身份和地图来源。豁免与跳过目标不能从统计中无声消失，候选列表是否展开可以由选项控制，但状态与必要诊断仍需可追溯。</a:t>
            </a:r>
          </a:p>
          <a:p xmlns:a="http://schemas.openxmlformats.org/drawingml/2006/main">
            <a:r>
              <a:t/>
            </a:r>
          </a:p>
          <a:p xmlns:a="http://schemas.openxmlformats.org/drawingml/2006/main">
            <a:r>
              <a:t>转场</a:t>
            </a:r>
          </a:p>
          <a:p xmlns:a="http://schemas.openxmlformats.org/drawingml/2006/main">
            <a:r>
              <a:t/>
            </a:r>
          </a:p>
          <a:p xmlns:a="http://schemas.openxmlformats.org/drawingml/2006/main">
            <a:r>
              <a:t>下面回到同一次实际请求，把这些输出与前面的步骤一一对应。</a:t>
            </a:r>
          </a:p>
          <a:p xmlns:a="http://schemas.openxmlformats.org/drawingml/2006/main">
            <a:r>
              <a:t/>
            </a:r>
          </a:p>
          <a:p xmlns:a="http://schemas.openxmlformats.org/drawingml/2006/main">
            <a:r>
              <a:t>技术备查</a:t>
            </a:r>
          </a:p>
          <a:p xmlns:a="http://schemas.openxmlformats.org/drawingml/2006/main">
            <a:r>
              <a:t/>
            </a:r>
          </a:p>
          <a:p xmlns:a="http://schemas.openxmlformats.org/drawingml/2006/main">
            <a:r>
              <a:t/>
            </a:r>
          </a:p>
          <a:p xmlns:a="http://schemas.openxmlformats.org/drawingml/2006/main">
            <a:r>
              <a:t/>
            </a:r>
          </a:p>
          <a:p xmlns:a="http://schemas.openxmlformats.org/drawingml/2006/main">
            <a:r>
              <a:t>取材</a:t>
            </a:r>
          </a:p>
          <a:p xmlns:a="http://schemas.openxmlformats.org/drawingml/2006/main">
            <a:r>
              <a:t/>
            </a:r>
          </a:p>
          <a:p xmlns:a="http://schemas.openxmlformats.org/drawingml/2006/main">
            <a:r>
              <a:t>project_reference §11.1；v32_gateway.py:decorate_v32_response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现场讲解（预计65秒）</a:t>
            </a:r>
          </a:p>
          <a:p xmlns:a="http://schemas.openxmlformats.org/drawingml/2006/main">
            <a:r>
              <a:t/>
            </a:r>
          </a:p>
          <a:p xmlns:a="http://schemas.openxmlformats.org/drawingml/2006/main">
            <a:r>
              <a:t>沿这张图回放已有13目标请求。身份和空间处理后，4个目标命中豁免，9个目标继续参与分析，得到5成员和4成员两个集群。队形、成员特征、意图及评分都来自同次请求的保存记录，可以逐项回查。图中同时标出案例没有提供的输入：飞行计划、探测设备和资源，因此辅助评估保留相应不可用状态。前面展示的计划与资源有效分支来自单独的测试夹具，不能拼接进这次响应。这个案例证明计算链和解释链能够对应，但不能由一个案例推导整体识别准确率。 五成员组为V形、I-13、46分中档；四成员组为V形、I-29、32分低档；两组设施ETA均为空值。</a:t>
            </a:r>
          </a:p>
          <a:p xmlns:a="http://schemas.openxmlformats.org/drawingml/2006/main">
            <a:r>
              <a:t/>
            </a:r>
          </a:p>
          <a:p xmlns:a="http://schemas.openxmlformats.org/drawingml/2006/main">
            <a:r>
              <a:t>转场</a:t>
            </a:r>
          </a:p>
          <a:p xmlns:a="http://schemas.openxmlformats.org/drawingml/2006/main">
            <a:r>
              <a:t/>
            </a:r>
          </a:p>
          <a:p xmlns:a="http://schemas.openxmlformats.org/drawingml/2006/main">
            <a:r>
              <a:t>局部优化已经随算法讲完，最后用统一条件评价完整请求耗时。</a:t>
            </a:r>
          </a:p>
          <a:p xmlns:a="http://schemas.openxmlformats.org/drawingml/2006/main">
            <a:r>
              <a:t/>
            </a:r>
          </a:p>
          <a:p xmlns:a="http://schemas.openxmlformats.org/drawingml/2006/main">
            <a:r>
              <a:t>技术备查</a:t>
            </a:r>
          </a:p>
          <a:p xmlns:a="http://schemas.openxmlformats.org/drawingml/2006/main">
            <a:r>
              <a:t/>
            </a:r>
          </a:p>
          <a:p xmlns:a="http://schemas.openxmlformats.org/drawingml/2006/main">
            <a:r>
              <a:t/>
            </a:r>
          </a:p>
          <a:p xmlns:a="http://schemas.openxmlformats.org/drawingml/2006/main">
            <a:r>
              <a:t/>
            </a:r>
          </a:p>
          <a:p xmlns:a="http://schemas.openxmlformats.org/drawingml/2006/main">
            <a:r>
              <a:t>取材</a:t>
            </a:r>
          </a:p>
          <a:p xmlns:a="http://schemas.openxmlformats.org/drawingml/2006/main">
            <a:r>
              <a:t/>
            </a:r>
          </a:p>
          <a:p xmlns:a="http://schemas.openxmlformats.org/drawingml/2006/main">
            <a:r>
              <a:t>链路重构工作区/案例证据：request / trace /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现场讲解（预计70秒）</a:t>
            </a:r>
          </a:p>
          <a:p xmlns:a="http://schemas.openxmlformats.org/drawingml/2006/main">
            <a:r>
              <a:t/>
            </a:r>
          </a:p>
          <a:p xmlns:a="http://schemas.openxmlformats.org/drawingml/2006/main">
            <a:r>
              <a:t>这张图只报告整条路由性能，不再重复各个优化。实验使用同一CPU环境、16个PyTorch线程，正式Flask进程内路由，串行热态并使用不同请求编号。目标规模为10、50、100、200，每目标输入30、120、240点，配两种布局和三个种子，24组共576次计时请求，全部业务成功且没有跳过或豁免。图中选取120点输入的中位数和P95，200目标分散布局P95约1181.71毫秒。它不包含网络和并发排队，也不代表独立进程冷启动；240点一秒采样输入经120秒窗口实际只保留121个历史点。</a:t>
            </a:r>
          </a:p>
          <a:p xmlns:a="http://schemas.openxmlformats.org/drawingml/2006/main">
            <a:r>
              <a:t/>
            </a:r>
          </a:p>
          <a:p xmlns:a="http://schemas.openxmlformats.org/drawingml/2006/main">
            <a:r>
              <a:t>转场</a:t>
            </a:r>
          </a:p>
          <a:p xmlns:a="http://schemas.openxmlformats.org/drawingml/2006/main">
            <a:r>
              <a:t/>
            </a:r>
          </a:p>
          <a:p xmlns:a="http://schemas.openxmlformats.org/drawingml/2006/main">
            <a:r>
              <a:t>最后区分这些证据分别支持什么结论，还有哪些验证没有完成。</a:t>
            </a:r>
          </a:p>
          <a:p xmlns:a="http://schemas.openxmlformats.org/drawingml/2006/main">
            <a:r>
              <a:t/>
            </a:r>
          </a:p>
          <a:p xmlns:a="http://schemas.openxmlformats.org/drawingml/2006/main">
            <a:r>
              <a:t>技术备查</a:t>
            </a:r>
          </a:p>
          <a:p xmlns:a="http://schemas.openxmlformats.org/drawingml/2006/main">
            <a:r>
              <a:t/>
            </a:r>
          </a:p>
          <a:p xmlns:a="http://schemas.openxmlformats.org/drawingml/2006/main">
            <a:r>
              <a:t/>
            </a:r>
          </a:p>
          <a:p xmlns:a="http://schemas.openxmlformats.org/drawingml/2006/main">
            <a:r>
              <a:t/>
            </a:r>
          </a:p>
          <a:p xmlns:a="http://schemas.openxmlformats.org/drawingml/2006/main">
            <a:r>
              <a:t>取材</a:t>
            </a:r>
          </a:p>
          <a:p xmlns:a="http://schemas.openxmlformats.org/drawingml/2006/main">
            <a:r>
              <a:t/>
            </a:r>
          </a:p>
          <a:p xmlns:a="http://schemas.openxmlformats.org/drawingml/2006/main">
            <a:r>
              <a:t>results.json:api；仿真性能测试报告 §统一条件</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现场讲解（预计60秒）</a:t>
            </a:r>
          </a:p>
          <a:p xmlns:a="http://schemas.openxmlformats.org/drawingml/2006/main">
            <a:r>
              <a:t/>
            </a:r>
          </a:p>
          <a:p xmlns:a="http://schemas.openxmlformats.org/drawingml/2006/main">
            <a:r>
              <a:t>当前证据分四层。功能回归检查身份、分组、空间和缺失输入的分支是否按定义执行；数值核验检查跨度误差、点序一致性和缓存输出；仿真性能检查固定环境下计算耗时；独立效果验证则需要新的标注数据和评估协议。前三层已有可追溯记录，第四层仍有缺口。之前12项定向回归与历史103项有重叠，本轮补充夹具也不作为新增独立样本累加。PointNet单样本一致性不等于分类准确率，规则通过测试不等于真实业务意图识别可靠性。后续应围绕这些差距安排验证。</a:t>
            </a:r>
          </a:p>
          <a:p xmlns:a="http://schemas.openxmlformats.org/drawingml/2006/main">
            <a:r>
              <a:t/>
            </a:r>
          </a:p>
          <a:p xmlns:a="http://schemas.openxmlformats.org/drawingml/2006/main">
            <a:r>
              <a:t>转场</a:t>
            </a:r>
          </a:p>
          <a:p xmlns:a="http://schemas.openxmlformats.org/drawingml/2006/main">
            <a:r>
              <a:t/>
            </a:r>
          </a:p>
          <a:p xmlns:a="http://schemas.openxmlformats.org/drawingml/2006/main">
            <a:r>
              <a:t>因此本阶段贡献与下一阶段工作可以沿整条流程归纳。</a:t>
            </a:r>
          </a:p>
          <a:p xmlns:a="http://schemas.openxmlformats.org/drawingml/2006/main">
            <a:r>
              <a:t/>
            </a:r>
          </a:p>
          <a:p xmlns:a="http://schemas.openxmlformats.org/drawingml/2006/main">
            <a:r>
              <a:t>技术备查</a:t>
            </a:r>
          </a:p>
          <a:p xmlns:a="http://schemas.openxmlformats.org/drawingml/2006/main">
            <a:r>
              <a:t/>
            </a:r>
          </a:p>
          <a:p xmlns:a="http://schemas.openxmlformats.org/drawingml/2006/main">
            <a:r>
              <a:t/>
            </a:r>
          </a:p>
          <a:p xmlns:a="http://schemas.openxmlformats.org/drawingml/2006/main">
            <a:r>
              <a:t/>
            </a:r>
          </a:p>
          <a:p xmlns:a="http://schemas.openxmlformats.org/drawingml/2006/main">
            <a:r>
              <a:t>取材</a:t>
            </a:r>
          </a:p>
          <a:p xmlns:a="http://schemas.openxmlformats.org/drawingml/2006/main">
            <a:r>
              <a:t/>
            </a:r>
          </a:p>
          <a:p xmlns:a="http://schemas.openxmlformats.org/drawingml/2006/main">
            <a:r>
              <a:t>project_reference §12、§16.15；历史及本轮回归记录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现场讲解（预计50秒）</a:t>
            </a:r>
          </a:p>
          <a:p xmlns:a="http://schemas.openxmlformats.org/drawingml/2006/main">
            <a:r>
              <a:t/>
            </a:r>
          </a:p>
          <a:p xmlns:a="http://schemas.openxmlformats.org/drawingml/2006/main">
            <a:r>
              <a:t>回到最初的问题，在当前可以获得的数据条件下，项目已经把输入组织、轨迹和空间事实、聚类与队形、规则判读、评分及辅助状态连接成一条可运行且可解释的链路。工程贡献还包括逐目标豁免、多设施证据一致性，以及有测量依据的计算优化。当前最明确的成果是实现与验证记录可以对应，不能把这些成果扩展成尚未完成的真实场景效果承诺。下一步应优先建设独立标注评估，核验队形与意图效果、时间估计误差和概率参数，同时在实际部署环境检查并发、冷启动及长期尾延迟。</a:t>
            </a:r>
          </a:p>
          <a:p xmlns:a="http://schemas.openxmlformats.org/drawingml/2006/main">
            <a:r>
              <a:t/>
            </a:r>
          </a:p>
          <a:p xmlns:a="http://schemas.openxmlformats.org/drawingml/2006/main">
            <a:r>
              <a:t>转场</a:t>
            </a:r>
          </a:p>
          <a:p xmlns:a="http://schemas.openxmlformats.org/drawingml/2006/main">
            <a:r>
              <a:t/>
            </a:r>
          </a:p>
          <a:p xmlns:a="http://schemas.openxmlformats.org/drawingml/2006/main">
            <a:r>
              <a:t>正文结束，附录按具体问题展开参数、规则和实验细节。</a:t>
            </a:r>
          </a:p>
          <a:p xmlns:a="http://schemas.openxmlformats.org/drawingml/2006/main">
            <a:r>
              <a:t/>
            </a:r>
          </a:p>
          <a:p xmlns:a="http://schemas.openxmlformats.org/drawingml/2006/main">
            <a:r>
              <a:t>技术备查</a:t>
            </a:r>
          </a:p>
          <a:p xmlns:a="http://schemas.openxmlformats.org/drawingml/2006/main">
            <a:r>
              <a:t/>
            </a:r>
          </a:p>
          <a:p xmlns:a="http://schemas.openxmlformats.org/drawingml/2006/main">
            <a:r>
              <a:t/>
            </a:r>
          </a:p>
          <a:p xmlns:a="http://schemas.openxmlformats.org/drawingml/2006/main">
            <a:r>
              <a:t/>
            </a:r>
          </a:p>
          <a:p xmlns:a="http://schemas.openxmlformats.org/drawingml/2006/main">
            <a:r>
              <a:t>取材</a:t>
            </a:r>
          </a:p>
          <a:p xmlns:a="http://schemas.openxmlformats.org/drawingml/2006/main">
            <a:r>
              <a:t/>
            </a:r>
          </a:p>
          <a:p xmlns:a="http://schemas.openxmlformats.org/drawingml/2006/main">
            <a:r>
              <a:t>project_reference §13；本文对应代码与证据索引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现场讲解（预计0秒）</a:t>
            </a:r>
          </a:p>
          <a:p xmlns:a="http://schemas.openxmlformats.org/drawingml/2006/main">
            <a:r>
              <a:t/>
            </a:r>
          </a:p>
          <a:p xmlns:a="http://schemas.openxmlformats.org/drawingml/2006/main">
            <a:r>
              <a:t>这页保留异常和冲突语义。计划匹配包括时间、身份、当前位置路线和高度；长窗匹配比例另作合规证据。优先级选择原因不抹去其余命中记录。完整度和有效性分开，以免过期记录被误认为没有来源。</a:t>
            </a:r>
          </a:p>
          <a:p xmlns:a="http://schemas.openxmlformats.org/drawingml/2006/main">
            <a:r>
              <a:t/>
            </a:r>
          </a:p>
          <a:p xmlns:a="http://schemas.openxmlformats.org/drawingml/2006/main">
            <a:r>
              <a:t>转场</a:t>
            </a:r>
          </a:p>
          <a:p xmlns:a="http://schemas.openxmlformats.org/drawingml/2006/main">
            <a:r>
              <a:t/>
            </a:r>
          </a:p>
          <a:p xmlns:a="http://schemas.openxmlformats.org/drawingml/2006/main">
            <a:r>
              <a:t>按评审问题选用，不计入正文时长。</a:t>
            </a:r>
          </a:p>
          <a:p xmlns:a="http://schemas.openxmlformats.org/drawingml/2006/main">
            <a:r>
              <a:t/>
            </a:r>
          </a:p>
          <a:p xmlns:a="http://schemas.openxmlformats.org/drawingml/2006/main">
            <a:r>
              <a:t>技术备查</a:t>
            </a:r>
          </a:p>
          <a:p xmlns:a="http://schemas.openxmlformats.org/drawingml/2006/main">
            <a:r>
              <a:t/>
            </a:r>
          </a:p>
          <a:p xmlns:a="http://schemas.openxmlformats.org/drawingml/2006/main">
            <a:r>
              <a:t>完整参数与来源沿用已核验附录；页码更新为39页流程学术版。</a:t>
            </a:r>
          </a:p>
          <a:p xmlns:a="http://schemas.openxmlformats.org/drawingml/2006/main">
            <a:r>
              <a:t/>
            </a:r>
          </a:p>
          <a:p xmlns:a="http://schemas.openxmlformats.org/drawingml/2006/main">
            <a:r>
              <a:t>取材</a:t>
            </a:r>
          </a:p>
          <a:p xmlns:a="http://schemas.openxmlformats.org/drawingml/2006/main">
            <a:r>
              <a:t/>
            </a:r>
          </a:p>
          <a:p xmlns:a="http://schemas.openxmlformats.org/drawingml/2006/main">
            <a:r>
              <a:t>v32_gateway.py；engine.py _target_exemption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现场讲解（预计0秒）</a:t>
            </a:r>
          </a:p>
          <a:p xmlns:a="http://schemas.openxmlformats.org/drawingml/2006/main">
            <a:r>
              <a:t/>
            </a:r>
          </a:p>
          <a:p xmlns:a="http://schemas.openxmlformats.org/drawingml/2006/main">
            <a:r>
              <a:t>距离矩阵先完整构造，所以不能将正常路径描述成KD-tree的复杂度。min_samples为1时邻域连通可解释结果，但不保证任意两簇内成员都两两接近。伪代码与本地实现一致，不额外添加跨请求标签平滑。</a:t>
            </a:r>
          </a:p>
          <a:p xmlns:a="http://schemas.openxmlformats.org/drawingml/2006/main">
            <a:r>
              <a:t/>
            </a:r>
          </a:p>
          <a:p xmlns:a="http://schemas.openxmlformats.org/drawingml/2006/main">
            <a:r>
              <a:t>转场</a:t>
            </a:r>
          </a:p>
          <a:p xmlns:a="http://schemas.openxmlformats.org/drawingml/2006/main">
            <a:r>
              <a:t/>
            </a:r>
          </a:p>
          <a:p xmlns:a="http://schemas.openxmlformats.org/drawingml/2006/main">
            <a:r>
              <a:t>按评审问题选用，不计入正文时长。</a:t>
            </a:r>
          </a:p>
          <a:p xmlns:a="http://schemas.openxmlformats.org/drawingml/2006/main">
            <a:r>
              <a:t/>
            </a:r>
          </a:p>
          <a:p xmlns:a="http://schemas.openxmlformats.org/drawingml/2006/main">
            <a:r>
              <a:t>技术备查</a:t>
            </a:r>
          </a:p>
          <a:p xmlns:a="http://schemas.openxmlformats.org/drawingml/2006/main">
            <a:r>
              <a:t/>
            </a:r>
          </a:p>
          <a:p xmlns:a="http://schemas.openxmlformats.org/drawingml/2006/main">
            <a:r>
              <a:t>完整参数与来源沿用已核验附录；页码更新为39页流程学术版。</a:t>
            </a:r>
          </a:p>
          <a:p xmlns:a="http://schemas.openxmlformats.org/drawingml/2006/main">
            <a:r>
              <a:t/>
            </a:r>
          </a:p>
          <a:p xmlns:a="http://schemas.openxmlformats.org/drawingml/2006/main">
            <a:r>
              <a:t>取材</a:t>
            </a:r>
          </a:p>
          <a:p xmlns:a="http://schemas.openxmlformats.org/drawingml/2006/main">
            <a:r>
              <a:t/>
            </a:r>
          </a:p>
          <a:p xmlns:a="http://schemas.openxmlformats.org/drawingml/2006/main">
            <a:r>
              <a:t>SplitClusters；当前参数；正常DBSCAN与回退分组分别计量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现场讲解（预计0秒）</a:t>
            </a:r>
          </a:p>
          <a:p xmlns:a="http://schemas.openxmlformats.org/drawingml/2006/main">
            <a:r>
              <a:t/>
            </a:r>
          </a:p>
          <a:p xmlns:a="http://schemas.openxmlformats.org/drawingml/2006/main">
            <a:r>
              <a:t>附录保留网络结构参数和训练方法的完整依据。三层卷积参数分别为384、16,512、16,512，三层BN共768，两个全连接分别为16,512和645，总计51,333。训练代码使用独立训练与评估文件、变长补齐与掩码、交叉熵损失、Adam以及基于验证损失的学习率调度，并支持分类报告和混淆矩阵。当前可确认的是权重与架构、固定案例预测及逆序输入的数值差异。本轮没有重训，也没有足以证明当前权重90.5%准确率的成套独立记录。</a:t>
            </a:r>
          </a:p>
          <a:p xmlns:a="http://schemas.openxmlformats.org/drawingml/2006/main">
            <a:r>
              <a:t/>
            </a:r>
          </a:p>
          <a:p xmlns:a="http://schemas.openxmlformats.org/drawingml/2006/main">
            <a:r>
              <a:t>转场</a:t>
            </a:r>
          </a:p>
          <a:p xmlns:a="http://schemas.openxmlformats.org/drawingml/2006/main">
            <a:r>
              <a:t/>
            </a:r>
          </a:p>
          <a:p xmlns:a="http://schemas.openxmlformats.org/drawingml/2006/main">
            <a:r>
              <a:t>按评审问题选用，不计入正文时长。</a:t>
            </a:r>
          </a:p>
          <a:p xmlns:a="http://schemas.openxmlformats.org/drawingml/2006/main">
            <a:r>
              <a:t/>
            </a:r>
          </a:p>
          <a:p xmlns:a="http://schemas.openxmlformats.org/drawingml/2006/main">
            <a:r>
              <a:t>技术备查</a:t>
            </a:r>
          </a:p>
          <a:p xmlns:a="http://schemas.openxmlformats.org/drawingml/2006/main">
            <a:r>
              <a:t/>
            </a:r>
          </a:p>
          <a:p xmlns:a="http://schemas.openxmlformats.org/drawingml/2006/main">
            <a:r>
              <a:t>完整参数与来源沿用已核验附录；页码更新为39页流程学术版。</a:t>
            </a:r>
          </a:p>
          <a:p xmlns:a="http://schemas.openxmlformats.org/drawingml/2006/main">
            <a:r>
              <a:t/>
            </a:r>
          </a:p>
          <a:p xmlns:a="http://schemas.openxmlformats.org/drawingml/2006/main">
            <a:r>
              <a:t>取材</a:t>
            </a:r>
          </a:p>
          <a:p xmlns:a="http://schemas.openxmlformats.org/drawingml/2006/main">
            <a:r>
              <a:t/>
            </a:r>
          </a:p>
          <a:p xmlns:a="http://schemas.openxmlformats.org/drawingml/2006/main">
            <a:r>
              <a:t>project_reference §16.7–16.8；Word §23.7–23.8；Origin训练实现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现场讲解（预计0秒）</a:t>
            </a:r>
          </a:p>
          <a:p xmlns:a="http://schemas.openxmlformats.org/drawingml/2006/main">
            <a:r>
              <a:t/>
            </a:r>
          </a:p>
          <a:p xmlns:a="http://schemas.openxmlformats.org/drawingml/2006/main">
            <a:r>
              <a:t>区域已命中、外部关联范围、高度未知与设施绑定是不同判断。当前实现保留scope和uncertainty标志。irrelevant表示已知超出本地关联，unavailable表示无法确定，不能把两者都当成安全或低风险。</a:t>
            </a:r>
          </a:p>
          <a:p xmlns:a="http://schemas.openxmlformats.org/drawingml/2006/main">
            <a:r>
              <a:t/>
            </a:r>
          </a:p>
          <a:p xmlns:a="http://schemas.openxmlformats.org/drawingml/2006/main">
            <a:r>
              <a:t>转场</a:t>
            </a:r>
          </a:p>
          <a:p xmlns:a="http://schemas.openxmlformats.org/drawingml/2006/main">
            <a:r>
              <a:t/>
            </a:r>
          </a:p>
          <a:p xmlns:a="http://schemas.openxmlformats.org/drawingml/2006/main">
            <a:r>
              <a:t>按评审问题选用，不计入正文时长。</a:t>
            </a:r>
          </a:p>
          <a:p xmlns:a="http://schemas.openxmlformats.org/drawingml/2006/main">
            <a:r>
              <a:t/>
            </a:r>
          </a:p>
          <a:p xmlns:a="http://schemas.openxmlformats.org/drawingml/2006/main">
            <a:r>
              <a:t>技术备查</a:t>
            </a:r>
          </a:p>
          <a:p xmlns:a="http://schemas.openxmlformats.org/drawingml/2006/main">
            <a:r>
              <a:t/>
            </a:r>
          </a:p>
          <a:p xmlns:a="http://schemas.openxmlformats.org/drawingml/2006/main">
            <a:r>
              <a:t>完整参数与来源沿用已核验附录；页码更新为39页流程学术版。</a:t>
            </a:r>
          </a:p>
          <a:p xmlns:a="http://schemas.openxmlformats.org/drawingml/2006/main">
            <a:r>
              <a:t/>
            </a:r>
          </a:p>
          <a:p xmlns:a="http://schemas.openxmlformats.org/drawingml/2006/main">
            <a:r>
              <a:t>取材</a:t>
            </a:r>
          </a:p>
          <a:p xmlns:a="http://schemas.openxmlformats.org/drawingml/2006/main">
            <a:r>
              <a:t/>
            </a:r>
          </a:p>
          <a:p xmlns:a="http://schemas.openxmlformats.org/drawingml/2006/main">
            <a:r>
              <a:t>airspace_analysis.py；engine.py空间作用域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现场讲解（预计0秒）</a:t>
            </a:r>
          </a:p>
          <a:p xmlns:a="http://schemas.openxmlformats.org/drawingml/2006/main">
            <a:r>
              <a:t/>
            </a:r>
          </a:p>
          <a:p xmlns:a="http://schemas.openxmlformats.org/drawingml/2006/main">
            <a:r>
              <a:t>业务目录保留30个代码，当前启用19项，I-28禁用。原定义和当前行为并列保留，避免修改文档后失去需求追溯。规则标签表示现行观测判据，不直接断言真实动机；空业务代码仍可能有法定禁飞区特殊结论。</a:t>
            </a:r>
          </a:p>
          <a:p xmlns:a="http://schemas.openxmlformats.org/drawingml/2006/main">
            <a:r>
              <a:t/>
            </a:r>
          </a:p>
          <a:p xmlns:a="http://schemas.openxmlformats.org/drawingml/2006/main">
            <a:r>
              <a:t>转场</a:t>
            </a:r>
          </a:p>
          <a:p xmlns:a="http://schemas.openxmlformats.org/drawingml/2006/main">
            <a:r>
              <a:t/>
            </a:r>
          </a:p>
          <a:p xmlns:a="http://schemas.openxmlformats.org/drawingml/2006/main">
            <a:r>
              <a:t>按评审问题选用，不计入正文时长。</a:t>
            </a:r>
          </a:p>
          <a:p xmlns:a="http://schemas.openxmlformats.org/drawingml/2006/main">
            <a:r>
              <a:t/>
            </a:r>
          </a:p>
          <a:p xmlns:a="http://schemas.openxmlformats.org/drawingml/2006/main">
            <a:r>
              <a:t>技术备查</a:t>
            </a:r>
          </a:p>
          <a:p xmlns:a="http://schemas.openxmlformats.org/drawingml/2006/main">
            <a:r>
              <a:t/>
            </a:r>
          </a:p>
          <a:p xmlns:a="http://schemas.openxmlformats.org/drawingml/2006/main">
            <a:r>
              <a:t>完整参数与来源沿用已核验附录；页码更新为39页流程学术版。</a:t>
            </a:r>
          </a:p>
          <a:p xmlns:a="http://schemas.openxmlformats.org/drawingml/2006/main">
            <a:r>
              <a:t/>
            </a:r>
          </a:p>
          <a:p xmlns:a="http://schemas.openxmlformats.org/drawingml/2006/main">
            <a:r>
              <a:t>取材</a:t>
            </a:r>
          </a:p>
          <a:p xmlns:a="http://schemas.openxmlformats.org/drawingml/2006/main">
            <a:r>
              <a:t/>
            </a:r>
          </a:p>
          <a:p xmlns:a="http://schemas.openxmlformats.org/drawingml/2006/main">
            <a:r>
              <a:t>参考 §8.2、§14.3；原需求与当前行为分列</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现场讲解（预计0秒）</a:t>
            </a:r>
          </a:p>
          <a:p xmlns:a="http://schemas.openxmlformats.org/drawingml/2006/main">
            <a:r>
              <a:t/>
            </a:r>
          </a:p>
          <a:p xmlns:a="http://schemas.openxmlformats.org/drawingml/2006/main">
            <a:r>
              <a:t>这页保留精确计算顺序供答疑：加权和飞手偏置、置信调整、截断取整、硬规则、空间限制。等级阈值是当前配置。ETA的三条计算路径在正文23页单独展示，避免与评分公式混为同一量。</a:t>
            </a:r>
          </a:p>
          <a:p xmlns:a="http://schemas.openxmlformats.org/drawingml/2006/main">
            <a:r>
              <a:t/>
            </a:r>
          </a:p>
          <a:p xmlns:a="http://schemas.openxmlformats.org/drawingml/2006/main">
            <a:r>
              <a:t>转场</a:t>
            </a:r>
          </a:p>
          <a:p xmlns:a="http://schemas.openxmlformats.org/drawingml/2006/main">
            <a:r>
              <a:t/>
            </a:r>
          </a:p>
          <a:p xmlns:a="http://schemas.openxmlformats.org/drawingml/2006/main">
            <a:r>
              <a:t>按评审问题选用，不计入正文时长。</a:t>
            </a:r>
          </a:p>
          <a:p xmlns:a="http://schemas.openxmlformats.org/drawingml/2006/main">
            <a:r>
              <a:t/>
            </a:r>
          </a:p>
          <a:p xmlns:a="http://schemas.openxmlformats.org/drawingml/2006/main">
            <a:r>
              <a:t>技术备查</a:t>
            </a:r>
          </a:p>
          <a:p xmlns:a="http://schemas.openxmlformats.org/drawingml/2006/main">
            <a:r>
              <a:t/>
            </a:r>
          </a:p>
          <a:p xmlns:a="http://schemas.openxmlformats.org/drawingml/2006/main">
            <a:r>
              <a:t>完整参数与来源沿用已核验附录；页码更新为39页流程学术版。</a:t>
            </a:r>
          </a:p>
          <a:p xmlns:a="http://schemas.openxmlformats.org/drawingml/2006/main">
            <a:r>
              <a:t/>
            </a:r>
          </a:p>
          <a:p xmlns:a="http://schemas.openxmlformats.org/drawingml/2006/main">
            <a:r>
              <a:t>取材</a:t>
            </a:r>
          </a:p>
          <a:p xmlns:a="http://schemas.openxmlformats.org/drawingml/2006/main">
            <a:r>
              <a:t/>
            </a:r>
          </a:p>
          <a:p xmlns:a="http://schemas.openxmlformats.org/drawingml/2006/main">
            <a:r>
              <a:t>参考 §9.2–§9.3；F09–F11；原生Office Math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现场讲解（预计0秒）</a:t>
            </a:r>
          </a:p>
          <a:p xmlns:a="http://schemas.openxmlformats.org/drawingml/2006/main">
            <a:r>
              <a:t/>
            </a:r>
          </a:p>
          <a:p xmlns:a="http://schemas.openxmlformats.org/drawingml/2006/main">
            <a:r>
              <a:t>现行资源分配最多取成员需求数量。数量不足时评估值为0；多成员且足量时分配数与成员数比为1，旧公式在当前路径化简为平均输入单元概率。因此不能凭successRate名称称其为全群成功概率。缺资源、无覆盖和能力不足必须按各自状态解释。该模型需要标定；当前仅用于基础辅助提示。</a:t>
            </a:r>
          </a:p>
          <a:p xmlns:a="http://schemas.openxmlformats.org/drawingml/2006/main">
            <a:r>
              <a:t/>
            </a:r>
          </a:p>
          <a:p xmlns:a="http://schemas.openxmlformats.org/drawingml/2006/main">
            <a:r>
              <a:t>转场</a:t>
            </a:r>
          </a:p>
          <a:p xmlns:a="http://schemas.openxmlformats.org/drawingml/2006/main">
            <a:r>
              <a:t/>
            </a:r>
          </a:p>
          <a:p xmlns:a="http://schemas.openxmlformats.org/drawingml/2006/main">
            <a:r>
              <a:t>按评审问题选用，不计入正文时长。</a:t>
            </a:r>
          </a:p>
          <a:p xmlns:a="http://schemas.openxmlformats.org/drawingml/2006/main">
            <a:r>
              <a:t/>
            </a:r>
          </a:p>
          <a:p xmlns:a="http://schemas.openxmlformats.org/drawingml/2006/main">
            <a:r>
              <a:t>技术备查</a:t>
            </a:r>
          </a:p>
          <a:p xmlns:a="http://schemas.openxmlformats.org/drawingml/2006/main">
            <a:r>
              <a:t/>
            </a:r>
          </a:p>
          <a:p xmlns:a="http://schemas.openxmlformats.org/drawingml/2006/main">
            <a:r>
              <a:t>完整参数与来源沿用已核验附录；页码更新为39页流程学术版。</a:t>
            </a:r>
          </a:p>
          <a:p xmlns:a="http://schemas.openxmlformats.org/drawingml/2006/main">
            <a:r>
              <a:t/>
            </a:r>
          </a:p>
          <a:p xmlns:a="http://schemas.openxmlformats.org/drawingml/2006/main">
            <a:r>
              <a:t>取材</a:t>
            </a:r>
          </a:p>
          <a:p xmlns:a="http://schemas.openxmlformats.org/drawingml/2006/main">
            <a:r>
              <a:t/>
            </a:r>
          </a:p>
          <a:p xmlns:a="http://schemas.openxmlformats.org/drawingml/2006/main">
            <a:r>
              <a:t>defense_analysis.py；代码代数核对与已有回归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现场讲解（预计0秒）</a:t>
            </a:r>
          </a:p>
          <a:p xmlns:a="http://schemas.openxmlformats.org/drawingml/2006/main">
            <a:r>
              <a:t/>
            </a:r>
          </a:p>
          <a:p xmlns:a="http://schemas.openxmlformats.org/drawingml/2006/main">
            <a:r>
              <a:t>保留全部24种组合，避免只选最佳结果。缓存差异原始记录为False，后续审计定位到debug.generatedAt，排除该动态诊断字段后算法data一致。直接组件测量窗口与正式适配器窗口不同，不能混用。完整原始数据位于results.json和cache_difference_audit.json。</a:t>
            </a:r>
          </a:p>
          <a:p xmlns:a="http://schemas.openxmlformats.org/drawingml/2006/main">
            <a:r>
              <a:t/>
            </a:r>
          </a:p>
          <a:p xmlns:a="http://schemas.openxmlformats.org/drawingml/2006/main">
            <a:r>
              <a:t>转场</a:t>
            </a:r>
          </a:p>
          <a:p xmlns:a="http://schemas.openxmlformats.org/drawingml/2006/main">
            <a:r>
              <a:t/>
            </a:r>
          </a:p>
          <a:p xmlns:a="http://schemas.openxmlformats.org/drawingml/2006/main">
            <a:r>
              <a:t>按评审问题选用，不计入正文时长。</a:t>
            </a:r>
          </a:p>
          <a:p xmlns:a="http://schemas.openxmlformats.org/drawingml/2006/main">
            <a:r>
              <a:t/>
            </a:r>
          </a:p>
          <a:p xmlns:a="http://schemas.openxmlformats.org/drawingml/2006/main">
            <a:r>
              <a:t>技术备查</a:t>
            </a:r>
          </a:p>
          <a:p xmlns:a="http://schemas.openxmlformats.org/drawingml/2006/main">
            <a:r>
              <a:t/>
            </a:r>
          </a:p>
          <a:p xmlns:a="http://schemas.openxmlformats.org/drawingml/2006/main">
            <a:r>
              <a:t>完整参数与来源沿用已核验附录；页码更新为39页流程学术版。</a:t>
            </a:r>
          </a:p>
          <a:p xmlns:a="http://schemas.openxmlformats.org/drawingml/2006/main">
            <a:r>
              <a:t/>
            </a:r>
          </a:p>
          <a:p xmlns:a="http://schemas.openxmlformats.org/drawingml/2006/main">
            <a:r>
              <a:t>取材</a:t>
            </a:r>
          </a:p>
          <a:p xmlns:a="http://schemas.openxmlformats.org/drawingml/2006/main">
            <a:r>
              <a:t/>
            </a:r>
          </a:p>
          <a:p xmlns:a="http://schemas.openxmlformats.org/drawingml/2006/main">
            <a:r>
              <a:t>results.json/api；cache_difference_audit.json；单位ms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现场讲解（预计0秒）</a:t>
            </a:r>
          </a:p>
          <a:p xmlns:a="http://schemas.openxmlformats.org/drawingml/2006/main">
            <a:r>
              <a:t/>
            </a:r>
          </a:p>
          <a:p xmlns:a="http://schemas.openxmlformats.org/drawingml/2006/main">
            <a:r>
              <a:t>下一阶段需要不同于训练数据和现有回归夹具的独立场景真值。聚类看误合并与误拆分，队形看混淆矩阵及F1，意图看精确率召回率与误报，ETA看误差和可用率。性能按冷启动、热态、并发和网络分层测量。拟开展实验不放入已测结果表，不以接口成功率代替算法准确率。</a:t>
            </a:r>
          </a:p>
          <a:p xmlns:a="http://schemas.openxmlformats.org/drawingml/2006/main">
            <a:r>
              <a:t/>
            </a:r>
          </a:p>
          <a:p xmlns:a="http://schemas.openxmlformats.org/drawingml/2006/main">
            <a:r>
              <a:t>转场</a:t>
            </a:r>
          </a:p>
          <a:p xmlns:a="http://schemas.openxmlformats.org/drawingml/2006/main">
            <a:r>
              <a:t/>
            </a:r>
          </a:p>
          <a:p xmlns:a="http://schemas.openxmlformats.org/drawingml/2006/main">
            <a:r>
              <a:t>按评审问题选用，不计入正文时长。</a:t>
            </a:r>
          </a:p>
          <a:p xmlns:a="http://schemas.openxmlformats.org/drawingml/2006/main">
            <a:r>
              <a:t/>
            </a:r>
          </a:p>
          <a:p xmlns:a="http://schemas.openxmlformats.org/drawingml/2006/main">
            <a:r>
              <a:t>技术备查</a:t>
            </a:r>
          </a:p>
          <a:p xmlns:a="http://schemas.openxmlformats.org/drawingml/2006/main">
            <a:r>
              <a:t/>
            </a:r>
          </a:p>
          <a:p xmlns:a="http://schemas.openxmlformats.org/drawingml/2006/main">
            <a:r>
              <a:t>完整参数与来源沿用已核验附录；页码更新为39页流程学术版。</a:t>
            </a:r>
          </a:p>
          <a:p xmlns:a="http://schemas.openxmlformats.org/drawingml/2006/main">
            <a:r>
              <a:t/>
            </a:r>
          </a:p>
          <a:p xmlns:a="http://schemas.openxmlformats.org/drawingml/2006/main">
            <a:r>
              <a:t>取材</a:t>
            </a:r>
          </a:p>
          <a:p xmlns:a="http://schemas.openxmlformats.org/drawingml/2006/main">
            <a:r>
              <a:t/>
            </a:r>
          </a:p>
          <a:p xmlns:a="http://schemas.openxmlformats.org/drawingml/2006/main">
            <a:r>
              <a:t>参考 §12.3–§12.5；不填写未测准确率</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48508be5784489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0680bbdc9324c1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9bb069efc0b466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66485851cfd4ed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79d322250ef4bc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dd5c3c1e73a4ed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870E12D-0D65-40B5-A697-CB2A32DB7A2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E65530A-F1A0-478E-80F1-AD2F51045B8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0930720-4971-4A09-BC7A-11A6D52E2A5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047719C-6015-4727-8806-3667B8E7525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2CD9DB0-8242-4E49-AD5D-C95A6EF00E2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5D1E27D-538D-455E-A820-5092A6B9ABD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55663D2-D422-4C0D-A905-132977A279C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B96DBE8-56D2-41D0-902C-A52729CF5FC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6325F6A-CE1C-4103-A3FE-C21190CC46C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26BA16B-0802-4604-8211-9344A10DB04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2652f5b175043e9" /><Relationship Type="http://schemas.openxmlformats.org/officeDocument/2006/relationships/slideLayout" Target="/ppt/slideLayouts/slideLayout1.xml" Id="Rfbf3422e6961425a" /><Relationship Type="http://schemas.openxmlformats.org/officeDocument/2006/relationships/slideLayout" Target="/ppt/slideLayouts/slideLayout2.xml" Id="R3e8d8e023bad4402" /><Relationship Type="http://schemas.openxmlformats.org/officeDocument/2006/relationships/slideLayout" Target="/ppt/slideLayouts/slideLayout3.xml" Id="R7fcead0285a04c89" /><Relationship Type="http://schemas.openxmlformats.org/officeDocument/2006/relationships/slideLayout" Target="/ppt/slideLayouts/slideLayout4.xml" Id="Ra1a07d4849344af1" /><Relationship Type="http://schemas.openxmlformats.org/officeDocument/2006/relationships/slideLayout" Target="/ppt/slideLayouts/slideLayout5.xml" Id="Rf7a675ac19b64749" /><Relationship Type="http://schemas.openxmlformats.org/officeDocument/2006/relationships/slideLayout" Target="/ppt/slideLayouts/slideLayout6.xml" Id="R2195d254ede7424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bf3422e6961425a"/>
    <p:sldLayoutId xmlns:r="http://schemas.openxmlformats.org/officeDocument/2006/relationships" id="2147483650" r:id="R3e8d8e023bad4402"/>
    <p:sldLayoutId xmlns:r="http://schemas.openxmlformats.org/officeDocument/2006/relationships" id="2147483651" r:id="R7fcead0285a04c89"/>
    <p:sldLayoutId xmlns:r="http://schemas.openxmlformats.org/officeDocument/2006/relationships" id="2147483652" r:id="Ra1a07d4849344af1"/>
    <p:sldLayoutId xmlns:r="http://schemas.openxmlformats.org/officeDocument/2006/relationships" id="2147483653" r:id="Rf7a675ac19b64749"/>
    <p:sldLayoutId xmlns:r="http://schemas.openxmlformats.org/officeDocument/2006/relationships" id="2147483654" r:id="R2195d254ede7424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6.xml" Id="R4d574119cc334b77"/><Relationship Type="http://schemas.openxmlformats.org/officeDocument/2006/relationships/notesSlide" Target="/ppt/notesSlides/notesSlide1.xml" Id="Rb5d7b82e675a4558"/></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2760a7df794f4c05"/><Relationship Type="http://schemas.openxmlformats.org/officeDocument/2006/relationships/notesSlide" Target="/ppt/notesSlides/notesSlide2.xml" Id="R9857d553f2d34219"/></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24995f8ba5bf40cc"/><Relationship Type="http://schemas.openxmlformats.org/officeDocument/2006/relationships/notesSlide" Target="/ppt/notesSlides/notesSlide3.xml" Id="R64a0cb3801664c23"/></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fcd0ee6add3c4982"/><Relationship Type="http://schemas.openxmlformats.org/officeDocument/2006/relationships/notesSlide" Target="/ppt/notesSlides/notesSlide4.xml" Id="R482a351ae9ad4dea"/></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38c750ac327541bb"/><Relationship Type="http://schemas.openxmlformats.org/officeDocument/2006/relationships/notesSlide" Target="/ppt/notesSlides/notesSlide5.xml" Id="Rda3da83e277e44e3"/></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b9611859f9154f53"/><Relationship Type="http://schemas.openxmlformats.org/officeDocument/2006/relationships/notesSlide" Target="/ppt/notesSlides/notesSlide6.xml" Id="Rd4ecf4c4881d4590"/></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9036e9d40ba64b37"/><Relationship Type="http://schemas.openxmlformats.org/officeDocument/2006/relationships/chart" Target="/ppt/slides/charts/chart1.xml" Id="R36a374e04a3a4bb4"/><Relationship Type="http://schemas.openxmlformats.org/officeDocument/2006/relationships/notesSlide" Target="/ppt/notesSlides/notesSlide7.xml" Id="Rfae925e3f39546c5"/></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43f1b190d0004512"/><Relationship Type="http://schemas.openxmlformats.org/officeDocument/2006/relationships/notesSlide" Target="/ppt/notesSlides/notesSlide8.xml" Id="R0d5a3bdbae3c4054"/></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604aeb163e6249bd"/><Relationship Type="http://schemas.openxmlformats.org/officeDocument/2006/relationships/notesSlide" Target="/ppt/notesSlides/notesSlide9.xml" Id="R97ad925dce72425f"/></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00dd04d587994c7d"/><Relationship Type="http://schemas.openxmlformats.org/officeDocument/2006/relationships/notesSlide" Target="/ppt/notesSlides/notesSlide10.xml" Id="R0f5d1acdb1284781"/></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fb1f96b610a04203"/><Relationship Type="http://schemas.openxmlformats.org/officeDocument/2006/relationships/notesSlide" Target="/ppt/notesSlides/notesSlide11.xml" Id="Rda2527db7f914f2f"/></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abda93028d544a08"/><Relationship Type="http://schemas.openxmlformats.org/officeDocument/2006/relationships/notesSlide" Target="/ppt/notesSlides/notesSlide12.xml" Id="R6dc73890d7944e0b"/></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6.xml" Id="Ra61974592235476e"/><Relationship Type="http://schemas.openxmlformats.org/officeDocument/2006/relationships/chart" Target="/ppt/slides/charts/chart2.xml" Id="R820dd414a9e245a9"/><Relationship Type="http://schemas.openxmlformats.org/officeDocument/2006/relationships/notesSlide" Target="/ppt/notesSlides/notesSlide13.xml" Id="Rfc2b3249d43444ef"/></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6.xml" Id="Rd56cd7d439c240e5"/><Relationship Type="http://schemas.openxmlformats.org/officeDocument/2006/relationships/notesSlide" Target="/ppt/notesSlides/notesSlide14.xml" Id="Rd3fc37096d47406c"/></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6.xml" Id="R0976627838514e48"/><Relationship Type="http://schemas.openxmlformats.org/officeDocument/2006/relationships/notesSlide" Target="/ppt/notesSlides/notesSlide15.xml" Id="Rfcef45bf21e94bcd"/></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6.xml" Id="R5e18c174a309493b"/><Relationship Type="http://schemas.openxmlformats.org/officeDocument/2006/relationships/notesSlide" Target="/ppt/notesSlides/notesSlide16.xml" Id="R257d1281539441cb"/></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6.xml" Id="R6be5a2dafa724112"/><Relationship Type="http://schemas.openxmlformats.org/officeDocument/2006/relationships/chart" Target="/ppt/slides/charts/chart3.xml" Id="R46b1603ebe9842d5"/><Relationship Type="http://schemas.openxmlformats.org/officeDocument/2006/relationships/notesSlide" Target="/ppt/notesSlides/notesSlide17.xml" Id="Rffd4a9ce147f433d"/></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6.xml" Id="Rb721d10397d24bd4"/><Relationship Type="http://schemas.openxmlformats.org/officeDocument/2006/relationships/notesSlide" Target="/ppt/notesSlides/notesSlide18.xml" Id="Rc2df82f9621c4f25"/></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6.xml" Id="R88d8a59b580a4de9"/><Relationship Type="http://schemas.openxmlformats.org/officeDocument/2006/relationships/notesSlide" Target="/ppt/notesSlides/notesSlide19.xml" Id="R427dfd2211454cb9"/></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6.xml" Id="R4861560e7e6e473c"/><Relationship Type="http://schemas.openxmlformats.org/officeDocument/2006/relationships/notesSlide" Target="/ppt/notesSlides/notesSlide20.xml" Id="R0b0b60e5825e437d"/></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6.xml" Id="Rfd7d9d3e4bf04596"/><Relationship Type="http://schemas.openxmlformats.org/officeDocument/2006/relationships/notesSlide" Target="/ppt/notesSlides/notesSlide21.xml" Id="R4359a4fa76cf46f6"/></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6.xml" Id="R3bd8ffae88a7490c"/><Relationship Type="http://schemas.openxmlformats.org/officeDocument/2006/relationships/chart" Target="/ppt/slides/charts/chart4.xml" Id="Ra349256adaad4063"/><Relationship Type="http://schemas.openxmlformats.org/officeDocument/2006/relationships/notesSlide" Target="/ppt/notesSlides/notesSlide22.xml" Id="R004f271c04db4019"/></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6.xml" Id="R164cc08eb3674db5"/><Relationship Type="http://schemas.openxmlformats.org/officeDocument/2006/relationships/notesSlide" Target="/ppt/notesSlides/notesSlide23.xml" Id="R64a115dee8824071"/></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6.xml" Id="R6bb60ee845b44737"/><Relationship Type="http://schemas.openxmlformats.org/officeDocument/2006/relationships/notesSlide" Target="/ppt/notesSlides/notesSlide24.xml" Id="Rfdc2593a71f84877"/></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6.xml" Id="R5c6244b69fbf4bc6"/><Relationship Type="http://schemas.openxmlformats.org/officeDocument/2006/relationships/notesSlide" Target="/ppt/notesSlides/notesSlide25.xml" Id="R0c80d6e0fa2f41d0"/></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6.xml" Id="Rbe7049ca0eb54209"/><Relationship Type="http://schemas.openxmlformats.org/officeDocument/2006/relationships/notesSlide" Target="/ppt/notesSlides/notesSlide26.xml" Id="R47e4a817e2c442ce"/></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6.xml" Id="R20cc2ac053944003"/><Relationship Type="http://schemas.openxmlformats.org/officeDocument/2006/relationships/notesSlide" Target="/ppt/notesSlides/notesSlide27.xml" Id="R528c4f3addf4482f"/></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6.xml" Id="R60263c1000384ac2"/><Relationship Type="http://schemas.openxmlformats.org/officeDocument/2006/relationships/chart" Target="/ppt/slides/charts/chart5.xml" Id="Rd5e0eb98e8544d45"/><Relationship Type="http://schemas.openxmlformats.org/officeDocument/2006/relationships/notesSlide" Target="/ppt/notesSlides/notesSlide28.xml" Id="Rbd0177c54da64765"/></Relationships>
</file>

<file path=ppt/slides/_rels/slide29.xml.rels><?xml version='1.0' encoding='UTF-8' standalone='yes'?>
<Relationships xmlns="http://schemas.openxmlformats.org/package/2006/relationships"><Relationship Type="http://schemas.openxmlformats.org/officeDocument/2006/relationships/slideLayout" Target="/ppt/slideLayouts/slideLayout6.xml" Id="Raec04a875be44d96"/><Relationship Type="http://schemas.openxmlformats.org/officeDocument/2006/relationships/notesSlide" Target="/ppt/notesSlides/notesSlide29.xml" Id="R4f96590cae894868"/></Relationships>
</file>

<file path=ppt/slides/_rels/slide30.xml.rels><?xml version='1.0' encoding='UTF-8' standalone='yes'?>
<Relationships xmlns="http://schemas.openxmlformats.org/package/2006/relationships"><Relationship Type="http://schemas.openxmlformats.org/officeDocument/2006/relationships/slideLayout" Target="/ppt/slideLayouts/slideLayout6.xml" Id="R3c827973af254424"/><Relationship Type="http://schemas.openxmlformats.org/officeDocument/2006/relationships/notesSlide" Target="/ppt/notesSlides/notesSlide30.xml" Id="R3dc06e6f9ded4952"/></Relationships>
</file>

<file path=ppt/slides/_rels/slide31.xml.rels><?xml version='1.0' encoding='UTF-8' standalone='yes'?>
<Relationships xmlns="http://schemas.openxmlformats.org/package/2006/relationships"><Relationship Type="http://schemas.openxmlformats.org/officeDocument/2006/relationships/slideLayout" Target="/ppt/slideLayouts/slideLayout6.xml" Id="R8d544e5215bf45f5"/><Relationship Type="http://schemas.openxmlformats.org/officeDocument/2006/relationships/notesSlide" Target="/ppt/notesSlides/notesSlide31.xml" Id="R7094fc7032a64f8c"/></Relationships>
</file>

<file path=ppt/slides/_rels/slide32.xml.rels><?xml version='1.0' encoding='UTF-8' standalone='yes'?>
<Relationships xmlns="http://schemas.openxmlformats.org/package/2006/relationships"><Relationship Type="http://schemas.openxmlformats.org/officeDocument/2006/relationships/slideLayout" Target="/ppt/slideLayouts/slideLayout6.xml" Id="Rd2f654f8d8a74400"/><Relationship Type="http://schemas.openxmlformats.org/officeDocument/2006/relationships/notesSlide" Target="/ppt/notesSlides/notesSlide32.xml" Id="R224f70f2db484f55"/><Relationship Id="rImported7001_2" Type="http://schemas.openxmlformats.org/officeDocument/2006/relationships/image" Target="../media/image18.png"/></Relationships>
</file>

<file path=ppt/slides/_rels/slide33.xml.rels><?xml version='1.0' encoding='UTF-8' standalone='yes'?>
<Relationships xmlns="http://schemas.openxmlformats.org/package/2006/relationships"><Relationship Type="http://schemas.openxmlformats.org/officeDocument/2006/relationships/slideLayout" Target="/ppt/slideLayouts/slideLayout6.xml" Id="R695e516e617e47cc"/><Relationship Type="http://schemas.openxmlformats.org/officeDocument/2006/relationships/notesSlide" Target="/ppt/notesSlides/notesSlide33.xml" Id="Rdee7b1709e214a81"/><Relationship Id="rImported7001_2" Type="http://schemas.openxmlformats.org/officeDocument/2006/relationships/image" Target="../media/image9.png"/></Relationships>
</file>

<file path=ppt/slides/_rels/slide34.xml.rels><?xml version='1.0' encoding='UTF-8' standalone='yes'?>
<Relationships xmlns="http://schemas.openxmlformats.org/package/2006/relationships"><Relationship Type="http://schemas.openxmlformats.org/officeDocument/2006/relationships/slideLayout" Target="/ppt/slideLayouts/slideLayout6.xml" Id="R636eece8e9214d6c"/><Relationship Type="http://schemas.openxmlformats.org/officeDocument/2006/relationships/notesSlide" Target="/ppt/notesSlides/notesSlide34.xml" Id="R66f83ee07dcb4c4c"/></Relationships>
</file>

<file path=ppt/slides/_rels/slide35.xml.rels><?xml version='1.0' encoding='UTF-8' standalone='yes'?>
<Relationships xmlns="http://schemas.openxmlformats.org/package/2006/relationships"><Relationship Type="http://schemas.openxmlformats.org/officeDocument/2006/relationships/slideLayout" Target="/ppt/slideLayouts/slideLayout6.xml" Id="R91683703904d4c1e"/><Relationship Type="http://schemas.openxmlformats.org/officeDocument/2006/relationships/notesSlide" Target="/ppt/notesSlides/notesSlide35.xml" Id="R99f60760ffc948a8"/></Relationships>
</file>

<file path=ppt/slides/_rels/slide36.xml.rels><?xml version='1.0' encoding='UTF-8' standalone='yes'?>
<Relationships xmlns="http://schemas.openxmlformats.org/package/2006/relationships"><Relationship Type="http://schemas.openxmlformats.org/officeDocument/2006/relationships/slideLayout" Target="/ppt/slideLayouts/slideLayout6.xml" Id="R006b038d12d7433b"/><Relationship Type="http://schemas.openxmlformats.org/officeDocument/2006/relationships/notesSlide" Target="/ppt/notesSlides/notesSlide36.xml" Id="R641be0e5cda143b6"/><Relationship Id="rImported7001_2" Type="http://schemas.openxmlformats.org/officeDocument/2006/relationships/image" Target="../media/image19.png"/><Relationship Id="rImported7002_3" Type="http://schemas.openxmlformats.org/officeDocument/2006/relationships/image" Target="../media/image20.png"/><Relationship Id="rImported7003_4" Type="http://schemas.openxmlformats.org/officeDocument/2006/relationships/image" Target="../media/image21.png"/><Relationship Id="rImported7004_5" Type="http://schemas.openxmlformats.org/officeDocument/2006/relationships/image" Target="../media/image22.png"/><Relationship Id="rImported7005_6" Type="http://schemas.openxmlformats.org/officeDocument/2006/relationships/image" Target="../media/image23.png"/></Relationships>
</file>

<file path=ppt/slides/_rels/slide37.xml.rels><?xml version='1.0' encoding='UTF-8' standalone='yes'?>
<Relationships xmlns="http://schemas.openxmlformats.org/package/2006/relationships"><Relationship Type="http://schemas.openxmlformats.org/officeDocument/2006/relationships/slideLayout" Target="/ppt/slideLayouts/slideLayout6.xml" Id="R4b374944c4cb4fee"/><Relationship Type="http://schemas.openxmlformats.org/officeDocument/2006/relationships/notesSlide" Target="/ppt/notesSlides/notesSlide37.xml" Id="Rf214782955254521"/></Relationships>
</file>

<file path=ppt/slides/_rels/slide38.xml.rels><?xml version='1.0' encoding='UTF-8' standalone='yes'?>
<Relationships xmlns="http://schemas.openxmlformats.org/package/2006/relationships"><Relationship Type="http://schemas.openxmlformats.org/officeDocument/2006/relationships/slideLayout" Target="/ppt/slideLayouts/slideLayout6.xml" Id="R1fe1f2011c764f57"/><Relationship Type="http://schemas.openxmlformats.org/officeDocument/2006/relationships/notesSlide" Target="/ppt/notesSlides/notesSlide38.xml" Id="R2ceada01359d4645"/></Relationships>
</file>

<file path=ppt/slides/_rels/slide39.xml.rels><?xml version='1.0' encoding='UTF-8' standalone='yes'?>
<Relationships xmlns="http://schemas.openxmlformats.org/package/2006/relationships"><Relationship Type="http://schemas.openxmlformats.org/officeDocument/2006/relationships/slideLayout" Target="/ppt/slideLayouts/slideLayout6.xml" Id="R11ee768f913b4f19"/><Relationship Type="http://schemas.openxmlformats.org/officeDocument/2006/relationships/notesSlide" Target="/ppt/notesSlides/notesSlide39.xml" Id="R3749c37675224db8"/></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425" b="1">
                <a:solidFill>
                  <a:srgbClr val="16243A"/>
                </a:solidFill>
                <a:latin typeface="Noto Sans SC"/>
                <a:ea typeface="Noto Sans SC"/>
                <a:cs typeface="Noto Sans SC"/>
              </a:rPr>
              <a:t>跨度组件中位耗时（ms）</a:t>
            </a:r>
          </a:p>
        </c:rich>
      </c:tx>
      <c:overlay val="0"/>
      <c:txPr>
        <a:bodyPr xmlns:a="http://schemas.openxmlformats.org/drawingml/2006/main" anchorCtr="1"/>
        <a:lstStyle xmlns:a="http://schemas.openxmlformats.org/drawingml/2006/main"/>
        <a:p xmlns:a="http://schemas.openxmlformats.org/drawingml/2006/main">
          <a:pPr>
            <a:defRPr sz="1425" b="1">
              <a:solidFill>
                <a:srgbClr val="16243A"/>
              </a:solidFill>
              <a:latin typeface="Noto Sans SC"/>
              <a:ea typeface="Noto Sans SC"/>
              <a:cs typeface="Noto Sans SC"/>
            </a:defRPr>
          </a:pPr>
        </a:p>
      </c:txPr>
    </c:title>
    <c:plotArea>
      <c:barChart>
        <c:barDir val="col"/>
        <c:grouping val="clustered"/>
        <c:varyColors val="0"/>
        <c:ser>
          <c:idx val="0"/>
          <c:order val="0"/>
          <c:tx>
            <c:v>逐对循环</c:v>
          </c:tx>
          <c:spPr>
            <a:solidFill xmlns:a="http://schemas.openxmlformats.org/drawingml/2006/main">
              <a:srgbClr val="B85A1E"/>
            </a:solidFill>
            <a:ln xmlns:a="http://schemas.openxmlformats.org/drawingml/2006/main" w="19050">
              <a:solidFill>
                <a:srgbClr val="B85A1E"/>
              </a:solidFill>
            </a:ln>
          </c:spPr>
          <c:invertIfNegative val="0"/>
          <c:cat>
            <c:strLit>
              <c:ptCount val="3"/>
              <c:pt idx="0">
                <c:v>30点</c:v>
              </c:pt>
              <c:pt idx="1">
                <c:v>120点</c:v>
              </c:pt>
              <c:pt idx="2">
                <c:v>240点</c:v>
              </c:pt>
            </c:strLit>
          </c:cat>
          <c:val>
            <c:numLit>
              <c:formatCode>0.##</c:formatCode>
              <c:ptCount val="3"/>
              <c:pt idx="0">
                <c:v>0.3542</c:v>
              </c:pt>
              <c:pt idx="1">
                <c:v>4.641</c:v>
              </c:pt>
              <c:pt idx="2">
                <c:v>20.7859</c:v>
              </c:pt>
            </c:numLit>
          </c:val>
        </c:ser>
        <c:ser>
          <c:idx val="1"/>
          <c:order val="1"/>
          <c:tx>
            <c:v>向量化</c:v>
          </c:tx>
          <c:spPr>
            <a:solidFill xmlns:a="http://schemas.openxmlformats.org/drawingml/2006/main">
              <a:srgbClr val="0F6E73"/>
            </a:solidFill>
            <a:ln xmlns:a="http://schemas.openxmlformats.org/drawingml/2006/main" w="19050">
              <a:solidFill>
                <a:srgbClr val="0F6E73"/>
              </a:solidFill>
            </a:ln>
          </c:spPr>
          <c:invertIfNegative val="0"/>
          <c:cat>
            <c:strLit>
              <c:ptCount val="3"/>
              <c:pt idx="0">
                <c:v>30点</c:v>
              </c:pt>
              <c:pt idx="1">
                <c:v>120点</c:v>
              </c:pt>
              <c:pt idx="2">
                <c:v>240点</c:v>
              </c:pt>
            </c:strLit>
          </c:cat>
          <c:val>
            <c:numLit>
              <c:formatCode>0.##</c:formatCode>
              <c:ptCount val="3"/>
              <c:pt idx="0">
                <c:v>0.0237</c:v>
              </c:pt>
              <c:pt idx="1">
                <c:v>0.2313</c:v>
              </c:pt>
              <c:pt idx="2">
                <c:v>0.8628</c:v>
              </c:pt>
            </c:numLit>
          </c:val>
        </c:ser>
        <c:dLbls>
          <c:numFmt formatCode="0.00" sourceLinked="0"/>
          <c:txPr>
            <a:bodyPr xmlns:a="http://schemas.openxmlformats.org/drawingml/2006/main" anchorCtr="1"/>
            <a:lstStyle xmlns:a="http://schemas.openxmlformats.org/drawingml/2006/main"/>
            <a:p xmlns:a="http://schemas.openxmlformats.org/drawingml/2006/main">
              <a:pPr>
                <a:defRPr sz="1050">
                  <a:latin typeface="Noto Sans SC"/>
                  <a:ea typeface="Noto Sans SC"/>
                  <a:cs typeface="Noto Sans SC"/>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Noto Sans SC"/>
                <a:ea typeface="Noto Sans SC"/>
                <a:cs typeface="Noto Sans SC"/>
              </a:defRPr>
            </a:pPr>
          </a:p>
        </c:txPr>
        <c:crossAx val="48672768"/>
      </c:catAx>
      <c:valAx>
        <c:axId val="48672768"/>
        <c:scaling>
          <c:orientation val="minMax"/>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Noto Sans SC"/>
                <a:ea typeface="Noto Sans SC"/>
                <a:cs typeface="Noto Sans SC"/>
              </a:defRPr>
            </a:pPr>
          </a:p>
        </c:txPr>
        <c:crossAx val="48650112"/>
        <c:crossBetween val="between"/>
      </c:valAx>
      <c:spPr>
        <a:solidFill xmlns:a="http://schemas.openxmlformats.org/drawingml/2006/main">
          <a:srgbClr val="FBFBF8"/>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latin typeface="Noto Sans SC"/>
              <a:ea typeface="Noto Sans SC"/>
              <a:cs typeface="Noto Sans SC"/>
            </a:defRPr>
          </a:pPr>
        </a:p>
      </c:txPr>
    </c:legend>
    <c:plotVisOnly val="1"/>
  </c:chart>
  <c:spPr>
    <a:solidFill xmlns:a="http://schemas.openxmlformats.org/drawingml/2006/main">
      <a:srgbClr val="FBFBF8"/>
    </a:solidFill>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425" b="1">
                <a:solidFill>
                  <a:srgbClr val="16243A"/>
                </a:solidFill>
                <a:latin typeface="Noto Sans SC"/>
                <a:ea typeface="Noto Sans SC"/>
                <a:cs typeface="Noto Sans SC"/>
              </a:rPr>
              <a:t>参考耗时 / 当前耗时（倍）</a:t>
            </a:r>
          </a:p>
        </c:rich>
      </c:tx>
      <c:overlay val="0"/>
      <c:txPr>
        <a:bodyPr xmlns:a="http://schemas.openxmlformats.org/drawingml/2006/main" anchorCtr="1"/>
        <a:lstStyle xmlns:a="http://schemas.openxmlformats.org/drawingml/2006/main"/>
        <a:p xmlns:a="http://schemas.openxmlformats.org/drawingml/2006/main">
          <a:pPr>
            <a:defRPr sz="1425" b="1">
              <a:solidFill>
                <a:srgbClr val="16243A"/>
              </a:solidFill>
              <a:latin typeface="Noto Sans SC"/>
              <a:ea typeface="Noto Sans SC"/>
              <a:cs typeface="Noto Sans SC"/>
            </a:defRPr>
          </a:pPr>
        </a:p>
      </c:txPr>
    </c:title>
    <c:plotArea>
      <c:barChart>
        <c:barDir val="col"/>
        <c:grouping val="clustered"/>
        <c:varyColors val="0"/>
        <c:ser>
          <c:idx val="0"/>
          <c:order val="0"/>
          <c:tx>
            <c:v>分散</c:v>
          </c:tx>
          <c:spPr>
            <a:solidFill xmlns:a="http://schemas.openxmlformats.org/drawingml/2006/main">
              <a:srgbClr val="0F6E73"/>
            </a:solidFill>
            <a:ln xmlns:a="http://schemas.openxmlformats.org/drawingml/2006/main" w="19050">
              <a:solidFill>
                <a:srgbClr val="0F6E73"/>
              </a:solidFill>
            </a:ln>
          </c:spPr>
          <c:invertIfNegative val="0"/>
          <c:cat>
            <c:strLit>
              <c:ptCount val="3"/>
              <c:pt idx="0">
                <c:v>50目标</c:v>
              </c:pt>
              <c:pt idx="1">
                <c:v>100目标</c:v>
              </c:pt>
              <c:pt idx="2">
                <c:v>200目标</c:v>
              </c:pt>
            </c:strLit>
          </c:cat>
          <c:val>
            <c:numLit>
              <c:formatCode>0.##</c:formatCode>
              <c:ptCount val="3"/>
              <c:pt idx="0">
                <c:v>2.8487</c:v>
              </c:pt>
              <c:pt idx="1">
                <c:v>4.363</c:v>
              </c:pt>
              <c:pt idx="2">
                <c:v>10.6793</c:v>
              </c:pt>
            </c:numLit>
          </c:val>
        </c:ser>
        <c:ser>
          <c:idx val="1"/>
          <c:order val="1"/>
          <c:tx>
            <c:v>密集</c:v>
          </c:tx>
          <c:spPr>
            <a:solidFill xmlns:a="http://schemas.openxmlformats.org/drawingml/2006/main">
              <a:srgbClr val="B85A1E"/>
            </a:solidFill>
            <a:ln xmlns:a="http://schemas.openxmlformats.org/drawingml/2006/main" w="19050">
              <a:solidFill>
                <a:srgbClr val="B85A1E"/>
              </a:solidFill>
            </a:ln>
          </c:spPr>
          <c:invertIfNegative val="0"/>
          <c:cat>
            <c:strLit>
              <c:ptCount val="3"/>
              <c:pt idx="0">
                <c:v>50目标</c:v>
              </c:pt>
              <c:pt idx="1">
                <c:v>100目标</c:v>
              </c:pt>
              <c:pt idx="2">
                <c:v>200目标</c:v>
              </c:pt>
            </c:strLit>
          </c:cat>
          <c:val>
            <c:numLit>
              <c:formatCode>0.##</c:formatCode>
              <c:ptCount val="3"/>
              <c:pt idx="0">
                <c:v>0.2374</c:v>
              </c:pt>
              <c:pt idx="1">
                <c:v>0.2981</c:v>
              </c:pt>
              <c:pt idx="2">
                <c:v>0.3155</c:v>
              </c:pt>
            </c:numLit>
          </c:val>
        </c:ser>
        <c:dLbls>
          <c:numFmt formatCode="0.00" sourceLinked="0"/>
          <c:txPr>
            <a:bodyPr xmlns:a="http://schemas.openxmlformats.org/drawingml/2006/main" anchorCtr="1"/>
            <a:lstStyle xmlns:a="http://schemas.openxmlformats.org/drawingml/2006/main"/>
            <a:p xmlns:a="http://schemas.openxmlformats.org/drawingml/2006/main">
              <a:pPr>
                <a:defRPr sz="1050">
                  <a:latin typeface="Noto Sans SC"/>
                  <a:ea typeface="Noto Sans SC"/>
                  <a:cs typeface="Noto Sans SC"/>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Noto Sans SC"/>
                <a:ea typeface="Noto Sans SC"/>
                <a:cs typeface="Noto Sans SC"/>
              </a:defRPr>
            </a:pPr>
          </a:p>
        </c:txPr>
        <c:crossAx val="48672768"/>
      </c:catAx>
      <c:valAx>
        <c:axId val="48672768"/>
        <c:scaling>
          <c:orientation val="minMax"/>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Noto Sans SC"/>
                <a:ea typeface="Noto Sans SC"/>
                <a:cs typeface="Noto Sans SC"/>
              </a:defRPr>
            </a:pPr>
          </a:p>
        </c:txPr>
        <c:crossAx val="48650112"/>
        <c:crossBetween val="between"/>
      </c:valAx>
      <c:spPr>
        <a:solidFill xmlns:a="http://schemas.openxmlformats.org/drawingml/2006/main">
          <a:srgbClr val="FBFBF8"/>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latin typeface="Noto Sans SC"/>
              <a:ea typeface="Noto Sans SC"/>
              <a:cs typeface="Noto Sans SC"/>
            </a:defRPr>
          </a:pPr>
        </a:p>
      </c:txPr>
    </c:legend>
    <c:plotVisOnly val="1"/>
  </c:chart>
  <c:spPr>
    <a:solidFill xmlns:a="http://schemas.openxmlformats.org/drawingml/2006/main">
      <a:srgbClr val="FBFBF8"/>
    </a:solidFill>
  </c:spPr>
</c:chartSpace>
</file>

<file path=ppt/slides/charts/chart3.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425" b="1">
                <a:solidFill>
                  <a:srgbClr val="16243A"/>
                </a:solidFill>
                <a:latin typeface="Noto Sans SC"/>
                <a:ea typeface="Noto Sans SC"/>
                <a:cs typeface="Noto Sans SC"/>
              </a:rPr>
              <a:t>行为组件中位耗时（ms）</a:t>
            </a:r>
          </a:p>
        </c:rich>
      </c:tx>
      <c:overlay val="0"/>
      <c:txPr>
        <a:bodyPr xmlns:a="http://schemas.openxmlformats.org/drawingml/2006/main" anchorCtr="1"/>
        <a:lstStyle xmlns:a="http://schemas.openxmlformats.org/drawingml/2006/main"/>
        <a:p xmlns:a="http://schemas.openxmlformats.org/drawingml/2006/main">
          <a:pPr>
            <a:defRPr sz="1425" b="1">
              <a:solidFill>
                <a:srgbClr val="16243A"/>
              </a:solidFill>
              <a:latin typeface="Noto Sans SC"/>
              <a:ea typeface="Noto Sans SC"/>
              <a:cs typeface="Noto Sans SC"/>
            </a:defRPr>
          </a:pPr>
        </a:p>
      </c:txPr>
    </c:title>
    <c:plotArea>
      <c:barChart>
        <c:barDir val="col"/>
        <c:grouping val="clustered"/>
        <c:varyColors val="0"/>
        <c:ser>
          <c:idx val="0"/>
          <c:order val="0"/>
          <c:tx>
            <c:v>旧路径</c:v>
          </c:tx>
          <c:spPr>
            <a:solidFill xmlns:a="http://schemas.openxmlformats.org/drawingml/2006/main">
              <a:srgbClr val="B85A1E"/>
            </a:solidFill>
            <a:ln xmlns:a="http://schemas.openxmlformats.org/drawingml/2006/main" w="19050">
              <a:solidFill>
                <a:srgbClr val="B85A1E"/>
              </a:solidFill>
            </a:ln>
          </c:spPr>
          <c:invertIfNegative val="0"/>
          <c:cat>
            <c:strLit>
              <c:ptCount val="4"/>
              <c:pt idx="0">
                <c:v>10目标</c:v>
              </c:pt>
              <c:pt idx="1">
                <c:v>50目标</c:v>
              </c:pt>
              <c:pt idx="2">
                <c:v>100目标</c:v>
              </c:pt>
              <c:pt idx="3">
                <c:v>200目标</c:v>
              </c:pt>
            </c:strLit>
          </c:cat>
          <c:val>
            <c:numLit>
              <c:formatCode>0.##</c:formatCode>
              <c:ptCount val="4"/>
              <c:pt idx="0">
                <c:v>6.0287</c:v>
              </c:pt>
              <c:pt idx="1">
                <c:v>30.4557</c:v>
              </c:pt>
              <c:pt idx="2">
                <c:v>57.8462</c:v>
              </c:pt>
              <c:pt idx="3">
                <c:v>114.2937</c:v>
              </c:pt>
            </c:numLit>
          </c:val>
        </c:ser>
        <c:ser>
          <c:idx val="1"/>
          <c:order val="1"/>
          <c:tx>
            <c:v>向量化</c:v>
          </c:tx>
          <c:spPr>
            <a:solidFill xmlns:a="http://schemas.openxmlformats.org/drawingml/2006/main">
              <a:srgbClr val="0F6E73"/>
            </a:solidFill>
            <a:ln xmlns:a="http://schemas.openxmlformats.org/drawingml/2006/main" w="19050">
              <a:solidFill>
                <a:srgbClr val="0F6E73"/>
              </a:solidFill>
            </a:ln>
          </c:spPr>
          <c:invertIfNegative val="0"/>
          <c:cat>
            <c:strLit>
              <c:ptCount val="4"/>
              <c:pt idx="0">
                <c:v>10目标</c:v>
              </c:pt>
              <c:pt idx="1">
                <c:v>50目标</c:v>
              </c:pt>
              <c:pt idx="2">
                <c:v>100目标</c:v>
              </c:pt>
              <c:pt idx="3">
                <c:v>200目标</c:v>
              </c:pt>
            </c:strLit>
          </c:cat>
          <c:val>
            <c:numLit>
              <c:formatCode>0.##</c:formatCode>
              <c:ptCount val="4"/>
              <c:pt idx="0">
                <c:v>0.6544</c:v>
              </c:pt>
              <c:pt idx="1">
                <c:v>2.5232</c:v>
              </c:pt>
              <c:pt idx="2">
                <c:v>4.3952</c:v>
              </c:pt>
              <c:pt idx="3">
                <c:v>9.3934</c:v>
              </c:pt>
            </c:numLit>
          </c:val>
        </c:ser>
        <c:dLbls>
          <c:numFmt formatCode="0.00" sourceLinked="0"/>
          <c:txPr>
            <a:bodyPr xmlns:a="http://schemas.openxmlformats.org/drawingml/2006/main" anchorCtr="1"/>
            <a:lstStyle xmlns:a="http://schemas.openxmlformats.org/drawingml/2006/main"/>
            <a:p xmlns:a="http://schemas.openxmlformats.org/drawingml/2006/main">
              <a:pPr>
                <a:defRPr sz="1050">
                  <a:latin typeface="Noto Sans SC"/>
                  <a:ea typeface="Noto Sans SC"/>
                  <a:cs typeface="Noto Sans SC"/>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Noto Sans SC"/>
                <a:ea typeface="Noto Sans SC"/>
                <a:cs typeface="Noto Sans SC"/>
              </a:defRPr>
            </a:pPr>
          </a:p>
        </c:txPr>
        <c:crossAx val="48672768"/>
      </c:catAx>
      <c:valAx>
        <c:axId val="48672768"/>
        <c:scaling>
          <c:orientation val="minMax"/>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Noto Sans SC"/>
                <a:ea typeface="Noto Sans SC"/>
                <a:cs typeface="Noto Sans SC"/>
              </a:defRPr>
            </a:pPr>
          </a:p>
        </c:txPr>
        <c:crossAx val="48650112"/>
        <c:crossBetween val="between"/>
      </c:valAx>
      <c:spPr>
        <a:solidFill xmlns:a="http://schemas.openxmlformats.org/drawingml/2006/main">
          <a:srgbClr val="FBFBF8"/>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latin typeface="Noto Sans SC"/>
              <a:ea typeface="Noto Sans SC"/>
              <a:cs typeface="Noto Sans SC"/>
            </a:defRPr>
          </a:pPr>
        </a:p>
      </c:txPr>
    </c:legend>
    <c:plotVisOnly val="1"/>
  </c:chart>
  <c:spPr>
    <a:solidFill xmlns:a="http://schemas.openxmlformats.org/drawingml/2006/main">
      <a:srgbClr val="FBFBF8"/>
    </a:solidFill>
  </c:spPr>
</c:chartSpace>
</file>

<file path=ppt/slides/charts/chart4.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425" b="1">
                <a:solidFill>
                  <a:srgbClr val="16243A"/>
                </a:solidFill>
                <a:latin typeface="Noto Sans SC"/>
                <a:ea typeface="Noto Sans SC"/>
                <a:cs typeface="Noto Sans SC"/>
              </a:rPr>
              <a:t>请求路由中位耗时（ms）</a:t>
            </a:r>
          </a:p>
        </c:rich>
      </c:tx>
      <c:overlay val="0"/>
      <c:txPr>
        <a:bodyPr xmlns:a="http://schemas.openxmlformats.org/drawingml/2006/main" anchorCtr="1"/>
        <a:lstStyle xmlns:a="http://schemas.openxmlformats.org/drawingml/2006/main"/>
        <a:p xmlns:a="http://schemas.openxmlformats.org/drawingml/2006/main">
          <a:pPr>
            <a:defRPr sz="1425" b="1">
              <a:solidFill>
                <a:srgbClr val="16243A"/>
              </a:solidFill>
              <a:latin typeface="Noto Sans SC"/>
              <a:ea typeface="Noto Sans SC"/>
              <a:cs typeface="Noto Sans SC"/>
            </a:defRPr>
          </a:pPr>
        </a:p>
      </c:txPr>
    </c:title>
    <c:plotArea>
      <c:barChart>
        <c:barDir val="col"/>
        <c:grouping val="clustered"/>
        <c:varyColors val="0"/>
        <c:ser>
          <c:idx val="0"/>
          <c:order val="0"/>
          <c:tx>
            <c:v>禁用缓存</c:v>
          </c:tx>
          <c:spPr>
            <a:solidFill xmlns:a="http://schemas.openxmlformats.org/drawingml/2006/main">
              <a:srgbClr val="B85A1E"/>
            </a:solidFill>
            <a:ln xmlns:a="http://schemas.openxmlformats.org/drawingml/2006/main" w="19050">
              <a:solidFill>
                <a:srgbClr val="B85A1E"/>
              </a:solidFill>
            </a:ln>
          </c:spPr>
          <c:invertIfNegative val="0"/>
          <c:cat>
            <c:strLit>
              <c:ptCount val="2"/>
              <c:pt idx="0">
                <c:v>分散布局</c:v>
              </c:pt>
              <c:pt idx="1">
                <c:v>密集布局</c:v>
              </c:pt>
            </c:strLit>
          </c:cat>
          <c:val>
            <c:numLit>
              <c:formatCode>0.##</c:formatCode>
              <c:ptCount val="2"/>
              <c:pt idx="0">
                <c:v>548.1819</c:v>
              </c:pt>
              <c:pt idx="1">
                <c:v>545.923</c:v>
              </c:pt>
            </c:numLit>
          </c:val>
        </c:ser>
        <c:ser>
          <c:idx val="1"/>
          <c:order val="1"/>
          <c:tx>
            <c:v>启用缓存</c:v>
          </c:tx>
          <c:spPr>
            <a:solidFill xmlns:a="http://schemas.openxmlformats.org/drawingml/2006/main">
              <a:srgbClr val="0F6E73"/>
            </a:solidFill>
            <a:ln xmlns:a="http://schemas.openxmlformats.org/drawingml/2006/main" w="19050">
              <a:solidFill>
                <a:srgbClr val="0F6E73"/>
              </a:solidFill>
            </a:ln>
          </c:spPr>
          <c:invertIfNegative val="0"/>
          <c:cat>
            <c:strLit>
              <c:ptCount val="2"/>
              <c:pt idx="0">
                <c:v>分散布局</c:v>
              </c:pt>
              <c:pt idx="1">
                <c:v>密集布局</c:v>
              </c:pt>
            </c:strLit>
          </c:cat>
          <c:val>
            <c:numLit>
              <c:formatCode>0.##</c:formatCode>
              <c:ptCount val="2"/>
              <c:pt idx="0">
                <c:v>459.7783</c:v>
              </c:pt>
              <c:pt idx="1">
                <c:v>458.31</c:v>
              </c:pt>
            </c:numLit>
          </c:val>
        </c:ser>
        <c:dLbls>
          <c:numFmt formatCode="0.00" sourceLinked="0"/>
          <c:txPr>
            <a:bodyPr xmlns:a="http://schemas.openxmlformats.org/drawingml/2006/main" anchorCtr="1"/>
            <a:lstStyle xmlns:a="http://schemas.openxmlformats.org/drawingml/2006/main"/>
            <a:p xmlns:a="http://schemas.openxmlformats.org/drawingml/2006/main">
              <a:pPr>
                <a:defRPr sz="1050">
                  <a:latin typeface="Noto Sans SC"/>
                  <a:ea typeface="Noto Sans SC"/>
                  <a:cs typeface="Noto Sans SC"/>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Noto Sans SC"/>
                <a:ea typeface="Noto Sans SC"/>
                <a:cs typeface="Noto Sans SC"/>
              </a:defRPr>
            </a:pPr>
          </a:p>
        </c:txPr>
        <c:crossAx val="48672768"/>
      </c:catAx>
      <c:valAx>
        <c:axId val="48672768"/>
        <c:scaling>
          <c:orientation val="minMax"/>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Noto Sans SC"/>
                <a:ea typeface="Noto Sans SC"/>
                <a:cs typeface="Noto Sans SC"/>
              </a:defRPr>
            </a:pPr>
          </a:p>
        </c:txPr>
        <c:crossAx val="48650112"/>
        <c:crossBetween val="between"/>
      </c:valAx>
      <c:spPr>
        <a:solidFill xmlns:a="http://schemas.openxmlformats.org/drawingml/2006/main">
          <a:srgbClr val="FBFBF8"/>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latin typeface="Noto Sans SC"/>
              <a:ea typeface="Noto Sans SC"/>
              <a:cs typeface="Noto Sans SC"/>
            </a:defRPr>
          </a:pPr>
        </a:p>
      </c:txPr>
    </c:legend>
    <c:plotVisOnly val="1"/>
  </c:chart>
  <c:spPr>
    <a:solidFill xmlns:a="http://schemas.openxmlformats.org/drawingml/2006/main">
      <a:srgbClr val="FBFBF8"/>
    </a:solidFill>
  </c:spPr>
</c:chartSpace>
</file>

<file path=ppt/slides/charts/chart5.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425" b="1">
                <a:solidFill>
                  <a:srgbClr val="16243A"/>
                </a:solidFill>
                <a:latin typeface="Noto Sans SC"/>
                <a:ea typeface="Noto Sans SC"/>
                <a:cs typeface="Noto Sans SC"/>
              </a:rPr>
              <a:t>120 点输入：路由耗时（ms）</a:t>
            </a:r>
          </a:p>
        </c:rich>
      </c:tx>
      <c:overlay val="0"/>
      <c:txPr>
        <a:bodyPr xmlns:a="http://schemas.openxmlformats.org/drawingml/2006/main" anchorCtr="1"/>
        <a:lstStyle xmlns:a="http://schemas.openxmlformats.org/drawingml/2006/main"/>
        <a:p xmlns:a="http://schemas.openxmlformats.org/drawingml/2006/main">
          <a:pPr>
            <a:defRPr sz="1425" b="1">
              <a:solidFill>
                <a:srgbClr val="16243A"/>
              </a:solidFill>
              <a:latin typeface="Noto Sans SC"/>
              <a:ea typeface="Noto Sans SC"/>
              <a:cs typeface="Noto Sans SC"/>
            </a:defRPr>
          </a:pPr>
        </a:p>
      </c:txPr>
    </c:title>
    <c:plotArea>
      <c:lineChart>
        <c:grouping val="standard"/>
        <c:varyColors val="0"/>
        <c:ser>
          <c:idx val="0"/>
          <c:order val="0"/>
          <c:tx>
            <c:v>分散中位数</c:v>
          </c:tx>
          <c:spPr>
            <a:solidFill xmlns:a="http://schemas.openxmlformats.org/drawingml/2006/main">
              <a:srgbClr val="0F6E73"/>
            </a:solidFill>
            <a:ln xmlns:a="http://schemas.openxmlformats.org/drawingml/2006/main" w="19050">
              <a:solidFill>
                <a:srgbClr val="0F6E73"/>
              </a:solidFill>
            </a:ln>
          </c:spPr>
          <c:marker>
            <c:symbol val="circle"/>
            <c:size val="5"/>
            <c:spPr>
              <a:solidFill xmlns:a="http://schemas.openxmlformats.org/drawingml/2006/main">
                <a:srgbClr val="0F6E73"/>
              </a:solidFill>
            </c:spPr>
          </c:marker>
          <c:cat>
            <c:numLit>
              <c:formatCode>General</c:formatCode>
              <c:ptCount val="4"/>
              <c:pt idx="0">
                <c:v>10</c:v>
              </c:pt>
              <c:pt idx="1">
                <c:v>50</c:v>
              </c:pt>
              <c:pt idx="2">
                <c:v>100</c:v>
              </c:pt>
              <c:pt idx="3">
                <c:v>200</c:v>
              </c:pt>
            </c:numLit>
          </c:cat>
          <c:val>
            <c:numLit>
              <c:formatCode>0.##</c:formatCode>
              <c:ptCount val="4"/>
              <c:pt idx="0">
                <c:v>56.0676</c:v>
              </c:pt>
              <c:pt idx="1">
                <c:v>246.245</c:v>
              </c:pt>
              <c:pt idx="2">
                <c:v>461.2598</c:v>
              </c:pt>
              <c:pt idx="3">
                <c:v>911.6373</c:v>
              </c:pt>
            </c:numLit>
          </c:val>
        </c:ser>
        <c:ser>
          <c:idx val="1"/>
          <c:order val="1"/>
          <c:tx>
            <c:v>分散P95</c:v>
          </c:tx>
          <c:spPr>
            <a:solidFill xmlns:a="http://schemas.openxmlformats.org/drawingml/2006/main">
              <a:srgbClr val="B85A1E"/>
            </a:solidFill>
            <a:ln xmlns:a="http://schemas.openxmlformats.org/drawingml/2006/main" w="19050">
              <a:solidFill>
                <a:srgbClr val="B85A1E"/>
              </a:solidFill>
            </a:ln>
          </c:spPr>
          <c:marker>
            <c:symbol val="circle"/>
            <c:size val="5"/>
            <c:spPr>
              <a:solidFill xmlns:a="http://schemas.openxmlformats.org/drawingml/2006/main">
                <a:srgbClr val="B85A1E"/>
              </a:solidFill>
            </c:spPr>
          </c:marker>
          <c:cat>
            <c:numLit>
              <c:formatCode>General</c:formatCode>
              <c:ptCount val="4"/>
              <c:pt idx="0">
                <c:v>10</c:v>
              </c:pt>
              <c:pt idx="1">
                <c:v>50</c:v>
              </c:pt>
              <c:pt idx="2">
                <c:v>100</c:v>
              </c:pt>
              <c:pt idx="3">
                <c:v>200</c:v>
              </c:pt>
            </c:numLit>
          </c:cat>
          <c:val>
            <c:numLit>
              <c:formatCode>0.##</c:formatCode>
              <c:ptCount val="4"/>
              <c:pt idx="0">
                <c:v>65.8214</c:v>
              </c:pt>
              <c:pt idx="1">
                <c:v>280.911</c:v>
              </c:pt>
              <c:pt idx="2">
                <c:v>579.8759</c:v>
              </c:pt>
              <c:pt idx="3">
                <c:v>1181.7147</c:v>
              </c:pt>
            </c:numLit>
          </c:val>
        </c:ser>
        <c:ser>
          <c:idx val="2"/>
          <c:order val="2"/>
          <c:tx>
            <c:v>密集中位数</c:v>
          </c:tx>
          <c:spPr>
            <a:solidFill xmlns:a="http://schemas.openxmlformats.org/drawingml/2006/main">
              <a:srgbClr val="32668E"/>
            </a:solidFill>
            <a:ln xmlns:a="http://schemas.openxmlformats.org/drawingml/2006/main" w="19050">
              <a:solidFill>
                <a:srgbClr val="32668E"/>
              </a:solidFill>
            </a:ln>
          </c:spPr>
          <c:marker>
            <c:symbol val="circle"/>
            <c:size val="5"/>
            <c:spPr>
              <a:solidFill xmlns:a="http://schemas.openxmlformats.org/drawingml/2006/main">
                <a:srgbClr val="32668E"/>
              </a:solidFill>
            </c:spPr>
          </c:marker>
          <c:cat>
            <c:numLit>
              <c:formatCode>General</c:formatCode>
              <c:ptCount val="4"/>
              <c:pt idx="0">
                <c:v>10</c:v>
              </c:pt>
              <c:pt idx="1">
                <c:v>50</c:v>
              </c:pt>
              <c:pt idx="2">
                <c:v>100</c:v>
              </c:pt>
              <c:pt idx="3">
                <c:v>200</c:v>
              </c:pt>
            </c:numLit>
          </c:cat>
          <c:val>
            <c:numLit>
              <c:formatCode>0.##</c:formatCode>
              <c:ptCount val="4"/>
              <c:pt idx="0">
                <c:v>58.5154</c:v>
              </c:pt>
              <c:pt idx="1">
                <c:v>240.3211</c:v>
              </c:pt>
              <c:pt idx="2">
                <c:v>430.9034</c:v>
              </c:pt>
              <c:pt idx="3">
                <c:v>859.1296</c:v>
              </c:pt>
            </c:numLit>
          </c:val>
        </c:ser>
        <c:ser>
          <c:idx val="3"/>
          <c:order val="3"/>
          <c:tx>
            <c:v>密集P95</c:v>
          </c:tx>
          <c:spPr>
            <a:solidFill xmlns:a="http://schemas.openxmlformats.org/drawingml/2006/main">
              <a:srgbClr val="7C618D"/>
            </a:solidFill>
            <a:ln xmlns:a="http://schemas.openxmlformats.org/drawingml/2006/main" w="19050">
              <a:solidFill>
                <a:srgbClr val="7C618D"/>
              </a:solidFill>
            </a:ln>
          </c:spPr>
          <c:marker>
            <c:symbol val="circle"/>
            <c:size val="5"/>
            <c:spPr>
              <a:solidFill xmlns:a="http://schemas.openxmlformats.org/drawingml/2006/main">
                <a:srgbClr val="7C618D"/>
              </a:solidFill>
            </c:spPr>
          </c:marker>
          <c:cat>
            <c:numLit>
              <c:formatCode>General</c:formatCode>
              <c:ptCount val="4"/>
              <c:pt idx="0">
                <c:v>10</c:v>
              </c:pt>
              <c:pt idx="1">
                <c:v>50</c:v>
              </c:pt>
              <c:pt idx="2">
                <c:v>100</c:v>
              </c:pt>
              <c:pt idx="3">
                <c:v>200</c:v>
              </c:pt>
            </c:numLit>
          </c:cat>
          <c:val>
            <c:numLit>
              <c:formatCode>0.##</c:formatCode>
              <c:ptCount val="4"/>
              <c:pt idx="0">
                <c:v>67.78</c:v>
              </c:pt>
              <c:pt idx="1">
                <c:v>247.1832</c:v>
              </c:pt>
              <c:pt idx="2">
                <c:v>466.3412</c:v>
              </c:pt>
              <c:pt idx="3">
                <c:v>935.1105</c:v>
              </c:pt>
            </c:numLit>
          </c:val>
        </c:ser>
        <c:dLbls>
          <c:numFmt formatCode="0.00" sourceLinked="0"/>
          <c:txPr>
            <a:bodyPr xmlns:a="http://schemas.openxmlformats.org/drawingml/2006/main" anchorCtr="1"/>
            <a:lstStyle xmlns:a="http://schemas.openxmlformats.org/drawingml/2006/main"/>
            <a:p xmlns:a="http://schemas.openxmlformats.org/drawingml/2006/main">
              <a:pPr>
                <a:defRPr sz="1050">
                  <a:latin typeface="Noto Sans SC"/>
                  <a:ea typeface="Noto Sans SC"/>
                  <a:cs typeface="Noto Sans SC"/>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Noto Sans SC"/>
                    <a:ea typeface="Noto Sans SC"/>
                    <a:cs typeface="Noto Sans SC"/>
                  </a:rPr>
                  <a:t>目标数量</a:t>
                </a:r>
              </a:p>
            </c:rich>
          </c:tx>
          <c:overlay val="0"/>
          <c:txPr>
            <a:bodyPr xmlns:a="http://schemas.openxmlformats.org/drawingml/2006/main" anchorCtr="1"/>
            <a:lstStyle xmlns:a="http://schemas.openxmlformats.org/drawingml/2006/main"/>
            <a:p xmlns:a="http://schemas.openxmlformats.org/drawingml/2006/main">
              <a:pPr>
                <a:defRPr>
                  <a:latin typeface="Noto Sans SC"/>
                  <a:ea typeface="Noto Sans SC"/>
                  <a:cs typeface="Noto Sans S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Noto Sans SC"/>
                <a:ea typeface="Noto Sans SC"/>
                <a:cs typeface="Noto Sans SC"/>
              </a:defRPr>
            </a:pPr>
          </a:p>
        </c:txPr>
        <c:crossAx val="48672768"/>
      </c:catAx>
      <c:valAx>
        <c:axId val="48672768"/>
        <c:scaling>
          <c:orientation val="minMax"/>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Noto Sans SC"/>
                <a:ea typeface="Noto Sans SC"/>
                <a:cs typeface="Noto Sans SC"/>
              </a:defRPr>
            </a:pPr>
          </a:p>
        </c:txPr>
        <c:crossAx val="48650112"/>
        <c:crossBetween val="between"/>
      </c:valAx>
      <c:spPr>
        <a:solidFill xmlns:a="http://schemas.openxmlformats.org/drawingml/2006/main">
          <a:srgbClr val="FBFBF8"/>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latin typeface="Noto Sans SC"/>
              <a:ea typeface="Noto Sans SC"/>
              <a:cs typeface="Noto Sans SC"/>
            </a:defRPr>
          </a:pPr>
        </a:p>
      </c:txPr>
    </c:legend>
    <c:plotVisOnly val="1"/>
  </c:chart>
  <c:spPr>
    <a:solidFill xmlns:a="http://schemas.openxmlformats.org/drawingml/2006/main">
      <a:srgbClr val="FBFBF8"/>
    </a:solidFill>
  </c:spPr>
</c:chartSpace>
</file>

<file path=ppt/slides/slide1.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29" name="o0">
            <a:extLst xmlns:a="http://schemas.openxmlformats.org/drawingml/2006/main">
              <a:ext uri="{FF2B5EF4-FFF2-40B4-BE49-F238E27FC236}">
                <a16:creationId xmlns:a16="http://schemas.microsoft.com/office/drawing/2014/main" id="{A04CF187-0DB2-4240-9C7C-51DBA548B81F}"/>
              </a:ext>
            </a:extLst>
          </p:cNvPr>
          <p:cNvSpPr>
            <a:spLocks xmlns:a="http://schemas.openxmlformats.org/drawingml/2006/main" noGrp="1"/>
          </p:cNvSpPr>
          <p:nvPr/>
        </p:nvSpPr>
        <p:spPr>
          <a:xfrm xmlns:a="http://schemas.openxmlformats.org/drawingml/2006/main">
            <a:off x="609600" y="219075"/>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B85A1E"/>
                </a:solidFill>
                <a:latin typeface="Noto Sans SC"/>
                <a:ea typeface="Noto Sans SC"/>
                <a:cs typeface="Noto Sans SC"/>
              </a:defRPr>
            </a:defPPr>
            <a:lvl1pPr algn="l">
              <a:defRPr sz="1275" b="1">
                <a:solidFill>
                  <a:srgbClr val="B85A1E"/>
                </a:solidFill>
                <a:latin typeface="Noto Sans SC"/>
                <a:ea typeface="Noto Sans SC"/>
                <a:cs typeface="Noto Sans SC"/>
              </a:defRPr>
            </a:lvl1pPr>
            <a:lvl2pPr algn="l">
              <a:defRPr sz="1275" b="1">
                <a:solidFill>
                  <a:srgbClr val="B85A1E"/>
                </a:solidFill>
                <a:latin typeface="Noto Sans SC"/>
                <a:ea typeface="Noto Sans SC"/>
                <a:cs typeface="Noto Sans SC"/>
              </a:defRPr>
            </a:lvl2pPr>
            <a:lvl3pPr algn="l">
              <a:defRPr sz="1275" b="1">
                <a:solidFill>
                  <a:srgbClr val="B85A1E"/>
                </a:solidFill>
                <a:latin typeface="Noto Sans SC"/>
                <a:ea typeface="Noto Sans SC"/>
                <a:cs typeface="Noto Sans SC"/>
              </a:defRPr>
            </a:lvl3pPr>
            <a:lvl4pPr algn="l">
              <a:defRPr sz="1275" b="1">
                <a:solidFill>
                  <a:srgbClr val="B85A1E"/>
                </a:solidFill>
                <a:latin typeface="Noto Sans SC"/>
                <a:ea typeface="Noto Sans SC"/>
                <a:cs typeface="Noto Sans SC"/>
              </a:defRPr>
            </a:lvl4pPr>
            <a:lvl5pPr algn="l">
              <a:defRPr sz="1275" b="1">
                <a:solidFill>
                  <a:srgbClr val="B85A1E"/>
                </a:solidFill>
                <a:latin typeface="Noto Sans SC"/>
                <a:ea typeface="Noto Sans SC"/>
                <a:cs typeface="Noto Sans SC"/>
              </a:defRPr>
            </a:lvl5pPr>
            <a:lvl6pPr algn="l">
              <a:defRPr sz="1275" b="1">
                <a:solidFill>
                  <a:srgbClr val="B85A1E"/>
                </a:solidFill>
                <a:latin typeface="Noto Sans SC"/>
                <a:ea typeface="Noto Sans SC"/>
                <a:cs typeface="Noto Sans SC"/>
              </a:defRPr>
            </a:lvl6pPr>
            <a:lvl7pPr algn="l">
              <a:defRPr sz="1275" b="1">
                <a:solidFill>
                  <a:srgbClr val="B85A1E"/>
                </a:solidFill>
                <a:latin typeface="Noto Sans SC"/>
                <a:ea typeface="Noto Sans SC"/>
                <a:cs typeface="Noto Sans SC"/>
              </a:defRPr>
            </a:lvl7pPr>
            <a:lvl8pPr algn="l">
              <a:defRPr sz="1275" b="1">
                <a:solidFill>
                  <a:srgbClr val="B85A1E"/>
                </a:solidFill>
                <a:latin typeface="Noto Sans SC"/>
                <a:ea typeface="Noto Sans SC"/>
                <a:cs typeface="Noto Sans SC"/>
              </a:defRPr>
            </a:lvl8pPr>
            <a:lvl9pPr algn="l">
              <a:defRPr sz="1275" b="1">
                <a:solidFill>
                  <a:srgbClr val="B85A1E"/>
                </a:solidFill>
                <a:latin typeface="Noto Sans SC"/>
                <a:ea typeface="Noto Sans SC"/>
                <a:cs typeface="Noto Sans SC"/>
              </a:defRPr>
            </a:lvl9pPr>
          </a:lstStyle>
          <a:p xmlns:a="http://schemas.openxmlformats.org/drawingml/2006/main">
            <a:pPr algn="l">
              <a:defRPr sz="1275" b="1">
                <a:solidFill>
                  <a:srgbClr val="B85A1E"/>
                </a:solidFill>
                <a:latin typeface="Noto Sans SC"/>
                <a:ea typeface="Noto Sans SC"/>
                <a:cs typeface="Noto Sans SC"/>
              </a:defRPr>
            </a:pPr>
            <a:r>
              <a:rPr sz="1275" b="1">
                <a:solidFill>
                  <a:srgbClr val="B85A1E"/>
                </a:solidFill>
                <a:latin typeface="Noto Sans SC"/>
                <a:ea typeface="Noto Sans SC"/>
                <a:cs typeface="Noto Sans SC"/>
              </a:rPr>
              <a:t>算法评审 · 目标与阶段成果</a:t>
            </a:r>
          </a:p>
        </p:txBody>
      </p:sp>
      <p:sp>
        <p:nvSpPr>
          <p:cNvPr id="2" name="o1">
            <a:extLst xmlns:a="http://schemas.openxmlformats.org/drawingml/2006/main">
              <a:ext uri="{FF2B5EF4-FFF2-40B4-BE49-F238E27FC236}">
                <a16:creationId xmlns:a16="http://schemas.microsoft.com/office/drawing/2014/main" id="{3D9AEE27-CB8D-4148-ADBB-07A8F639E514}"/>
              </a:ext>
            </a:extLst>
          </p:cNvPr>
          <p:cNvSpPr>
            <a:spLocks xmlns:a="http://schemas.openxmlformats.org/drawingml/2006/main" noGrp="1"/>
          </p:cNvSpPr>
          <p:nvPr/>
        </p:nvSpPr>
        <p:spPr>
          <a:xfrm xmlns:a="http://schemas.openxmlformats.org/drawingml/2006/main">
            <a:off x="609600" y="6000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700" b="1">
                <a:solidFill>
                  <a:srgbClr val="16243A"/>
                </a:solidFill>
                <a:latin typeface="Noto Serif SC"/>
                <a:ea typeface="Noto Serif SC"/>
                <a:cs typeface="Noto Serif SC"/>
              </a:defRPr>
            </a:defPPr>
            <a:lvl1pPr algn="l">
              <a:defRPr sz="2700" b="1">
                <a:solidFill>
                  <a:srgbClr val="16243A"/>
                </a:solidFill>
                <a:latin typeface="Noto Serif SC"/>
                <a:ea typeface="Noto Serif SC"/>
                <a:cs typeface="Noto Serif SC"/>
              </a:defRPr>
            </a:lvl1pPr>
            <a:lvl2pPr algn="l">
              <a:defRPr sz="2700" b="1">
                <a:solidFill>
                  <a:srgbClr val="16243A"/>
                </a:solidFill>
                <a:latin typeface="Noto Serif SC"/>
                <a:ea typeface="Noto Serif SC"/>
                <a:cs typeface="Noto Serif SC"/>
              </a:defRPr>
            </a:lvl2pPr>
            <a:lvl3pPr algn="l">
              <a:defRPr sz="2700" b="1">
                <a:solidFill>
                  <a:srgbClr val="16243A"/>
                </a:solidFill>
                <a:latin typeface="Noto Serif SC"/>
                <a:ea typeface="Noto Serif SC"/>
                <a:cs typeface="Noto Serif SC"/>
              </a:defRPr>
            </a:lvl3pPr>
            <a:lvl4pPr algn="l">
              <a:defRPr sz="2700" b="1">
                <a:solidFill>
                  <a:srgbClr val="16243A"/>
                </a:solidFill>
                <a:latin typeface="Noto Serif SC"/>
                <a:ea typeface="Noto Serif SC"/>
                <a:cs typeface="Noto Serif SC"/>
              </a:defRPr>
            </a:lvl4pPr>
            <a:lvl5pPr algn="l">
              <a:defRPr sz="2700" b="1">
                <a:solidFill>
                  <a:srgbClr val="16243A"/>
                </a:solidFill>
                <a:latin typeface="Noto Serif SC"/>
                <a:ea typeface="Noto Serif SC"/>
                <a:cs typeface="Noto Serif SC"/>
              </a:defRPr>
            </a:lvl5pPr>
            <a:lvl6pPr algn="l">
              <a:defRPr sz="2700" b="1">
                <a:solidFill>
                  <a:srgbClr val="16243A"/>
                </a:solidFill>
                <a:latin typeface="Noto Serif SC"/>
                <a:ea typeface="Noto Serif SC"/>
                <a:cs typeface="Noto Serif SC"/>
              </a:defRPr>
            </a:lvl6pPr>
            <a:lvl7pPr algn="l">
              <a:defRPr sz="2700" b="1">
                <a:solidFill>
                  <a:srgbClr val="16243A"/>
                </a:solidFill>
                <a:latin typeface="Noto Serif SC"/>
                <a:ea typeface="Noto Serif SC"/>
                <a:cs typeface="Noto Serif SC"/>
              </a:defRPr>
            </a:lvl7pPr>
            <a:lvl8pPr algn="l">
              <a:defRPr sz="2700" b="1">
                <a:solidFill>
                  <a:srgbClr val="16243A"/>
                </a:solidFill>
                <a:latin typeface="Noto Serif SC"/>
                <a:ea typeface="Noto Serif SC"/>
                <a:cs typeface="Noto Serif SC"/>
              </a:defRPr>
            </a:lvl8pPr>
            <a:lvl9pPr algn="l">
              <a:defRPr sz="2700" b="1">
                <a:solidFill>
                  <a:srgbClr val="16243A"/>
                </a:solidFill>
                <a:latin typeface="Noto Serif SC"/>
                <a:ea typeface="Noto Serif SC"/>
                <a:cs typeface="Noto Serif SC"/>
              </a:defRPr>
            </a:lvl9pPr>
          </a:lstStyle>
          <a:p xmlns:a="http://schemas.openxmlformats.org/drawingml/2006/main">
            <a:pPr algn="l">
              <a:defRPr sz="2700" b="1">
                <a:solidFill>
                  <a:srgbClr val="16243A"/>
                </a:solidFill>
                <a:latin typeface="Noto Serif SC"/>
                <a:ea typeface="Noto Serif SC"/>
                <a:cs typeface="Noto Serif SC"/>
              </a:defRPr>
            </a:pPr>
            <a:r>
              <a:rPr sz="2700" b="1">
                <a:solidFill>
                  <a:srgbClr val="16243A"/>
                </a:solidFill>
                <a:latin typeface="Noto Serif SC"/>
                <a:ea typeface="Noto Serif SC"/>
                <a:cs typeface="Noto Serif SC"/>
              </a:rPr>
              <a:t>现有轨迹与业务数据形成可追溯的态势判读</a:t>
            </a:r>
          </a:p>
        </p:txBody>
      </p:sp>
      <p:sp>
        <p:nvSpPr>
          <p:cNvPr id="3" name="line-2">
            <a:extLst xmlns:a="http://schemas.openxmlformats.org/drawingml/2006/main">
              <a:ext uri="{FF2B5EF4-FFF2-40B4-BE49-F238E27FC236}">
                <a16:creationId xmlns:a16="http://schemas.microsoft.com/office/drawing/2014/main" id="{ECFC161E-7F59-4F0C-BC68-4FE597331752}"/>
              </a:ext>
            </a:extLst>
          </p:cNvPr>
          <p:cNvSpPr>
            <a:spLocks xmlns:a="http://schemas.openxmlformats.org/drawingml/2006/main" noGrp="1"/>
          </p:cNvSpPr>
          <p:nvPr/>
        </p:nvSpPr>
        <p:spPr>
          <a:xfrm xmlns:a="http://schemas.openxmlformats.org/drawingml/2006/main" flipV="0">
            <a:off x="609600" y="1200150"/>
            <a:ext cx="10972800" cy="953"/>
          </a:xfrm>
          <a:prstGeom xmlns:a="http://schemas.openxmlformats.org/drawingml/2006/main" prst="line">
            <a:avLst/>
          </a:prstGeom>
          <a:noFill xmlns:a="http://schemas.openxmlformats.org/drawingml/2006/main"/>
          <a:ln xmlns:a="http://schemas.openxmlformats.org/drawingml/2006/main" w="14288">
            <a:solidFill>
              <a:srgbClr val="D5DAE0"/>
            </a:solidFill>
            <a:prstDash val="solid"/>
          </a:ln>
        </p:spPr>
      </p:sp>
      <p:sp>
        <p:nvSpPr>
          <p:cNvPr id="4" name="o3">
            <a:extLst xmlns:a="http://schemas.openxmlformats.org/drawingml/2006/main">
              <a:ext uri="{FF2B5EF4-FFF2-40B4-BE49-F238E27FC236}">
                <a16:creationId xmlns:a16="http://schemas.microsoft.com/office/drawing/2014/main" id="{E9CD853B-EB3D-41D0-9158-FB0D1C5A571A}"/>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00" b="0">
                <a:solidFill>
                  <a:srgbClr val="6B7689"/>
                </a:solidFill>
                <a:latin typeface="Noto Sans SC"/>
                <a:ea typeface="Noto Sans SC"/>
                <a:cs typeface="Noto Sans SC"/>
              </a:defRPr>
            </a:defPPr>
            <a:lvl1pPr algn="l">
              <a:defRPr sz="900" b="0">
                <a:solidFill>
                  <a:srgbClr val="6B7689"/>
                </a:solidFill>
                <a:latin typeface="Noto Sans SC"/>
                <a:ea typeface="Noto Sans SC"/>
                <a:cs typeface="Noto Sans SC"/>
              </a:defRPr>
            </a:lvl1pPr>
            <a:lvl2pPr algn="l">
              <a:defRPr sz="900" b="0">
                <a:solidFill>
                  <a:srgbClr val="6B7689"/>
                </a:solidFill>
                <a:latin typeface="Noto Sans SC"/>
                <a:ea typeface="Noto Sans SC"/>
                <a:cs typeface="Noto Sans SC"/>
              </a:defRPr>
            </a:lvl2pPr>
            <a:lvl3pPr algn="l">
              <a:defRPr sz="900" b="0">
                <a:solidFill>
                  <a:srgbClr val="6B7689"/>
                </a:solidFill>
                <a:latin typeface="Noto Sans SC"/>
                <a:ea typeface="Noto Sans SC"/>
                <a:cs typeface="Noto Sans SC"/>
              </a:defRPr>
            </a:lvl3pPr>
            <a:lvl4pPr algn="l">
              <a:defRPr sz="900" b="0">
                <a:solidFill>
                  <a:srgbClr val="6B7689"/>
                </a:solidFill>
                <a:latin typeface="Noto Sans SC"/>
                <a:ea typeface="Noto Sans SC"/>
                <a:cs typeface="Noto Sans SC"/>
              </a:defRPr>
            </a:lvl4pPr>
            <a:lvl5pPr algn="l">
              <a:defRPr sz="900" b="0">
                <a:solidFill>
                  <a:srgbClr val="6B7689"/>
                </a:solidFill>
                <a:latin typeface="Noto Sans SC"/>
                <a:ea typeface="Noto Sans SC"/>
                <a:cs typeface="Noto Sans SC"/>
              </a:defRPr>
            </a:lvl5pPr>
            <a:lvl6pPr algn="l">
              <a:defRPr sz="900" b="0">
                <a:solidFill>
                  <a:srgbClr val="6B7689"/>
                </a:solidFill>
                <a:latin typeface="Noto Sans SC"/>
                <a:ea typeface="Noto Sans SC"/>
                <a:cs typeface="Noto Sans SC"/>
              </a:defRPr>
            </a:lvl6pPr>
            <a:lvl7pPr algn="l">
              <a:defRPr sz="900" b="0">
                <a:solidFill>
                  <a:srgbClr val="6B7689"/>
                </a:solidFill>
                <a:latin typeface="Noto Sans SC"/>
                <a:ea typeface="Noto Sans SC"/>
                <a:cs typeface="Noto Sans SC"/>
              </a:defRPr>
            </a:lvl7pPr>
            <a:lvl8pPr algn="l">
              <a:defRPr sz="900" b="0">
                <a:solidFill>
                  <a:srgbClr val="6B7689"/>
                </a:solidFill>
                <a:latin typeface="Noto Sans SC"/>
                <a:ea typeface="Noto Sans SC"/>
                <a:cs typeface="Noto Sans SC"/>
              </a:defRPr>
            </a:lvl8pPr>
            <a:lvl9pPr algn="l">
              <a:defRPr sz="900" b="0">
                <a:solidFill>
                  <a:srgbClr val="6B7689"/>
                </a:solidFill>
                <a:latin typeface="Noto Sans SC"/>
                <a:ea typeface="Noto Sans SC"/>
                <a:cs typeface="Noto Sans SC"/>
              </a:defRPr>
            </a:lvl9pPr>
          </a:lstStyle>
          <a:p xmlns:a="http://schemas.openxmlformats.org/drawingml/2006/main">
            <a:pPr algn="l">
              <a:defRPr sz="900" b="0">
                <a:solidFill>
                  <a:srgbClr val="6B7689"/>
                </a:solidFill>
                <a:latin typeface="Noto Sans SC"/>
                <a:ea typeface="Noto Sans SC"/>
                <a:cs typeface="Noto Sans SC"/>
              </a:defRPr>
            </a:pPr>
            <a:r>
              <a:rPr sz="900" b="0">
                <a:solidFill>
                  <a:srgbClr val="6B7689"/>
                </a:solidFill>
                <a:latin typeface="Noto Sans SC"/>
                <a:ea typeface="Noto Sans SC"/>
                <a:cs typeface="Noto Sans SC"/>
              </a:rPr>
              <a:t>project_reference §1–2；本地实现与历史验证记录</a:t>
            </a:r>
          </a:p>
        </p:txBody>
      </p:sp>
      <p:sp>
        <p:nvSpPr>
          <p:cNvPr id="5" name="o4">
            <a:extLst xmlns:a="http://schemas.openxmlformats.org/drawingml/2006/main">
              <a:ext uri="{FF2B5EF4-FFF2-40B4-BE49-F238E27FC236}">
                <a16:creationId xmlns:a16="http://schemas.microsoft.com/office/drawing/2014/main" id="{D8A6CFFF-3314-4B98-9369-2D3A6FCA03AB}"/>
              </a:ext>
            </a:extLst>
          </p:cNvPr>
          <p:cNvSpPr>
            <a:spLocks xmlns:a="http://schemas.openxmlformats.org/drawingml/2006/main" noGrp="1"/>
          </p:cNvSpPr>
          <p:nvPr/>
        </p:nvSpPr>
        <p:spPr>
          <a:xfrm xmlns:a="http://schemas.openxmlformats.org/drawingml/2006/main">
            <a:off x="10896600" y="6505575"/>
            <a:ext cx="68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6B7689"/>
                </a:solidFill>
                <a:latin typeface="Noto Sans SC"/>
                <a:ea typeface="Noto Sans SC"/>
                <a:cs typeface="Noto Sans SC"/>
              </a:defRPr>
            </a:defPPr>
            <a:lvl1pPr algn="r">
              <a:defRPr sz="1200" b="0">
                <a:solidFill>
                  <a:srgbClr val="6B7689"/>
                </a:solidFill>
                <a:latin typeface="Noto Sans SC"/>
                <a:ea typeface="Noto Sans SC"/>
                <a:cs typeface="Noto Sans SC"/>
              </a:defRPr>
            </a:lvl1pPr>
            <a:lvl2pPr algn="r">
              <a:defRPr sz="1200" b="0">
                <a:solidFill>
                  <a:srgbClr val="6B7689"/>
                </a:solidFill>
                <a:latin typeface="Noto Sans SC"/>
                <a:ea typeface="Noto Sans SC"/>
                <a:cs typeface="Noto Sans SC"/>
              </a:defRPr>
            </a:lvl2pPr>
            <a:lvl3pPr algn="r">
              <a:defRPr sz="1200" b="0">
                <a:solidFill>
                  <a:srgbClr val="6B7689"/>
                </a:solidFill>
                <a:latin typeface="Noto Sans SC"/>
                <a:ea typeface="Noto Sans SC"/>
                <a:cs typeface="Noto Sans SC"/>
              </a:defRPr>
            </a:lvl3pPr>
            <a:lvl4pPr algn="r">
              <a:defRPr sz="1200" b="0">
                <a:solidFill>
                  <a:srgbClr val="6B7689"/>
                </a:solidFill>
                <a:latin typeface="Noto Sans SC"/>
                <a:ea typeface="Noto Sans SC"/>
                <a:cs typeface="Noto Sans SC"/>
              </a:defRPr>
            </a:lvl4pPr>
            <a:lvl5pPr algn="r">
              <a:defRPr sz="1200" b="0">
                <a:solidFill>
                  <a:srgbClr val="6B7689"/>
                </a:solidFill>
                <a:latin typeface="Noto Sans SC"/>
                <a:ea typeface="Noto Sans SC"/>
                <a:cs typeface="Noto Sans SC"/>
              </a:defRPr>
            </a:lvl5pPr>
            <a:lvl6pPr algn="r">
              <a:defRPr sz="1200" b="0">
                <a:solidFill>
                  <a:srgbClr val="6B7689"/>
                </a:solidFill>
                <a:latin typeface="Noto Sans SC"/>
                <a:ea typeface="Noto Sans SC"/>
                <a:cs typeface="Noto Sans SC"/>
              </a:defRPr>
            </a:lvl6pPr>
            <a:lvl7pPr algn="r">
              <a:defRPr sz="1200" b="0">
                <a:solidFill>
                  <a:srgbClr val="6B7689"/>
                </a:solidFill>
                <a:latin typeface="Noto Sans SC"/>
                <a:ea typeface="Noto Sans SC"/>
                <a:cs typeface="Noto Sans SC"/>
              </a:defRPr>
            </a:lvl7pPr>
            <a:lvl8pPr algn="r">
              <a:defRPr sz="1200" b="0">
                <a:solidFill>
                  <a:srgbClr val="6B7689"/>
                </a:solidFill>
                <a:latin typeface="Noto Sans SC"/>
                <a:ea typeface="Noto Sans SC"/>
                <a:cs typeface="Noto Sans SC"/>
              </a:defRPr>
            </a:lvl8pPr>
            <a:lvl9pPr algn="r">
              <a:defRPr sz="1200" b="0">
                <a:solidFill>
                  <a:srgbClr val="6B7689"/>
                </a:solidFill>
                <a:latin typeface="Noto Sans SC"/>
                <a:ea typeface="Noto Sans SC"/>
                <a:cs typeface="Noto Sans SC"/>
              </a:defRPr>
            </a:lvl9pPr>
          </a:lstStyle>
          <a:p xmlns:a="http://schemas.openxmlformats.org/drawingml/2006/main">
            <a:pPr algn="r">
              <a:defRPr sz="1200" b="0">
                <a:solidFill>
                  <a:srgbClr val="6B7689"/>
                </a:solidFill>
                <a:latin typeface="Noto Sans SC"/>
                <a:ea typeface="Noto Sans SC"/>
                <a:cs typeface="Noto Sans SC"/>
              </a:defRPr>
            </a:pPr>
            <a:r>
              <a:rPr sz="1200" b="0">
                <a:solidFill>
                  <a:srgbClr val="6B7689"/>
                </a:solidFill>
                <a:latin typeface="Noto Sans SC"/>
                <a:ea typeface="Noto Sans SC"/>
                <a:cs typeface="Noto Sans SC"/>
              </a:rPr>
              <a:t>01 / 39</a:t>
            </a:r>
          </a:p>
        </p:txBody>
      </p:sp>
      <p:sp>
        <p:nvSpPr>
          <p:cNvPr id="6" name="o5">
            <a:extLst xmlns:a="http://schemas.openxmlformats.org/drawingml/2006/main">
              <a:ext uri="{FF2B5EF4-FFF2-40B4-BE49-F238E27FC236}">
                <a16:creationId xmlns:a16="http://schemas.microsoft.com/office/drawing/2014/main" id="{E24D293F-FC40-44C1-B8E4-2A906D1E33BA}"/>
              </a:ext>
            </a:extLst>
          </p:cNvPr>
          <p:cNvSpPr>
            <a:spLocks xmlns:a="http://schemas.openxmlformats.org/drawingml/2006/main" noGrp="1"/>
          </p:cNvSpPr>
          <p:nvPr/>
        </p:nvSpPr>
        <p:spPr>
          <a:xfrm xmlns:a="http://schemas.openxmlformats.org/drawingml/2006/main">
            <a:off x="609600" y="5981700"/>
            <a:ext cx="10972800" cy="428625"/>
          </a:xfrm>
          <a:prstGeom xmlns:a="http://schemas.openxmlformats.org/drawingml/2006/main" prst="roundRect">
            <a:avLst>
              <a:gd name="adj" fmla="val 17778"/>
            </a:avLst>
          </a:prstGeom>
          <a:solidFill xmlns:a="http://schemas.openxmlformats.org/drawingml/2006/main">
            <a:srgbClr val="D6E6E5"/>
          </a:solidFill>
          <a:ln xmlns:a="http://schemas.openxmlformats.org/drawingml/2006/main" w="0">
            <a:noFill/>
            <a:prstDash val="solid"/>
          </a:ln>
        </p:spPr>
      </p:sp>
      <p:sp>
        <p:nvSpPr>
          <p:cNvPr id="7" name="o6">
            <a:extLst xmlns:a="http://schemas.openxmlformats.org/drawingml/2006/main">
              <a:ext uri="{FF2B5EF4-FFF2-40B4-BE49-F238E27FC236}">
                <a16:creationId xmlns:a16="http://schemas.microsoft.com/office/drawing/2014/main" id="{4A395CF5-2B4F-48C3-ADEF-D2BD20923BEB}"/>
              </a:ext>
            </a:extLst>
          </p:cNvPr>
          <p:cNvSpPr>
            <a:spLocks xmlns:a="http://schemas.openxmlformats.org/drawingml/2006/main" noGrp="1"/>
          </p:cNvSpPr>
          <p:nvPr/>
        </p:nvSpPr>
        <p:spPr>
          <a:xfrm xmlns:a="http://schemas.openxmlformats.org/drawingml/2006/main">
            <a:off x="781050" y="6029325"/>
            <a:ext cx="10629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75" b="1">
                <a:solidFill>
                  <a:srgbClr val="0F6E73"/>
                </a:solidFill>
                <a:latin typeface="Noto Sans SC"/>
                <a:ea typeface="Noto Sans SC"/>
                <a:cs typeface="Noto Sans SC"/>
              </a:defRPr>
            </a:defPPr>
            <a:lvl1pPr algn="l">
              <a:defRPr sz="1575" b="1">
                <a:solidFill>
                  <a:srgbClr val="0F6E73"/>
                </a:solidFill>
                <a:latin typeface="Noto Sans SC"/>
                <a:ea typeface="Noto Sans SC"/>
                <a:cs typeface="Noto Sans SC"/>
              </a:defRPr>
            </a:lvl1pPr>
            <a:lvl2pPr algn="l">
              <a:defRPr sz="1575" b="1">
                <a:solidFill>
                  <a:srgbClr val="0F6E73"/>
                </a:solidFill>
                <a:latin typeface="Noto Sans SC"/>
                <a:ea typeface="Noto Sans SC"/>
                <a:cs typeface="Noto Sans SC"/>
              </a:defRPr>
            </a:lvl2pPr>
            <a:lvl3pPr algn="l">
              <a:defRPr sz="1575" b="1">
                <a:solidFill>
                  <a:srgbClr val="0F6E73"/>
                </a:solidFill>
                <a:latin typeface="Noto Sans SC"/>
                <a:ea typeface="Noto Sans SC"/>
                <a:cs typeface="Noto Sans SC"/>
              </a:defRPr>
            </a:lvl3pPr>
            <a:lvl4pPr algn="l">
              <a:defRPr sz="1575" b="1">
                <a:solidFill>
                  <a:srgbClr val="0F6E73"/>
                </a:solidFill>
                <a:latin typeface="Noto Sans SC"/>
                <a:ea typeface="Noto Sans SC"/>
                <a:cs typeface="Noto Sans SC"/>
              </a:defRPr>
            </a:lvl4pPr>
            <a:lvl5pPr algn="l">
              <a:defRPr sz="1575" b="1">
                <a:solidFill>
                  <a:srgbClr val="0F6E73"/>
                </a:solidFill>
                <a:latin typeface="Noto Sans SC"/>
                <a:ea typeface="Noto Sans SC"/>
                <a:cs typeface="Noto Sans SC"/>
              </a:defRPr>
            </a:lvl5pPr>
            <a:lvl6pPr algn="l">
              <a:defRPr sz="1575" b="1">
                <a:solidFill>
                  <a:srgbClr val="0F6E73"/>
                </a:solidFill>
                <a:latin typeface="Noto Sans SC"/>
                <a:ea typeface="Noto Sans SC"/>
                <a:cs typeface="Noto Sans SC"/>
              </a:defRPr>
            </a:lvl6pPr>
            <a:lvl7pPr algn="l">
              <a:defRPr sz="1575" b="1">
                <a:solidFill>
                  <a:srgbClr val="0F6E73"/>
                </a:solidFill>
                <a:latin typeface="Noto Sans SC"/>
                <a:ea typeface="Noto Sans SC"/>
                <a:cs typeface="Noto Sans SC"/>
              </a:defRPr>
            </a:lvl7pPr>
            <a:lvl8pPr algn="l">
              <a:defRPr sz="1575" b="1">
                <a:solidFill>
                  <a:srgbClr val="0F6E73"/>
                </a:solidFill>
                <a:latin typeface="Noto Sans SC"/>
                <a:ea typeface="Noto Sans SC"/>
                <a:cs typeface="Noto Sans SC"/>
              </a:defRPr>
            </a:lvl8pPr>
            <a:lvl9pPr algn="l">
              <a:defRPr sz="1575" b="1">
                <a:solidFill>
                  <a:srgbClr val="0F6E73"/>
                </a:solidFill>
                <a:latin typeface="Noto Sans SC"/>
                <a:ea typeface="Noto Sans SC"/>
                <a:cs typeface="Noto Sans SC"/>
              </a:defRPr>
            </a:lvl9pPr>
          </a:lstStyle>
          <a:p xmlns:a="http://schemas.openxmlformats.org/drawingml/2006/main">
            <a:pPr algn="l">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汇报主线：输入怎样变成证据，证据怎样形成判断，优化怎样得到验证。</a:t>
            </a:r>
          </a:p>
        </p:txBody>
      </p:sp>
      <p:sp>
        <p:nvSpPr>
          <p:cNvPr id="8" name="o7">
            <a:extLst xmlns:a="http://schemas.openxmlformats.org/drawingml/2006/main">
              <a:ext uri="{FF2B5EF4-FFF2-40B4-BE49-F238E27FC236}">
                <a16:creationId xmlns:a16="http://schemas.microsoft.com/office/drawing/2014/main" id="{AFDD30A2-C094-477C-ADE1-F1D1080E807E}"/>
              </a:ext>
            </a:extLst>
          </p:cNvPr>
          <p:cNvSpPr>
            <a:spLocks xmlns:a="http://schemas.openxmlformats.org/drawingml/2006/main" noGrp="1"/>
          </p:cNvSpPr>
          <p:nvPr/>
        </p:nvSpPr>
        <p:spPr>
          <a:xfrm xmlns:a="http://schemas.openxmlformats.org/drawingml/2006/main">
            <a:off x="609600" y="1809750"/>
            <a:ext cx="3492500" cy="1047750"/>
          </a:xfrm>
          <a:prstGeom xmlns:a="http://schemas.openxmlformats.org/drawingml/2006/main" prst="roundRect">
            <a:avLst>
              <a:gd name="adj" fmla="val 7273"/>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轨迹与业务输入</a:t>
            </a:r>
          </a:p>
        </p:txBody>
      </p:sp>
      <p:sp>
        <p:nvSpPr>
          <p:cNvPr id="9" name="line-7">
            <a:extLst xmlns:a="http://schemas.openxmlformats.org/drawingml/2006/main">
              <a:ext uri="{FF2B5EF4-FFF2-40B4-BE49-F238E27FC236}">
                <a16:creationId xmlns:a16="http://schemas.microsoft.com/office/drawing/2014/main" id="{6079D0D5-BA05-455D-A72A-1FBEEA3B7038}"/>
              </a:ext>
            </a:extLst>
          </p:cNvPr>
          <p:cNvSpPr>
            <a:spLocks xmlns:a="http://schemas.openxmlformats.org/drawingml/2006/main" noGrp="1"/>
          </p:cNvSpPr>
          <p:nvPr/>
        </p:nvSpPr>
        <p:spPr>
          <a:xfrm xmlns:a="http://schemas.openxmlformats.org/drawingml/2006/main" flipV="0">
            <a:off x="4130675" y="2333625"/>
            <a:ext cx="180975"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0" name="line-7">
            <a:extLst xmlns:a="http://schemas.openxmlformats.org/drawingml/2006/main">
              <a:ext uri="{FF2B5EF4-FFF2-40B4-BE49-F238E27FC236}">
                <a16:creationId xmlns:a16="http://schemas.microsoft.com/office/drawing/2014/main" id="{1D4F75C1-4393-45AA-8B93-11138572E063}"/>
              </a:ext>
            </a:extLst>
          </p:cNvPr>
          <p:cNvSpPr>
            <a:spLocks xmlns:a="http://schemas.openxmlformats.org/drawingml/2006/main" noGrp="1"/>
          </p:cNvSpPr>
          <p:nvPr/>
        </p:nvSpPr>
        <p:spPr>
          <a:xfrm xmlns:a="http://schemas.openxmlformats.org/drawingml/2006/main" flipV="1">
            <a:off x="4236419" y="2333625"/>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1" name="line-7">
            <a:extLst xmlns:a="http://schemas.openxmlformats.org/drawingml/2006/main">
              <a:ext uri="{FF2B5EF4-FFF2-40B4-BE49-F238E27FC236}">
                <a16:creationId xmlns:a16="http://schemas.microsoft.com/office/drawing/2014/main" id="{9E79A17D-4579-48B2-B18B-30DF7D54523A}"/>
              </a:ext>
            </a:extLst>
          </p:cNvPr>
          <p:cNvSpPr>
            <a:spLocks xmlns:a="http://schemas.openxmlformats.org/drawingml/2006/main" noGrp="1"/>
          </p:cNvSpPr>
          <p:nvPr/>
        </p:nvSpPr>
        <p:spPr>
          <a:xfrm xmlns:a="http://schemas.openxmlformats.org/drawingml/2006/main" flipV="0">
            <a:off x="4236419" y="2292526"/>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2" name="o11">
            <a:extLst xmlns:a="http://schemas.openxmlformats.org/drawingml/2006/main">
              <a:ext uri="{FF2B5EF4-FFF2-40B4-BE49-F238E27FC236}">
                <a16:creationId xmlns:a16="http://schemas.microsoft.com/office/drawing/2014/main" id="{9FD6684C-3577-4D37-AAD9-886B3EE68B6E}"/>
              </a:ext>
            </a:extLst>
          </p:cNvPr>
          <p:cNvSpPr>
            <a:spLocks xmlns:a="http://schemas.openxmlformats.org/drawingml/2006/main" noGrp="1"/>
          </p:cNvSpPr>
          <p:nvPr/>
        </p:nvSpPr>
        <p:spPr>
          <a:xfrm xmlns:a="http://schemas.openxmlformats.org/drawingml/2006/main">
            <a:off x="4349750" y="1809750"/>
            <a:ext cx="3492500" cy="1047750"/>
          </a:xfrm>
          <a:prstGeom xmlns:a="http://schemas.openxmlformats.org/drawingml/2006/main" prst="roundRect">
            <a:avLst>
              <a:gd name="adj" fmla="val 7273"/>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几何／规则／模型</a:t>
            </a:r>
          </a:p>
        </p:txBody>
      </p:sp>
      <p:sp>
        <p:nvSpPr>
          <p:cNvPr id="13" name="line-8">
            <a:extLst xmlns:a="http://schemas.openxmlformats.org/drawingml/2006/main">
              <a:ext uri="{FF2B5EF4-FFF2-40B4-BE49-F238E27FC236}">
                <a16:creationId xmlns:a16="http://schemas.microsoft.com/office/drawing/2014/main" id="{D5F3EBAE-FE8F-4BE6-B95A-C2281A9F6243}"/>
              </a:ext>
            </a:extLst>
          </p:cNvPr>
          <p:cNvSpPr>
            <a:spLocks xmlns:a="http://schemas.openxmlformats.org/drawingml/2006/main" noGrp="1"/>
          </p:cNvSpPr>
          <p:nvPr/>
        </p:nvSpPr>
        <p:spPr>
          <a:xfrm xmlns:a="http://schemas.openxmlformats.org/drawingml/2006/main" flipV="0">
            <a:off x="7870825" y="2333625"/>
            <a:ext cx="180975"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4" name="line-8">
            <a:extLst xmlns:a="http://schemas.openxmlformats.org/drawingml/2006/main">
              <a:ext uri="{FF2B5EF4-FFF2-40B4-BE49-F238E27FC236}">
                <a16:creationId xmlns:a16="http://schemas.microsoft.com/office/drawing/2014/main" id="{7F1A36AC-5FD6-4A39-9E64-E01F5C2D4A26}"/>
              </a:ext>
            </a:extLst>
          </p:cNvPr>
          <p:cNvSpPr>
            <a:spLocks xmlns:a="http://schemas.openxmlformats.org/drawingml/2006/main" noGrp="1"/>
          </p:cNvSpPr>
          <p:nvPr/>
        </p:nvSpPr>
        <p:spPr>
          <a:xfrm xmlns:a="http://schemas.openxmlformats.org/drawingml/2006/main" flipV="1">
            <a:off x="7976569" y="2333625"/>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5" name="line-8">
            <a:extLst xmlns:a="http://schemas.openxmlformats.org/drawingml/2006/main">
              <a:ext uri="{FF2B5EF4-FFF2-40B4-BE49-F238E27FC236}">
                <a16:creationId xmlns:a16="http://schemas.microsoft.com/office/drawing/2014/main" id="{DE15846D-5265-4060-8A61-50BDC86789AB}"/>
              </a:ext>
            </a:extLst>
          </p:cNvPr>
          <p:cNvSpPr>
            <a:spLocks xmlns:a="http://schemas.openxmlformats.org/drawingml/2006/main" noGrp="1"/>
          </p:cNvSpPr>
          <p:nvPr/>
        </p:nvSpPr>
        <p:spPr>
          <a:xfrm xmlns:a="http://schemas.openxmlformats.org/drawingml/2006/main" flipV="0">
            <a:off x="7976569" y="2292526"/>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6" name="o15">
            <a:extLst xmlns:a="http://schemas.openxmlformats.org/drawingml/2006/main">
              <a:ext uri="{FF2B5EF4-FFF2-40B4-BE49-F238E27FC236}">
                <a16:creationId xmlns:a16="http://schemas.microsoft.com/office/drawing/2014/main" id="{E608857D-3A2E-4773-91C0-8B0DBF11A957}"/>
              </a:ext>
            </a:extLst>
          </p:cNvPr>
          <p:cNvSpPr>
            <a:spLocks xmlns:a="http://schemas.openxmlformats.org/drawingml/2006/main" noGrp="1"/>
          </p:cNvSpPr>
          <p:nvPr/>
        </p:nvSpPr>
        <p:spPr>
          <a:xfrm xmlns:a="http://schemas.openxmlformats.org/drawingml/2006/main">
            <a:off x="8089900" y="1809750"/>
            <a:ext cx="3492500" cy="1047750"/>
          </a:xfrm>
          <a:prstGeom xmlns:a="http://schemas.openxmlformats.org/drawingml/2006/main" prst="roundRect">
            <a:avLst>
              <a:gd name="adj" fmla="val 7273"/>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单机与集群输出</a:t>
            </a:r>
          </a:p>
        </p:txBody>
      </p:sp>
      <p:sp>
        <p:nvSpPr>
          <p:cNvPr id="17" name="o16">
            <a:extLst xmlns:a="http://schemas.openxmlformats.org/drawingml/2006/main">
              <a:ext uri="{FF2B5EF4-FFF2-40B4-BE49-F238E27FC236}">
                <a16:creationId xmlns:a16="http://schemas.microsoft.com/office/drawing/2014/main" id="{7B3CAFBE-150F-4F1C-9C5C-7C0B5CDA00D3}"/>
              </a:ext>
            </a:extLst>
          </p:cNvPr>
          <p:cNvSpPr>
            <a:spLocks xmlns:a="http://schemas.openxmlformats.org/drawingml/2006/main" noGrp="1"/>
          </p:cNvSpPr>
          <p:nvPr/>
        </p:nvSpPr>
        <p:spPr>
          <a:xfrm xmlns:a="http://schemas.openxmlformats.org/drawingml/2006/main">
            <a:off x="609600" y="3486150"/>
            <a:ext cx="3333750" cy="1809750"/>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18" name="line-10">
            <a:extLst xmlns:a="http://schemas.openxmlformats.org/drawingml/2006/main">
              <a:ext uri="{FF2B5EF4-FFF2-40B4-BE49-F238E27FC236}">
                <a16:creationId xmlns:a16="http://schemas.microsoft.com/office/drawing/2014/main" id="{D71B63D7-8AE3-43C2-A034-88B51E12E2AF}"/>
              </a:ext>
            </a:extLst>
          </p:cNvPr>
          <p:cNvSpPr>
            <a:spLocks xmlns:a="http://schemas.openxmlformats.org/drawingml/2006/main" noGrp="1"/>
          </p:cNvSpPr>
          <p:nvPr/>
        </p:nvSpPr>
        <p:spPr>
          <a:xfrm xmlns:a="http://schemas.openxmlformats.org/drawingml/2006/main" flipV="0">
            <a:off x="609600" y="3486150"/>
            <a:ext cx="3333750" cy="953"/>
          </a:xfrm>
          <a:prstGeom xmlns:a="http://schemas.openxmlformats.org/drawingml/2006/main" prst="line">
            <a:avLst/>
          </a:prstGeom>
          <a:noFill xmlns:a="http://schemas.openxmlformats.org/drawingml/2006/main"/>
          <a:ln xmlns:a="http://schemas.openxmlformats.org/drawingml/2006/main" w="28575">
            <a:solidFill>
              <a:srgbClr val="0F6E73"/>
            </a:solidFill>
            <a:prstDash val="solid"/>
          </a:ln>
        </p:spPr>
      </p:sp>
      <p:sp>
        <p:nvSpPr>
          <p:cNvPr id="19" name="o18">
            <a:extLst xmlns:a="http://schemas.openxmlformats.org/drawingml/2006/main">
              <a:ext uri="{FF2B5EF4-FFF2-40B4-BE49-F238E27FC236}">
                <a16:creationId xmlns:a16="http://schemas.microsoft.com/office/drawing/2014/main" id="{2DAC0F68-5FD3-4FD7-9915-3BEDCFAEA3B9}"/>
              </a:ext>
            </a:extLst>
          </p:cNvPr>
          <p:cNvSpPr>
            <a:spLocks xmlns:a="http://schemas.openxmlformats.org/drawingml/2006/main" noGrp="1"/>
          </p:cNvSpPr>
          <p:nvPr/>
        </p:nvSpPr>
        <p:spPr>
          <a:xfrm xmlns:a="http://schemas.openxmlformats.org/drawingml/2006/main">
            <a:off x="762000" y="3581400"/>
            <a:ext cx="3028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0F6E73"/>
                </a:solidFill>
                <a:latin typeface="Noto Sans SC"/>
                <a:ea typeface="Noto Sans SC"/>
                <a:cs typeface="Noto Sans SC"/>
              </a:defRPr>
            </a:defPPr>
            <a:lvl1pPr algn="l">
              <a:defRPr sz="1800" b="1">
                <a:solidFill>
                  <a:srgbClr val="0F6E73"/>
                </a:solidFill>
                <a:latin typeface="Noto Sans SC"/>
                <a:ea typeface="Noto Sans SC"/>
                <a:cs typeface="Noto Sans SC"/>
              </a:defRPr>
            </a:lvl1pPr>
            <a:lvl2pPr algn="l">
              <a:defRPr sz="1800" b="1">
                <a:solidFill>
                  <a:srgbClr val="0F6E73"/>
                </a:solidFill>
                <a:latin typeface="Noto Sans SC"/>
                <a:ea typeface="Noto Sans SC"/>
                <a:cs typeface="Noto Sans SC"/>
              </a:defRPr>
            </a:lvl2pPr>
            <a:lvl3pPr algn="l">
              <a:defRPr sz="1800" b="1">
                <a:solidFill>
                  <a:srgbClr val="0F6E73"/>
                </a:solidFill>
                <a:latin typeface="Noto Sans SC"/>
                <a:ea typeface="Noto Sans SC"/>
                <a:cs typeface="Noto Sans SC"/>
              </a:defRPr>
            </a:lvl3pPr>
            <a:lvl4pPr algn="l">
              <a:defRPr sz="1800" b="1">
                <a:solidFill>
                  <a:srgbClr val="0F6E73"/>
                </a:solidFill>
                <a:latin typeface="Noto Sans SC"/>
                <a:ea typeface="Noto Sans SC"/>
                <a:cs typeface="Noto Sans SC"/>
              </a:defRPr>
            </a:lvl4pPr>
            <a:lvl5pPr algn="l">
              <a:defRPr sz="1800" b="1">
                <a:solidFill>
                  <a:srgbClr val="0F6E73"/>
                </a:solidFill>
                <a:latin typeface="Noto Sans SC"/>
                <a:ea typeface="Noto Sans SC"/>
                <a:cs typeface="Noto Sans SC"/>
              </a:defRPr>
            </a:lvl5pPr>
            <a:lvl6pPr algn="l">
              <a:defRPr sz="1800" b="1">
                <a:solidFill>
                  <a:srgbClr val="0F6E73"/>
                </a:solidFill>
                <a:latin typeface="Noto Sans SC"/>
                <a:ea typeface="Noto Sans SC"/>
                <a:cs typeface="Noto Sans SC"/>
              </a:defRPr>
            </a:lvl6pPr>
            <a:lvl7pPr algn="l">
              <a:defRPr sz="1800" b="1">
                <a:solidFill>
                  <a:srgbClr val="0F6E73"/>
                </a:solidFill>
                <a:latin typeface="Noto Sans SC"/>
                <a:ea typeface="Noto Sans SC"/>
                <a:cs typeface="Noto Sans SC"/>
              </a:defRPr>
            </a:lvl7pPr>
            <a:lvl8pPr algn="l">
              <a:defRPr sz="1800" b="1">
                <a:solidFill>
                  <a:srgbClr val="0F6E73"/>
                </a:solidFill>
                <a:latin typeface="Noto Sans SC"/>
                <a:ea typeface="Noto Sans SC"/>
                <a:cs typeface="Noto Sans SC"/>
              </a:defRPr>
            </a:lvl8pPr>
            <a:lvl9pPr algn="l">
              <a:defRPr sz="1800" b="1">
                <a:solidFill>
                  <a:srgbClr val="0F6E73"/>
                </a:solidFill>
                <a:latin typeface="Noto Sans SC"/>
                <a:ea typeface="Noto Sans SC"/>
                <a:cs typeface="Noto Sans SC"/>
              </a:defRPr>
            </a:lvl9pPr>
          </a:lstStyle>
          <a:p xmlns:a="http://schemas.openxmlformats.org/drawingml/2006/main">
            <a:pPr algn="l">
              <a:defRPr sz="1800" b="1">
                <a:solidFill>
                  <a:srgbClr val="0F6E73"/>
                </a:solidFill>
                <a:latin typeface="Noto Sans SC"/>
                <a:ea typeface="Noto Sans SC"/>
                <a:cs typeface="Noto Sans SC"/>
              </a:defRPr>
            </a:pPr>
            <a:r>
              <a:rPr sz="1800" b="1">
                <a:solidFill>
                  <a:srgbClr val="0F6E73"/>
                </a:solidFill>
                <a:latin typeface="Noto Sans SC"/>
                <a:ea typeface="Noto Sans SC"/>
                <a:cs typeface="Noto Sans SC"/>
              </a:rPr>
              <a:t>方法解释</a:t>
            </a:r>
          </a:p>
        </p:txBody>
      </p:sp>
      <p:sp>
        <p:nvSpPr>
          <p:cNvPr id="20" name="o19">
            <a:extLst xmlns:a="http://schemas.openxmlformats.org/drawingml/2006/main">
              <a:ext uri="{FF2B5EF4-FFF2-40B4-BE49-F238E27FC236}">
                <a16:creationId xmlns:a16="http://schemas.microsoft.com/office/drawing/2014/main" id="{2AF4B2A1-F312-4DE7-9EC4-E3C03E7EB8C0}"/>
              </a:ext>
            </a:extLst>
          </p:cNvPr>
          <p:cNvSpPr>
            <a:spLocks xmlns:a="http://schemas.openxmlformats.org/drawingml/2006/main" noGrp="1"/>
          </p:cNvSpPr>
          <p:nvPr/>
        </p:nvSpPr>
        <p:spPr>
          <a:xfrm xmlns:a="http://schemas.openxmlformats.org/drawingml/2006/main">
            <a:off x="762000" y="4038600"/>
            <a:ext cx="30289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46536A"/>
                </a:solidFill>
                <a:latin typeface="Noto Sans SC"/>
                <a:ea typeface="Noto Sans SC"/>
                <a:cs typeface="Noto Sans SC"/>
              </a:defRPr>
            </a:defPPr>
            <a:lvl1pPr algn="l">
              <a:defRPr sz="1575" b="0">
                <a:solidFill>
                  <a:srgbClr val="46536A"/>
                </a:solidFill>
                <a:latin typeface="Noto Sans SC"/>
                <a:ea typeface="Noto Sans SC"/>
                <a:cs typeface="Noto Sans SC"/>
              </a:defRPr>
            </a:lvl1pPr>
            <a:lvl2pPr algn="l">
              <a:defRPr sz="1575" b="0">
                <a:solidFill>
                  <a:srgbClr val="46536A"/>
                </a:solidFill>
                <a:latin typeface="Noto Sans SC"/>
                <a:ea typeface="Noto Sans SC"/>
                <a:cs typeface="Noto Sans SC"/>
              </a:defRPr>
            </a:lvl2pPr>
            <a:lvl3pPr algn="l">
              <a:defRPr sz="1575" b="0">
                <a:solidFill>
                  <a:srgbClr val="46536A"/>
                </a:solidFill>
                <a:latin typeface="Noto Sans SC"/>
                <a:ea typeface="Noto Sans SC"/>
                <a:cs typeface="Noto Sans SC"/>
              </a:defRPr>
            </a:lvl3pPr>
            <a:lvl4pPr algn="l">
              <a:defRPr sz="1575" b="0">
                <a:solidFill>
                  <a:srgbClr val="46536A"/>
                </a:solidFill>
                <a:latin typeface="Noto Sans SC"/>
                <a:ea typeface="Noto Sans SC"/>
                <a:cs typeface="Noto Sans SC"/>
              </a:defRPr>
            </a:lvl4pPr>
            <a:lvl5pPr algn="l">
              <a:defRPr sz="1575" b="0">
                <a:solidFill>
                  <a:srgbClr val="46536A"/>
                </a:solidFill>
                <a:latin typeface="Noto Sans SC"/>
                <a:ea typeface="Noto Sans SC"/>
                <a:cs typeface="Noto Sans SC"/>
              </a:defRPr>
            </a:lvl5pPr>
            <a:lvl6pPr algn="l">
              <a:defRPr sz="1575" b="0">
                <a:solidFill>
                  <a:srgbClr val="46536A"/>
                </a:solidFill>
                <a:latin typeface="Noto Sans SC"/>
                <a:ea typeface="Noto Sans SC"/>
                <a:cs typeface="Noto Sans SC"/>
              </a:defRPr>
            </a:lvl6pPr>
            <a:lvl7pPr algn="l">
              <a:defRPr sz="1575" b="0">
                <a:solidFill>
                  <a:srgbClr val="46536A"/>
                </a:solidFill>
                <a:latin typeface="Noto Sans SC"/>
                <a:ea typeface="Noto Sans SC"/>
                <a:cs typeface="Noto Sans SC"/>
              </a:defRPr>
            </a:lvl7pPr>
            <a:lvl8pPr algn="l">
              <a:defRPr sz="1575" b="0">
                <a:solidFill>
                  <a:srgbClr val="46536A"/>
                </a:solidFill>
                <a:latin typeface="Noto Sans SC"/>
                <a:ea typeface="Noto Sans SC"/>
                <a:cs typeface="Noto Sans SC"/>
              </a:defRPr>
            </a:lvl8pPr>
            <a:lvl9pPr algn="l">
              <a:defRPr sz="1575" b="0">
                <a:solidFill>
                  <a:srgbClr val="46536A"/>
                </a:solidFill>
                <a:latin typeface="Noto Sans SC"/>
                <a:ea typeface="Noto Sans SC"/>
                <a:cs typeface="Noto Sans SC"/>
              </a:defRPr>
            </a:lvl9pPr>
          </a:lstStyle>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每个模块给出计算依据</a:t>
            </a:r>
          </a:p>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数学定义、结构与适用条件</a:t>
            </a:r>
          </a:p>
        </p:txBody>
      </p:sp>
      <p:sp>
        <p:nvSpPr>
          <p:cNvPr id="21" name="o20">
            <a:extLst xmlns:a="http://schemas.openxmlformats.org/drawingml/2006/main">
              <a:ext uri="{FF2B5EF4-FFF2-40B4-BE49-F238E27FC236}">
                <a16:creationId xmlns:a16="http://schemas.microsoft.com/office/drawing/2014/main" id="{5404FB80-6D56-4775-8ABB-8CA15CF28F82}"/>
              </a:ext>
            </a:extLst>
          </p:cNvPr>
          <p:cNvSpPr>
            <a:spLocks xmlns:a="http://schemas.openxmlformats.org/drawingml/2006/main" noGrp="1"/>
          </p:cNvSpPr>
          <p:nvPr/>
        </p:nvSpPr>
        <p:spPr>
          <a:xfrm xmlns:a="http://schemas.openxmlformats.org/drawingml/2006/main">
            <a:off x="4314825" y="3486150"/>
            <a:ext cx="3333750" cy="1809750"/>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22" name="line-13">
            <a:extLst xmlns:a="http://schemas.openxmlformats.org/drawingml/2006/main">
              <a:ext uri="{FF2B5EF4-FFF2-40B4-BE49-F238E27FC236}">
                <a16:creationId xmlns:a16="http://schemas.microsoft.com/office/drawing/2014/main" id="{151C7324-2C91-49D5-B1ED-8D4AA7890B88}"/>
              </a:ext>
            </a:extLst>
          </p:cNvPr>
          <p:cNvSpPr>
            <a:spLocks xmlns:a="http://schemas.openxmlformats.org/drawingml/2006/main" noGrp="1"/>
          </p:cNvSpPr>
          <p:nvPr/>
        </p:nvSpPr>
        <p:spPr>
          <a:xfrm xmlns:a="http://schemas.openxmlformats.org/drawingml/2006/main" flipV="0">
            <a:off x="4314825" y="3486150"/>
            <a:ext cx="3333750" cy="953"/>
          </a:xfrm>
          <a:prstGeom xmlns:a="http://schemas.openxmlformats.org/drawingml/2006/main" prst="line">
            <a:avLst/>
          </a:prstGeom>
          <a:noFill xmlns:a="http://schemas.openxmlformats.org/drawingml/2006/main"/>
          <a:ln xmlns:a="http://schemas.openxmlformats.org/drawingml/2006/main" w="28575">
            <a:solidFill>
              <a:srgbClr val="32668E"/>
            </a:solidFill>
            <a:prstDash val="solid"/>
          </a:ln>
        </p:spPr>
      </p:sp>
      <p:sp>
        <p:nvSpPr>
          <p:cNvPr id="23" name="o22">
            <a:extLst xmlns:a="http://schemas.openxmlformats.org/drawingml/2006/main">
              <a:ext uri="{FF2B5EF4-FFF2-40B4-BE49-F238E27FC236}">
                <a16:creationId xmlns:a16="http://schemas.microsoft.com/office/drawing/2014/main" id="{CF770900-A693-4FFF-B400-F8778DDBF17F}"/>
              </a:ext>
            </a:extLst>
          </p:cNvPr>
          <p:cNvSpPr>
            <a:spLocks xmlns:a="http://schemas.openxmlformats.org/drawingml/2006/main" noGrp="1"/>
          </p:cNvSpPr>
          <p:nvPr/>
        </p:nvSpPr>
        <p:spPr>
          <a:xfrm xmlns:a="http://schemas.openxmlformats.org/drawingml/2006/main">
            <a:off x="4467225" y="3581400"/>
            <a:ext cx="3028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32668E"/>
                </a:solidFill>
                <a:latin typeface="Noto Sans SC"/>
                <a:ea typeface="Noto Sans SC"/>
                <a:cs typeface="Noto Sans SC"/>
              </a:defRPr>
            </a:defPPr>
            <a:lvl1pPr algn="l">
              <a:defRPr sz="1800" b="1">
                <a:solidFill>
                  <a:srgbClr val="32668E"/>
                </a:solidFill>
                <a:latin typeface="Noto Sans SC"/>
                <a:ea typeface="Noto Sans SC"/>
                <a:cs typeface="Noto Sans SC"/>
              </a:defRPr>
            </a:lvl1pPr>
            <a:lvl2pPr algn="l">
              <a:defRPr sz="1800" b="1">
                <a:solidFill>
                  <a:srgbClr val="32668E"/>
                </a:solidFill>
                <a:latin typeface="Noto Sans SC"/>
                <a:ea typeface="Noto Sans SC"/>
                <a:cs typeface="Noto Sans SC"/>
              </a:defRPr>
            </a:lvl2pPr>
            <a:lvl3pPr algn="l">
              <a:defRPr sz="1800" b="1">
                <a:solidFill>
                  <a:srgbClr val="32668E"/>
                </a:solidFill>
                <a:latin typeface="Noto Sans SC"/>
                <a:ea typeface="Noto Sans SC"/>
                <a:cs typeface="Noto Sans SC"/>
              </a:defRPr>
            </a:lvl3pPr>
            <a:lvl4pPr algn="l">
              <a:defRPr sz="1800" b="1">
                <a:solidFill>
                  <a:srgbClr val="32668E"/>
                </a:solidFill>
                <a:latin typeface="Noto Sans SC"/>
                <a:ea typeface="Noto Sans SC"/>
                <a:cs typeface="Noto Sans SC"/>
              </a:defRPr>
            </a:lvl4pPr>
            <a:lvl5pPr algn="l">
              <a:defRPr sz="1800" b="1">
                <a:solidFill>
                  <a:srgbClr val="32668E"/>
                </a:solidFill>
                <a:latin typeface="Noto Sans SC"/>
                <a:ea typeface="Noto Sans SC"/>
                <a:cs typeface="Noto Sans SC"/>
              </a:defRPr>
            </a:lvl5pPr>
            <a:lvl6pPr algn="l">
              <a:defRPr sz="1800" b="1">
                <a:solidFill>
                  <a:srgbClr val="32668E"/>
                </a:solidFill>
                <a:latin typeface="Noto Sans SC"/>
                <a:ea typeface="Noto Sans SC"/>
                <a:cs typeface="Noto Sans SC"/>
              </a:defRPr>
            </a:lvl6pPr>
            <a:lvl7pPr algn="l">
              <a:defRPr sz="1800" b="1">
                <a:solidFill>
                  <a:srgbClr val="32668E"/>
                </a:solidFill>
                <a:latin typeface="Noto Sans SC"/>
                <a:ea typeface="Noto Sans SC"/>
                <a:cs typeface="Noto Sans SC"/>
              </a:defRPr>
            </a:lvl7pPr>
            <a:lvl8pPr algn="l">
              <a:defRPr sz="1800" b="1">
                <a:solidFill>
                  <a:srgbClr val="32668E"/>
                </a:solidFill>
                <a:latin typeface="Noto Sans SC"/>
                <a:ea typeface="Noto Sans SC"/>
                <a:cs typeface="Noto Sans SC"/>
              </a:defRPr>
            </a:lvl8pPr>
            <a:lvl9pPr algn="l">
              <a:defRPr sz="1800" b="1">
                <a:solidFill>
                  <a:srgbClr val="32668E"/>
                </a:solidFill>
                <a:latin typeface="Noto Sans SC"/>
                <a:ea typeface="Noto Sans SC"/>
                <a:cs typeface="Noto Sans SC"/>
              </a:defRPr>
            </a:lvl9pPr>
          </a:lstStyle>
          <a:p xmlns:a="http://schemas.openxmlformats.org/drawingml/2006/main">
            <a:pPr algn="l">
              <a:defRPr sz="1800" b="1">
                <a:solidFill>
                  <a:srgbClr val="32668E"/>
                </a:solidFill>
                <a:latin typeface="Noto Sans SC"/>
                <a:ea typeface="Noto Sans SC"/>
                <a:cs typeface="Noto Sans SC"/>
              </a:defRPr>
            </a:pPr>
            <a:r>
              <a:rPr sz="1800" b="1">
                <a:solidFill>
                  <a:srgbClr val="32668E"/>
                </a:solidFill>
                <a:latin typeface="Noto Sans SC"/>
                <a:ea typeface="Noto Sans SC"/>
                <a:cs typeface="Noto Sans SC"/>
              </a:rPr>
              <a:t>工程优化</a:t>
            </a:r>
          </a:p>
        </p:txBody>
      </p:sp>
      <p:sp>
        <p:nvSpPr>
          <p:cNvPr id="24" name="o23">
            <a:extLst xmlns:a="http://schemas.openxmlformats.org/drawingml/2006/main">
              <a:ext uri="{FF2B5EF4-FFF2-40B4-BE49-F238E27FC236}">
                <a16:creationId xmlns:a16="http://schemas.microsoft.com/office/drawing/2014/main" id="{851C8C84-CA2E-4111-9A9A-C7A965A87817}"/>
              </a:ext>
            </a:extLst>
          </p:cNvPr>
          <p:cNvSpPr>
            <a:spLocks xmlns:a="http://schemas.openxmlformats.org/drawingml/2006/main" noGrp="1"/>
          </p:cNvSpPr>
          <p:nvPr/>
        </p:nvSpPr>
        <p:spPr>
          <a:xfrm xmlns:a="http://schemas.openxmlformats.org/drawingml/2006/main">
            <a:off x="4467225" y="4038600"/>
            <a:ext cx="30289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46536A"/>
                </a:solidFill>
                <a:latin typeface="Noto Sans SC"/>
                <a:ea typeface="Noto Sans SC"/>
                <a:cs typeface="Noto Sans SC"/>
              </a:defRPr>
            </a:defPPr>
            <a:lvl1pPr algn="l">
              <a:defRPr sz="1575" b="0">
                <a:solidFill>
                  <a:srgbClr val="46536A"/>
                </a:solidFill>
                <a:latin typeface="Noto Sans SC"/>
                <a:ea typeface="Noto Sans SC"/>
                <a:cs typeface="Noto Sans SC"/>
              </a:defRPr>
            </a:lvl1pPr>
            <a:lvl2pPr algn="l">
              <a:defRPr sz="1575" b="0">
                <a:solidFill>
                  <a:srgbClr val="46536A"/>
                </a:solidFill>
                <a:latin typeface="Noto Sans SC"/>
                <a:ea typeface="Noto Sans SC"/>
                <a:cs typeface="Noto Sans SC"/>
              </a:defRPr>
            </a:lvl2pPr>
            <a:lvl3pPr algn="l">
              <a:defRPr sz="1575" b="0">
                <a:solidFill>
                  <a:srgbClr val="46536A"/>
                </a:solidFill>
                <a:latin typeface="Noto Sans SC"/>
                <a:ea typeface="Noto Sans SC"/>
                <a:cs typeface="Noto Sans SC"/>
              </a:defRPr>
            </a:lvl3pPr>
            <a:lvl4pPr algn="l">
              <a:defRPr sz="1575" b="0">
                <a:solidFill>
                  <a:srgbClr val="46536A"/>
                </a:solidFill>
                <a:latin typeface="Noto Sans SC"/>
                <a:ea typeface="Noto Sans SC"/>
                <a:cs typeface="Noto Sans SC"/>
              </a:defRPr>
            </a:lvl4pPr>
            <a:lvl5pPr algn="l">
              <a:defRPr sz="1575" b="0">
                <a:solidFill>
                  <a:srgbClr val="46536A"/>
                </a:solidFill>
                <a:latin typeface="Noto Sans SC"/>
                <a:ea typeface="Noto Sans SC"/>
                <a:cs typeface="Noto Sans SC"/>
              </a:defRPr>
            </a:lvl5pPr>
            <a:lvl6pPr algn="l">
              <a:defRPr sz="1575" b="0">
                <a:solidFill>
                  <a:srgbClr val="46536A"/>
                </a:solidFill>
                <a:latin typeface="Noto Sans SC"/>
                <a:ea typeface="Noto Sans SC"/>
                <a:cs typeface="Noto Sans SC"/>
              </a:defRPr>
            </a:lvl6pPr>
            <a:lvl7pPr algn="l">
              <a:defRPr sz="1575" b="0">
                <a:solidFill>
                  <a:srgbClr val="46536A"/>
                </a:solidFill>
                <a:latin typeface="Noto Sans SC"/>
                <a:ea typeface="Noto Sans SC"/>
                <a:cs typeface="Noto Sans SC"/>
              </a:defRPr>
            </a:lvl7pPr>
            <a:lvl8pPr algn="l">
              <a:defRPr sz="1575" b="0">
                <a:solidFill>
                  <a:srgbClr val="46536A"/>
                </a:solidFill>
                <a:latin typeface="Noto Sans SC"/>
                <a:ea typeface="Noto Sans SC"/>
                <a:cs typeface="Noto Sans SC"/>
              </a:defRPr>
            </a:lvl8pPr>
            <a:lvl9pPr algn="l">
              <a:defRPr sz="1575" b="0">
                <a:solidFill>
                  <a:srgbClr val="46536A"/>
                </a:solidFill>
                <a:latin typeface="Noto Sans SC"/>
                <a:ea typeface="Noto Sans SC"/>
                <a:cs typeface="Noto Sans SC"/>
              </a:defRPr>
            </a:lvl9pPr>
          </a:lstStyle>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向量化、邻域筛选与复用</a:t>
            </a:r>
          </a:p>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紧邻对应算法呈现证据</a:t>
            </a:r>
          </a:p>
        </p:txBody>
      </p:sp>
      <p:sp>
        <p:nvSpPr>
          <p:cNvPr id="25" name="o24">
            <a:extLst xmlns:a="http://schemas.openxmlformats.org/drawingml/2006/main">
              <a:ext uri="{FF2B5EF4-FFF2-40B4-BE49-F238E27FC236}">
                <a16:creationId xmlns:a16="http://schemas.microsoft.com/office/drawing/2014/main" id="{E3F6F0C8-1F1B-4A31-B8E1-A058330C04DC}"/>
              </a:ext>
            </a:extLst>
          </p:cNvPr>
          <p:cNvSpPr>
            <a:spLocks xmlns:a="http://schemas.openxmlformats.org/drawingml/2006/main" noGrp="1"/>
          </p:cNvSpPr>
          <p:nvPr/>
        </p:nvSpPr>
        <p:spPr>
          <a:xfrm xmlns:a="http://schemas.openxmlformats.org/drawingml/2006/main">
            <a:off x="8020050" y="3486150"/>
            <a:ext cx="3562350" cy="1809750"/>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26" name="line-16">
            <a:extLst xmlns:a="http://schemas.openxmlformats.org/drawingml/2006/main">
              <a:ext uri="{FF2B5EF4-FFF2-40B4-BE49-F238E27FC236}">
                <a16:creationId xmlns:a16="http://schemas.microsoft.com/office/drawing/2014/main" id="{FA57E6F9-EC5B-466A-BF9D-01897574097B}"/>
              </a:ext>
            </a:extLst>
          </p:cNvPr>
          <p:cNvSpPr>
            <a:spLocks xmlns:a="http://schemas.openxmlformats.org/drawingml/2006/main" noGrp="1"/>
          </p:cNvSpPr>
          <p:nvPr/>
        </p:nvSpPr>
        <p:spPr>
          <a:xfrm xmlns:a="http://schemas.openxmlformats.org/drawingml/2006/main" flipV="0">
            <a:off x="8020050" y="3486150"/>
            <a:ext cx="3562350" cy="953"/>
          </a:xfrm>
          <a:prstGeom xmlns:a="http://schemas.openxmlformats.org/drawingml/2006/main" prst="line">
            <a:avLst/>
          </a:prstGeom>
          <a:noFill xmlns:a="http://schemas.openxmlformats.org/drawingml/2006/main"/>
          <a:ln xmlns:a="http://schemas.openxmlformats.org/drawingml/2006/main" w="28575">
            <a:solidFill>
              <a:srgbClr val="B85A1E"/>
            </a:solidFill>
            <a:prstDash val="solid"/>
          </a:ln>
        </p:spPr>
      </p:sp>
      <p:sp>
        <p:nvSpPr>
          <p:cNvPr id="27" name="o26">
            <a:extLst xmlns:a="http://schemas.openxmlformats.org/drawingml/2006/main">
              <a:ext uri="{FF2B5EF4-FFF2-40B4-BE49-F238E27FC236}">
                <a16:creationId xmlns:a16="http://schemas.microsoft.com/office/drawing/2014/main" id="{B47E20C7-CF69-4717-89C7-94BF07BA5191}"/>
              </a:ext>
            </a:extLst>
          </p:cNvPr>
          <p:cNvSpPr>
            <a:spLocks xmlns:a="http://schemas.openxmlformats.org/drawingml/2006/main" noGrp="1"/>
          </p:cNvSpPr>
          <p:nvPr/>
        </p:nvSpPr>
        <p:spPr>
          <a:xfrm xmlns:a="http://schemas.openxmlformats.org/drawingml/2006/main">
            <a:off x="8172450" y="3581400"/>
            <a:ext cx="3257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B85A1E"/>
                </a:solidFill>
                <a:latin typeface="Noto Sans SC"/>
                <a:ea typeface="Noto Sans SC"/>
                <a:cs typeface="Noto Sans SC"/>
              </a:defRPr>
            </a:defPPr>
            <a:lvl1pPr algn="l">
              <a:defRPr sz="1800" b="1">
                <a:solidFill>
                  <a:srgbClr val="B85A1E"/>
                </a:solidFill>
                <a:latin typeface="Noto Sans SC"/>
                <a:ea typeface="Noto Sans SC"/>
                <a:cs typeface="Noto Sans SC"/>
              </a:defRPr>
            </a:lvl1pPr>
            <a:lvl2pPr algn="l">
              <a:defRPr sz="1800" b="1">
                <a:solidFill>
                  <a:srgbClr val="B85A1E"/>
                </a:solidFill>
                <a:latin typeface="Noto Sans SC"/>
                <a:ea typeface="Noto Sans SC"/>
                <a:cs typeface="Noto Sans SC"/>
              </a:defRPr>
            </a:lvl2pPr>
            <a:lvl3pPr algn="l">
              <a:defRPr sz="1800" b="1">
                <a:solidFill>
                  <a:srgbClr val="B85A1E"/>
                </a:solidFill>
                <a:latin typeface="Noto Sans SC"/>
                <a:ea typeface="Noto Sans SC"/>
                <a:cs typeface="Noto Sans SC"/>
              </a:defRPr>
            </a:lvl3pPr>
            <a:lvl4pPr algn="l">
              <a:defRPr sz="1800" b="1">
                <a:solidFill>
                  <a:srgbClr val="B85A1E"/>
                </a:solidFill>
                <a:latin typeface="Noto Sans SC"/>
                <a:ea typeface="Noto Sans SC"/>
                <a:cs typeface="Noto Sans SC"/>
              </a:defRPr>
            </a:lvl4pPr>
            <a:lvl5pPr algn="l">
              <a:defRPr sz="1800" b="1">
                <a:solidFill>
                  <a:srgbClr val="B85A1E"/>
                </a:solidFill>
                <a:latin typeface="Noto Sans SC"/>
                <a:ea typeface="Noto Sans SC"/>
                <a:cs typeface="Noto Sans SC"/>
              </a:defRPr>
            </a:lvl5pPr>
            <a:lvl6pPr algn="l">
              <a:defRPr sz="1800" b="1">
                <a:solidFill>
                  <a:srgbClr val="B85A1E"/>
                </a:solidFill>
                <a:latin typeface="Noto Sans SC"/>
                <a:ea typeface="Noto Sans SC"/>
                <a:cs typeface="Noto Sans SC"/>
              </a:defRPr>
            </a:lvl6pPr>
            <a:lvl7pPr algn="l">
              <a:defRPr sz="1800" b="1">
                <a:solidFill>
                  <a:srgbClr val="B85A1E"/>
                </a:solidFill>
                <a:latin typeface="Noto Sans SC"/>
                <a:ea typeface="Noto Sans SC"/>
                <a:cs typeface="Noto Sans SC"/>
              </a:defRPr>
            </a:lvl7pPr>
            <a:lvl8pPr algn="l">
              <a:defRPr sz="1800" b="1">
                <a:solidFill>
                  <a:srgbClr val="B85A1E"/>
                </a:solidFill>
                <a:latin typeface="Noto Sans SC"/>
                <a:ea typeface="Noto Sans SC"/>
                <a:cs typeface="Noto Sans SC"/>
              </a:defRPr>
            </a:lvl8pPr>
            <a:lvl9pPr algn="l">
              <a:defRPr sz="1800" b="1">
                <a:solidFill>
                  <a:srgbClr val="B85A1E"/>
                </a:solidFill>
                <a:latin typeface="Noto Sans SC"/>
                <a:ea typeface="Noto Sans SC"/>
                <a:cs typeface="Noto Sans SC"/>
              </a:defRPr>
            </a:lvl9pPr>
          </a:lstStyle>
          <a:p xmlns:a="http://schemas.openxmlformats.org/drawingml/2006/main">
            <a:pPr algn="l">
              <a:defRPr sz="1800" b="1">
                <a:solidFill>
                  <a:srgbClr val="B85A1E"/>
                </a:solidFill>
                <a:latin typeface="Noto Sans SC"/>
                <a:ea typeface="Noto Sans SC"/>
                <a:cs typeface="Noto Sans SC"/>
              </a:defRPr>
            </a:pPr>
            <a:r>
              <a:rPr sz="1800" b="1">
                <a:solidFill>
                  <a:srgbClr val="B85A1E"/>
                </a:solidFill>
                <a:latin typeface="Noto Sans SC"/>
                <a:ea typeface="Noto Sans SC"/>
                <a:cs typeface="Noto Sans SC"/>
              </a:rPr>
              <a:t>阶段验证</a:t>
            </a:r>
          </a:p>
        </p:txBody>
      </p:sp>
      <p:sp>
        <p:nvSpPr>
          <p:cNvPr id="28" name="o27">
            <a:extLst xmlns:a="http://schemas.openxmlformats.org/drawingml/2006/main">
              <a:ext uri="{FF2B5EF4-FFF2-40B4-BE49-F238E27FC236}">
                <a16:creationId xmlns:a16="http://schemas.microsoft.com/office/drawing/2014/main" id="{C00B38BD-DF88-4BEA-9645-02BE2D7A4D65}"/>
              </a:ext>
            </a:extLst>
          </p:cNvPr>
          <p:cNvSpPr>
            <a:spLocks xmlns:a="http://schemas.openxmlformats.org/drawingml/2006/main" noGrp="1"/>
          </p:cNvSpPr>
          <p:nvPr/>
        </p:nvSpPr>
        <p:spPr>
          <a:xfrm xmlns:a="http://schemas.openxmlformats.org/drawingml/2006/main">
            <a:off x="8172450" y="4038600"/>
            <a:ext cx="32575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46536A"/>
                </a:solidFill>
                <a:latin typeface="Noto Sans SC"/>
                <a:ea typeface="Noto Sans SC"/>
                <a:cs typeface="Noto Sans SC"/>
              </a:defRPr>
            </a:defPPr>
            <a:lvl1pPr algn="l">
              <a:defRPr sz="1575" b="0">
                <a:solidFill>
                  <a:srgbClr val="46536A"/>
                </a:solidFill>
                <a:latin typeface="Noto Sans SC"/>
                <a:ea typeface="Noto Sans SC"/>
                <a:cs typeface="Noto Sans SC"/>
              </a:defRPr>
            </a:lvl1pPr>
            <a:lvl2pPr algn="l">
              <a:defRPr sz="1575" b="0">
                <a:solidFill>
                  <a:srgbClr val="46536A"/>
                </a:solidFill>
                <a:latin typeface="Noto Sans SC"/>
                <a:ea typeface="Noto Sans SC"/>
                <a:cs typeface="Noto Sans SC"/>
              </a:defRPr>
            </a:lvl2pPr>
            <a:lvl3pPr algn="l">
              <a:defRPr sz="1575" b="0">
                <a:solidFill>
                  <a:srgbClr val="46536A"/>
                </a:solidFill>
                <a:latin typeface="Noto Sans SC"/>
                <a:ea typeface="Noto Sans SC"/>
                <a:cs typeface="Noto Sans SC"/>
              </a:defRPr>
            </a:lvl3pPr>
            <a:lvl4pPr algn="l">
              <a:defRPr sz="1575" b="0">
                <a:solidFill>
                  <a:srgbClr val="46536A"/>
                </a:solidFill>
                <a:latin typeface="Noto Sans SC"/>
                <a:ea typeface="Noto Sans SC"/>
                <a:cs typeface="Noto Sans SC"/>
              </a:defRPr>
            </a:lvl4pPr>
            <a:lvl5pPr algn="l">
              <a:defRPr sz="1575" b="0">
                <a:solidFill>
                  <a:srgbClr val="46536A"/>
                </a:solidFill>
                <a:latin typeface="Noto Sans SC"/>
                <a:ea typeface="Noto Sans SC"/>
                <a:cs typeface="Noto Sans SC"/>
              </a:defRPr>
            </a:lvl5pPr>
            <a:lvl6pPr algn="l">
              <a:defRPr sz="1575" b="0">
                <a:solidFill>
                  <a:srgbClr val="46536A"/>
                </a:solidFill>
                <a:latin typeface="Noto Sans SC"/>
                <a:ea typeface="Noto Sans SC"/>
                <a:cs typeface="Noto Sans SC"/>
              </a:defRPr>
            </a:lvl6pPr>
            <a:lvl7pPr algn="l">
              <a:defRPr sz="1575" b="0">
                <a:solidFill>
                  <a:srgbClr val="46536A"/>
                </a:solidFill>
                <a:latin typeface="Noto Sans SC"/>
                <a:ea typeface="Noto Sans SC"/>
                <a:cs typeface="Noto Sans SC"/>
              </a:defRPr>
            </a:lvl7pPr>
            <a:lvl8pPr algn="l">
              <a:defRPr sz="1575" b="0">
                <a:solidFill>
                  <a:srgbClr val="46536A"/>
                </a:solidFill>
                <a:latin typeface="Noto Sans SC"/>
                <a:ea typeface="Noto Sans SC"/>
                <a:cs typeface="Noto Sans SC"/>
              </a:defRPr>
            </a:lvl8pPr>
            <a:lvl9pPr algn="l">
              <a:defRPr sz="1575" b="0">
                <a:solidFill>
                  <a:srgbClr val="46536A"/>
                </a:solidFill>
                <a:latin typeface="Noto Sans SC"/>
                <a:ea typeface="Noto Sans SC"/>
                <a:cs typeface="Noto Sans SC"/>
              </a:defRPr>
            </a:lvl9pPr>
          </a:lstStyle>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功能回归与仿真耗时</a:t>
            </a:r>
          </a:p>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独立效果验证仍需补齐</a:t>
            </a:r>
          </a:p>
        </p:txBody>
      </p:sp>
    </p:spTree>
    <p:extLst>
      <p:ext uri="{BB962C8B-B14F-4D97-AF65-F5344CB8AC3E}">
        <p14:creationId xmlns:p14="http://schemas.microsoft.com/office/powerpoint/2010/main" val="1437649216"/>
      </p:ext>
    </p:extLst>
  </p:cSld>
</p:sld>
</file>

<file path=ppt/slides/slide2.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32" name="o0">
            <a:extLst xmlns:a="http://schemas.openxmlformats.org/drawingml/2006/main">
              <a:ext uri="{FF2B5EF4-FFF2-40B4-BE49-F238E27FC236}">
                <a16:creationId xmlns:a16="http://schemas.microsoft.com/office/drawing/2014/main" id="{969DD2D6-5B29-4ECC-8DFD-3A406E1F1768}"/>
              </a:ext>
            </a:extLst>
          </p:cNvPr>
          <p:cNvSpPr>
            <a:spLocks xmlns:a="http://schemas.openxmlformats.org/drawingml/2006/main" noGrp="1"/>
          </p:cNvSpPr>
          <p:nvPr/>
        </p:nvSpPr>
        <p:spPr>
          <a:xfrm xmlns:a="http://schemas.openxmlformats.org/drawingml/2006/main">
            <a:off x="609600" y="219075"/>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B85A1E"/>
                </a:solidFill>
                <a:latin typeface="Noto Sans SC"/>
                <a:ea typeface="Noto Sans SC"/>
                <a:cs typeface="Noto Sans SC"/>
              </a:defRPr>
            </a:defPPr>
            <a:lvl1pPr algn="l">
              <a:defRPr sz="1275" b="1">
                <a:solidFill>
                  <a:srgbClr val="B85A1E"/>
                </a:solidFill>
                <a:latin typeface="Noto Sans SC"/>
                <a:ea typeface="Noto Sans SC"/>
                <a:cs typeface="Noto Sans SC"/>
              </a:defRPr>
            </a:lvl1pPr>
            <a:lvl2pPr algn="l">
              <a:defRPr sz="1275" b="1">
                <a:solidFill>
                  <a:srgbClr val="B85A1E"/>
                </a:solidFill>
                <a:latin typeface="Noto Sans SC"/>
                <a:ea typeface="Noto Sans SC"/>
                <a:cs typeface="Noto Sans SC"/>
              </a:defRPr>
            </a:lvl2pPr>
            <a:lvl3pPr algn="l">
              <a:defRPr sz="1275" b="1">
                <a:solidFill>
                  <a:srgbClr val="B85A1E"/>
                </a:solidFill>
                <a:latin typeface="Noto Sans SC"/>
                <a:ea typeface="Noto Sans SC"/>
                <a:cs typeface="Noto Sans SC"/>
              </a:defRPr>
            </a:lvl3pPr>
            <a:lvl4pPr algn="l">
              <a:defRPr sz="1275" b="1">
                <a:solidFill>
                  <a:srgbClr val="B85A1E"/>
                </a:solidFill>
                <a:latin typeface="Noto Sans SC"/>
                <a:ea typeface="Noto Sans SC"/>
                <a:cs typeface="Noto Sans SC"/>
              </a:defRPr>
            </a:lvl4pPr>
            <a:lvl5pPr algn="l">
              <a:defRPr sz="1275" b="1">
                <a:solidFill>
                  <a:srgbClr val="B85A1E"/>
                </a:solidFill>
                <a:latin typeface="Noto Sans SC"/>
                <a:ea typeface="Noto Sans SC"/>
                <a:cs typeface="Noto Sans SC"/>
              </a:defRPr>
            </a:lvl5pPr>
            <a:lvl6pPr algn="l">
              <a:defRPr sz="1275" b="1">
                <a:solidFill>
                  <a:srgbClr val="B85A1E"/>
                </a:solidFill>
                <a:latin typeface="Noto Sans SC"/>
                <a:ea typeface="Noto Sans SC"/>
                <a:cs typeface="Noto Sans SC"/>
              </a:defRPr>
            </a:lvl6pPr>
            <a:lvl7pPr algn="l">
              <a:defRPr sz="1275" b="1">
                <a:solidFill>
                  <a:srgbClr val="B85A1E"/>
                </a:solidFill>
                <a:latin typeface="Noto Sans SC"/>
                <a:ea typeface="Noto Sans SC"/>
                <a:cs typeface="Noto Sans SC"/>
              </a:defRPr>
            </a:lvl7pPr>
            <a:lvl8pPr algn="l">
              <a:defRPr sz="1275" b="1">
                <a:solidFill>
                  <a:srgbClr val="B85A1E"/>
                </a:solidFill>
                <a:latin typeface="Noto Sans SC"/>
                <a:ea typeface="Noto Sans SC"/>
                <a:cs typeface="Noto Sans SC"/>
              </a:defRPr>
            </a:lvl8pPr>
            <a:lvl9pPr algn="l">
              <a:defRPr sz="1275" b="1">
                <a:solidFill>
                  <a:srgbClr val="B85A1E"/>
                </a:solidFill>
                <a:latin typeface="Noto Sans SC"/>
                <a:ea typeface="Noto Sans SC"/>
                <a:cs typeface="Noto Sans SC"/>
              </a:defRPr>
            </a:lvl9pPr>
          </a:lstStyle>
          <a:p xmlns:a="http://schemas.openxmlformats.org/drawingml/2006/main">
            <a:pPr algn="l">
              <a:defRPr sz="1275" b="1">
                <a:solidFill>
                  <a:srgbClr val="B85A1E"/>
                </a:solidFill>
                <a:latin typeface="Noto Sans SC"/>
                <a:ea typeface="Noto Sans SC"/>
                <a:cs typeface="Noto Sans SC"/>
              </a:defRPr>
            </a:pPr>
            <a:r>
              <a:rPr sz="1275" b="1">
                <a:solidFill>
                  <a:srgbClr val="B85A1E"/>
                </a:solidFill>
                <a:latin typeface="Noto Sans SC"/>
                <a:ea typeface="Noto Sans SC"/>
                <a:cs typeface="Noto Sans SC"/>
              </a:rPr>
              <a:t>输入 · 观测与业务资料</a:t>
            </a:r>
          </a:p>
        </p:txBody>
      </p:sp>
      <p:sp>
        <p:nvSpPr>
          <p:cNvPr id="2" name="o1">
            <a:extLst xmlns:a="http://schemas.openxmlformats.org/drawingml/2006/main">
              <a:ext uri="{FF2B5EF4-FFF2-40B4-BE49-F238E27FC236}">
                <a16:creationId xmlns:a16="http://schemas.microsoft.com/office/drawing/2014/main" id="{EDBFEC84-976E-4BE2-80F9-2E1BA309C66C}"/>
              </a:ext>
            </a:extLst>
          </p:cNvPr>
          <p:cNvSpPr>
            <a:spLocks xmlns:a="http://schemas.openxmlformats.org/drawingml/2006/main" noGrp="1"/>
          </p:cNvSpPr>
          <p:nvPr/>
        </p:nvSpPr>
        <p:spPr>
          <a:xfrm xmlns:a="http://schemas.openxmlformats.org/drawingml/2006/main">
            <a:off x="609600" y="6000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700" b="1">
                <a:solidFill>
                  <a:srgbClr val="16243A"/>
                </a:solidFill>
                <a:latin typeface="Noto Serif SC"/>
                <a:ea typeface="Noto Serif SC"/>
                <a:cs typeface="Noto Serif SC"/>
              </a:defRPr>
            </a:defPPr>
            <a:lvl1pPr algn="l">
              <a:defRPr sz="2700" b="1">
                <a:solidFill>
                  <a:srgbClr val="16243A"/>
                </a:solidFill>
                <a:latin typeface="Noto Serif SC"/>
                <a:ea typeface="Noto Serif SC"/>
                <a:cs typeface="Noto Serif SC"/>
              </a:defRPr>
            </a:lvl1pPr>
            <a:lvl2pPr algn="l">
              <a:defRPr sz="2700" b="1">
                <a:solidFill>
                  <a:srgbClr val="16243A"/>
                </a:solidFill>
                <a:latin typeface="Noto Serif SC"/>
                <a:ea typeface="Noto Serif SC"/>
                <a:cs typeface="Noto Serif SC"/>
              </a:defRPr>
            </a:lvl2pPr>
            <a:lvl3pPr algn="l">
              <a:defRPr sz="2700" b="1">
                <a:solidFill>
                  <a:srgbClr val="16243A"/>
                </a:solidFill>
                <a:latin typeface="Noto Serif SC"/>
                <a:ea typeface="Noto Serif SC"/>
                <a:cs typeface="Noto Serif SC"/>
              </a:defRPr>
            </a:lvl3pPr>
            <a:lvl4pPr algn="l">
              <a:defRPr sz="2700" b="1">
                <a:solidFill>
                  <a:srgbClr val="16243A"/>
                </a:solidFill>
                <a:latin typeface="Noto Serif SC"/>
                <a:ea typeface="Noto Serif SC"/>
                <a:cs typeface="Noto Serif SC"/>
              </a:defRPr>
            </a:lvl4pPr>
            <a:lvl5pPr algn="l">
              <a:defRPr sz="2700" b="1">
                <a:solidFill>
                  <a:srgbClr val="16243A"/>
                </a:solidFill>
                <a:latin typeface="Noto Serif SC"/>
                <a:ea typeface="Noto Serif SC"/>
                <a:cs typeface="Noto Serif SC"/>
              </a:defRPr>
            </a:lvl5pPr>
            <a:lvl6pPr algn="l">
              <a:defRPr sz="2700" b="1">
                <a:solidFill>
                  <a:srgbClr val="16243A"/>
                </a:solidFill>
                <a:latin typeface="Noto Serif SC"/>
                <a:ea typeface="Noto Serif SC"/>
                <a:cs typeface="Noto Serif SC"/>
              </a:defRPr>
            </a:lvl6pPr>
            <a:lvl7pPr algn="l">
              <a:defRPr sz="2700" b="1">
                <a:solidFill>
                  <a:srgbClr val="16243A"/>
                </a:solidFill>
                <a:latin typeface="Noto Serif SC"/>
                <a:ea typeface="Noto Serif SC"/>
                <a:cs typeface="Noto Serif SC"/>
              </a:defRPr>
            </a:lvl7pPr>
            <a:lvl8pPr algn="l">
              <a:defRPr sz="2700" b="1">
                <a:solidFill>
                  <a:srgbClr val="16243A"/>
                </a:solidFill>
                <a:latin typeface="Noto Serif SC"/>
                <a:ea typeface="Noto Serif SC"/>
                <a:cs typeface="Noto Serif SC"/>
              </a:defRPr>
            </a:lvl8pPr>
            <a:lvl9pPr algn="l">
              <a:defRPr sz="2700" b="1">
                <a:solidFill>
                  <a:srgbClr val="16243A"/>
                </a:solidFill>
                <a:latin typeface="Noto Serif SC"/>
                <a:ea typeface="Noto Serif SC"/>
                <a:cs typeface="Noto Serif SC"/>
              </a:defRPr>
            </a:lvl9pPr>
          </a:lstStyle>
          <a:p xmlns:a="http://schemas.openxmlformats.org/drawingml/2006/main">
            <a:pPr algn="l">
              <a:defRPr sz="2700" b="1">
                <a:solidFill>
                  <a:srgbClr val="16243A"/>
                </a:solidFill>
                <a:latin typeface="Noto Serif SC"/>
                <a:ea typeface="Noto Serif SC"/>
                <a:cs typeface="Noto Serif SC"/>
              </a:defRPr>
            </a:pPr>
            <a:r>
              <a:rPr sz="2700" b="1">
                <a:solidFill>
                  <a:srgbClr val="16243A"/>
                </a:solidFill>
                <a:latin typeface="Noto Serif SC"/>
                <a:ea typeface="Noto Serif SC"/>
                <a:cs typeface="Noto Serif SC"/>
              </a:rPr>
              <a:t>输入条件决定当前可以计算哪些结果</a:t>
            </a:r>
          </a:p>
        </p:txBody>
      </p:sp>
      <p:sp>
        <p:nvSpPr>
          <p:cNvPr id="3" name="line-2">
            <a:extLst xmlns:a="http://schemas.openxmlformats.org/drawingml/2006/main">
              <a:ext uri="{FF2B5EF4-FFF2-40B4-BE49-F238E27FC236}">
                <a16:creationId xmlns:a16="http://schemas.microsoft.com/office/drawing/2014/main" id="{00FAD04F-325C-4401-BCD2-3BFD4681AE2F}"/>
              </a:ext>
            </a:extLst>
          </p:cNvPr>
          <p:cNvSpPr>
            <a:spLocks xmlns:a="http://schemas.openxmlformats.org/drawingml/2006/main" noGrp="1"/>
          </p:cNvSpPr>
          <p:nvPr/>
        </p:nvSpPr>
        <p:spPr>
          <a:xfrm xmlns:a="http://schemas.openxmlformats.org/drawingml/2006/main" flipV="0">
            <a:off x="609600" y="1200150"/>
            <a:ext cx="10972800" cy="953"/>
          </a:xfrm>
          <a:prstGeom xmlns:a="http://schemas.openxmlformats.org/drawingml/2006/main" prst="line">
            <a:avLst/>
          </a:prstGeom>
          <a:noFill xmlns:a="http://schemas.openxmlformats.org/drawingml/2006/main"/>
          <a:ln xmlns:a="http://schemas.openxmlformats.org/drawingml/2006/main" w="14288">
            <a:solidFill>
              <a:srgbClr val="D5DAE0"/>
            </a:solidFill>
            <a:prstDash val="solid"/>
          </a:ln>
        </p:spPr>
      </p:sp>
      <p:sp>
        <p:nvSpPr>
          <p:cNvPr id="4" name="o3">
            <a:extLst xmlns:a="http://schemas.openxmlformats.org/drawingml/2006/main">
              <a:ext uri="{FF2B5EF4-FFF2-40B4-BE49-F238E27FC236}">
                <a16:creationId xmlns:a16="http://schemas.microsoft.com/office/drawing/2014/main" id="{3FDFC895-0E61-412C-8419-47B5505403EC}"/>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00" b="0">
                <a:solidFill>
                  <a:srgbClr val="6B7689"/>
                </a:solidFill>
                <a:latin typeface="Noto Sans SC"/>
                <a:ea typeface="Noto Sans SC"/>
                <a:cs typeface="Noto Sans SC"/>
              </a:defRPr>
            </a:defPPr>
            <a:lvl1pPr algn="l">
              <a:defRPr sz="900" b="0">
                <a:solidFill>
                  <a:srgbClr val="6B7689"/>
                </a:solidFill>
                <a:latin typeface="Noto Sans SC"/>
                <a:ea typeface="Noto Sans SC"/>
                <a:cs typeface="Noto Sans SC"/>
              </a:defRPr>
            </a:lvl1pPr>
            <a:lvl2pPr algn="l">
              <a:defRPr sz="900" b="0">
                <a:solidFill>
                  <a:srgbClr val="6B7689"/>
                </a:solidFill>
                <a:latin typeface="Noto Sans SC"/>
                <a:ea typeface="Noto Sans SC"/>
                <a:cs typeface="Noto Sans SC"/>
              </a:defRPr>
            </a:lvl2pPr>
            <a:lvl3pPr algn="l">
              <a:defRPr sz="900" b="0">
                <a:solidFill>
                  <a:srgbClr val="6B7689"/>
                </a:solidFill>
                <a:latin typeface="Noto Sans SC"/>
                <a:ea typeface="Noto Sans SC"/>
                <a:cs typeface="Noto Sans SC"/>
              </a:defRPr>
            </a:lvl3pPr>
            <a:lvl4pPr algn="l">
              <a:defRPr sz="900" b="0">
                <a:solidFill>
                  <a:srgbClr val="6B7689"/>
                </a:solidFill>
                <a:latin typeface="Noto Sans SC"/>
                <a:ea typeface="Noto Sans SC"/>
                <a:cs typeface="Noto Sans SC"/>
              </a:defRPr>
            </a:lvl4pPr>
            <a:lvl5pPr algn="l">
              <a:defRPr sz="900" b="0">
                <a:solidFill>
                  <a:srgbClr val="6B7689"/>
                </a:solidFill>
                <a:latin typeface="Noto Sans SC"/>
                <a:ea typeface="Noto Sans SC"/>
                <a:cs typeface="Noto Sans SC"/>
              </a:defRPr>
            </a:lvl5pPr>
            <a:lvl6pPr algn="l">
              <a:defRPr sz="900" b="0">
                <a:solidFill>
                  <a:srgbClr val="6B7689"/>
                </a:solidFill>
                <a:latin typeface="Noto Sans SC"/>
                <a:ea typeface="Noto Sans SC"/>
                <a:cs typeface="Noto Sans SC"/>
              </a:defRPr>
            </a:lvl6pPr>
            <a:lvl7pPr algn="l">
              <a:defRPr sz="900" b="0">
                <a:solidFill>
                  <a:srgbClr val="6B7689"/>
                </a:solidFill>
                <a:latin typeface="Noto Sans SC"/>
                <a:ea typeface="Noto Sans SC"/>
                <a:cs typeface="Noto Sans SC"/>
              </a:defRPr>
            </a:lvl7pPr>
            <a:lvl8pPr algn="l">
              <a:defRPr sz="900" b="0">
                <a:solidFill>
                  <a:srgbClr val="6B7689"/>
                </a:solidFill>
                <a:latin typeface="Noto Sans SC"/>
                <a:ea typeface="Noto Sans SC"/>
                <a:cs typeface="Noto Sans SC"/>
              </a:defRPr>
            </a:lvl8pPr>
            <a:lvl9pPr algn="l">
              <a:defRPr sz="900" b="0">
                <a:solidFill>
                  <a:srgbClr val="6B7689"/>
                </a:solidFill>
                <a:latin typeface="Noto Sans SC"/>
                <a:ea typeface="Noto Sans SC"/>
                <a:cs typeface="Noto Sans SC"/>
              </a:defRPr>
            </a:lvl9pPr>
          </a:lstStyle>
          <a:p xmlns:a="http://schemas.openxmlformats.org/drawingml/2006/main">
            <a:pPr algn="l">
              <a:defRPr sz="900" b="0">
                <a:solidFill>
                  <a:srgbClr val="6B7689"/>
                </a:solidFill>
                <a:latin typeface="Noto Sans SC"/>
                <a:ea typeface="Noto Sans SC"/>
                <a:cs typeface="Noto Sans SC"/>
              </a:defRPr>
            </a:pPr>
            <a:r>
              <a:rPr sz="900" b="0">
                <a:solidFill>
                  <a:srgbClr val="6B7689"/>
                </a:solidFill>
                <a:latin typeface="Noto Sans SC"/>
                <a:ea typeface="Noto Sans SC"/>
                <a:cs typeface="Noto Sans SC"/>
              </a:rPr>
              <a:t>project_reference §3.1；case_request.json</a:t>
            </a:r>
          </a:p>
        </p:txBody>
      </p:sp>
      <p:sp>
        <p:nvSpPr>
          <p:cNvPr id="5" name="o4">
            <a:extLst xmlns:a="http://schemas.openxmlformats.org/drawingml/2006/main">
              <a:ext uri="{FF2B5EF4-FFF2-40B4-BE49-F238E27FC236}">
                <a16:creationId xmlns:a16="http://schemas.microsoft.com/office/drawing/2014/main" id="{DB680A63-7A0C-42BE-8095-DF01B3A808D0}"/>
              </a:ext>
            </a:extLst>
          </p:cNvPr>
          <p:cNvSpPr>
            <a:spLocks xmlns:a="http://schemas.openxmlformats.org/drawingml/2006/main" noGrp="1"/>
          </p:cNvSpPr>
          <p:nvPr/>
        </p:nvSpPr>
        <p:spPr>
          <a:xfrm xmlns:a="http://schemas.openxmlformats.org/drawingml/2006/main">
            <a:off x="10896600" y="6505575"/>
            <a:ext cx="68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6B7689"/>
                </a:solidFill>
                <a:latin typeface="Noto Sans SC"/>
                <a:ea typeface="Noto Sans SC"/>
                <a:cs typeface="Noto Sans SC"/>
              </a:defRPr>
            </a:defPPr>
            <a:lvl1pPr algn="r">
              <a:defRPr sz="1200" b="0">
                <a:solidFill>
                  <a:srgbClr val="6B7689"/>
                </a:solidFill>
                <a:latin typeface="Noto Sans SC"/>
                <a:ea typeface="Noto Sans SC"/>
                <a:cs typeface="Noto Sans SC"/>
              </a:defRPr>
            </a:lvl1pPr>
            <a:lvl2pPr algn="r">
              <a:defRPr sz="1200" b="0">
                <a:solidFill>
                  <a:srgbClr val="6B7689"/>
                </a:solidFill>
                <a:latin typeface="Noto Sans SC"/>
                <a:ea typeface="Noto Sans SC"/>
                <a:cs typeface="Noto Sans SC"/>
              </a:defRPr>
            </a:lvl2pPr>
            <a:lvl3pPr algn="r">
              <a:defRPr sz="1200" b="0">
                <a:solidFill>
                  <a:srgbClr val="6B7689"/>
                </a:solidFill>
                <a:latin typeface="Noto Sans SC"/>
                <a:ea typeface="Noto Sans SC"/>
                <a:cs typeface="Noto Sans SC"/>
              </a:defRPr>
            </a:lvl3pPr>
            <a:lvl4pPr algn="r">
              <a:defRPr sz="1200" b="0">
                <a:solidFill>
                  <a:srgbClr val="6B7689"/>
                </a:solidFill>
                <a:latin typeface="Noto Sans SC"/>
                <a:ea typeface="Noto Sans SC"/>
                <a:cs typeface="Noto Sans SC"/>
              </a:defRPr>
            </a:lvl4pPr>
            <a:lvl5pPr algn="r">
              <a:defRPr sz="1200" b="0">
                <a:solidFill>
                  <a:srgbClr val="6B7689"/>
                </a:solidFill>
                <a:latin typeface="Noto Sans SC"/>
                <a:ea typeface="Noto Sans SC"/>
                <a:cs typeface="Noto Sans SC"/>
              </a:defRPr>
            </a:lvl5pPr>
            <a:lvl6pPr algn="r">
              <a:defRPr sz="1200" b="0">
                <a:solidFill>
                  <a:srgbClr val="6B7689"/>
                </a:solidFill>
                <a:latin typeface="Noto Sans SC"/>
                <a:ea typeface="Noto Sans SC"/>
                <a:cs typeface="Noto Sans SC"/>
              </a:defRPr>
            </a:lvl6pPr>
            <a:lvl7pPr algn="r">
              <a:defRPr sz="1200" b="0">
                <a:solidFill>
                  <a:srgbClr val="6B7689"/>
                </a:solidFill>
                <a:latin typeface="Noto Sans SC"/>
                <a:ea typeface="Noto Sans SC"/>
                <a:cs typeface="Noto Sans SC"/>
              </a:defRPr>
            </a:lvl7pPr>
            <a:lvl8pPr algn="r">
              <a:defRPr sz="1200" b="0">
                <a:solidFill>
                  <a:srgbClr val="6B7689"/>
                </a:solidFill>
                <a:latin typeface="Noto Sans SC"/>
                <a:ea typeface="Noto Sans SC"/>
                <a:cs typeface="Noto Sans SC"/>
              </a:defRPr>
            </a:lvl8pPr>
            <a:lvl9pPr algn="r">
              <a:defRPr sz="1200" b="0">
                <a:solidFill>
                  <a:srgbClr val="6B7689"/>
                </a:solidFill>
                <a:latin typeface="Noto Sans SC"/>
                <a:ea typeface="Noto Sans SC"/>
                <a:cs typeface="Noto Sans SC"/>
              </a:defRPr>
            </a:lvl9pPr>
          </a:lstStyle>
          <a:p xmlns:a="http://schemas.openxmlformats.org/drawingml/2006/main">
            <a:pPr algn="r">
              <a:defRPr sz="1200" b="0">
                <a:solidFill>
                  <a:srgbClr val="6B7689"/>
                </a:solidFill>
                <a:latin typeface="Noto Sans SC"/>
                <a:ea typeface="Noto Sans SC"/>
                <a:cs typeface="Noto Sans SC"/>
              </a:defRPr>
            </a:pPr>
            <a:r>
              <a:rPr sz="1200" b="0">
                <a:solidFill>
                  <a:srgbClr val="6B7689"/>
                </a:solidFill>
                <a:latin typeface="Noto Sans SC"/>
                <a:ea typeface="Noto Sans SC"/>
                <a:cs typeface="Noto Sans SC"/>
              </a:rPr>
              <a:t>02 / 39</a:t>
            </a:r>
          </a:p>
        </p:txBody>
      </p:sp>
      <p:sp>
        <p:nvSpPr>
          <p:cNvPr id="6" name="o5">
            <a:extLst xmlns:a="http://schemas.openxmlformats.org/drawingml/2006/main">
              <a:ext uri="{FF2B5EF4-FFF2-40B4-BE49-F238E27FC236}">
                <a16:creationId xmlns:a16="http://schemas.microsoft.com/office/drawing/2014/main" id="{9570BE39-0216-4CF8-A2D7-317F281F6561}"/>
              </a:ext>
            </a:extLst>
          </p:cNvPr>
          <p:cNvSpPr>
            <a:spLocks xmlns:a="http://schemas.openxmlformats.org/drawingml/2006/main" noGrp="1"/>
          </p:cNvSpPr>
          <p:nvPr/>
        </p:nvSpPr>
        <p:spPr>
          <a:xfrm xmlns:a="http://schemas.openxmlformats.org/drawingml/2006/main">
            <a:off x="609600" y="5981700"/>
            <a:ext cx="10972800" cy="428625"/>
          </a:xfrm>
          <a:prstGeom xmlns:a="http://schemas.openxmlformats.org/drawingml/2006/main" prst="roundRect">
            <a:avLst>
              <a:gd name="adj" fmla="val 17778"/>
            </a:avLst>
          </a:prstGeom>
          <a:solidFill xmlns:a="http://schemas.openxmlformats.org/drawingml/2006/main">
            <a:srgbClr val="D6E6E5"/>
          </a:solidFill>
          <a:ln xmlns:a="http://schemas.openxmlformats.org/drawingml/2006/main" w="0">
            <a:noFill/>
            <a:prstDash val="solid"/>
          </a:ln>
        </p:spPr>
      </p:sp>
      <p:sp>
        <p:nvSpPr>
          <p:cNvPr id="7" name="o6">
            <a:extLst xmlns:a="http://schemas.openxmlformats.org/drawingml/2006/main">
              <a:ext uri="{FF2B5EF4-FFF2-40B4-BE49-F238E27FC236}">
                <a16:creationId xmlns:a16="http://schemas.microsoft.com/office/drawing/2014/main" id="{EE176AB6-ADC4-4D4D-B1D4-DEEC13E50BC8}"/>
              </a:ext>
            </a:extLst>
          </p:cNvPr>
          <p:cNvSpPr>
            <a:spLocks xmlns:a="http://schemas.openxmlformats.org/drawingml/2006/main" noGrp="1"/>
          </p:cNvSpPr>
          <p:nvPr/>
        </p:nvSpPr>
        <p:spPr>
          <a:xfrm xmlns:a="http://schemas.openxmlformats.org/drawingml/2006/main">
            <a:off x="781050" y="6029325"/>
            <a:ext cx="10629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75" b="1">
                <a:solidFill>
                  <a:srgbClr val="0F6E73"/>
                </a:solidFill>
                <a:latin typeface="Noto Sans SC"/>
                <a:ea typeface="Noto Sans SC"/>
                <a:cs typeface="Noto Sans SC"/>
              </a:defRPr>
            </a:defPPr>
            <a:lvl1pPr algn="l">
              <a:defRPr sz="1575" b="1">
                <a:solidFill>
                  <a:srgbClr val="0F6E73"/>
                </a:solidFill>
                <a:latin typeface="Noto Sans SC"/>
                <a:ea typeface="Noto Sans SC"/>
                <a:cs typeface="Noto Sans SC"/>
              </a:defRPr>
            </a:lvl1pPr>
            <a:lvl2pPr algn="l">
              <a:defRPr sz="1575" b="1">
                <a:solidFill>
                  <a:srgbClr val="0F6E73"/>
                </a:solidFill>
                <a:latin typeface="Noto Sans SC"/>
                <a:ea typeface="Noto Sans SC"/>
                <a:cs typeface="Noto Sans SC"/>
              </a:defRPr>
            </a:lvl2pPr>
            <a:lvl3pPr algn="l">
              <a:defRPr sz="1575" b="1">
                <a:solidFill>
                  <a:srgbClr val="0F6E73"/>
                </a:solidFill>
                <a:latin typeface="Noto Sans SC"/>
                <a:ea typeface="Noto Sans SC"/>
                <a:cs typeface="Noto Sans SC"/>
              </a:defRPr>
            </a:lvl3pPr>
            <a:lvl4pPr algn="l">
              <a:defRPr sz="1575" b="1">
                <a:solidFill>
                  <a:srgbClr val="0F6E73"/>
                </a:solidFill>
                <a:latin typeface="Noto Sans SC"/>
                <a:ea typeface="Noto Sans SC"/>
                <a:cs typeface="Noto Sans SC"/>
              </a:defRPr>
            </a:lvl4pPr>
            <a:lvl5pPr algn="l">
              <a:defRPr sz="1575" b="1">
                <a:solidFill>
                  <a:srgbClr val="0F6E73"/>
                </a:solidFill>
                <a:latin typeface="Noto Sans SC"/>
                <a:ea typeface="Noto Sans SC"/>
                <a:cs typeface="Noto Sans SC"/>
              </a:defRPr>
            </a:lvl5pPr>
            <a:lvl6pPr algn="l">
              <a:defRPr sz="1575" b="1">
                <a:solidFill>
                  <a:srgbClr val="0F6E73"/>
                </a:solidFill>
                <a:latin typeface="Noto Sans SC"/>
                <a:ea typeface="Noto Sans SC"/>
                <a:cs typeface="Noto Sans SC"/>
              </a:defRPr>
            </a:lvl6pPr>
            <a:lvl7pPr algn="l">
              <a:defRPr sz="1575" b="1">
                <a:solidFill>
                  <a:srgbClr val="0F6E73"/>
                </a:solidFill>
                <a:latin typeface="Noto Sans SC"/>
                <a:ea typeface="Noto Sans SC"/>
                <a:cs typeface="Noto Sans SC"/>
              </a:defRPr>
            </a:lvl7pPr>
            <a:lvl8pPr algn="l">
              <a:defRPr sz="1575" b="1">
                <a:solidFill>
                  <a:srgbClr val="0F6E73"/>
                </a:solidFill>
                <a:latin typeface="Noto Sans SC"/>
                <a:ea typeface="Noto Sans SC"/>
                <a:cs typeface="Noto Sans SC"/>
              </a:defRPr>
            </a:lvl8pPr>
            <a:lvl9pPr algn="l">
              <a:defRPr sz="1575" b="1">
                <a:solidFill>
                  <a:srgbClr val="0F6E73"/>
                </a:solidFill>
                <a:latin typeface="Noto Sans SC"/>
                <a:ea typeface="Noto Sans SC"/>
                <a:cs typeface="Noto Sans SC"/>
              </a:defRPr>
            </a:lvl9pPr>
          </a:lstStyle>
          <a:p xmlns:a="http://schemas.openxmlformats.org/drawingml/2006/main">
            <a:pPr algn="l">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协议支持的字段，与当前案例实际提供的数据，需要分别说明。</a:t>
            </a:r>
          </a:p>
        </p:txBody>
      </p:sp>
      <p:sp>
        <p:nvSpPr>
          <p:cNvPr id="8" name="o7">
            <a:extLst xmlns:a="http://schemas.openxmlformats.org/drawingml/2006/main">
              <a:ext uri="{FF2B5EF4-FFF2-40B4-BE49-F238E27FC236}">
                <a16:creationId xmlns:a16="http://schemas.microsoft.com/office/drawing/2014/main" id="{744D8B1E-A062-4358-A10B-6AB69D070792}"/>
              </a:ext>
            </a:extLst>
          </p:cNvPr>
          <p:cNvSpPr>
            <a:spLocks xmlns:a="http://schemas.openxmlformats.org/drawingml/2006/main" noGrp="1"/>
          </p:cNvSpPr>
          <p:nvPr/>
        </p:nvSpPr>
        <p:spPr>
          <a:xfrm xmlns:a="http://schemas.openxmlformats.org/drawingml/2006/main">
            <a:off x="609600" y="1504950"/>
            <a:ext cx="2266950" cy="666750"/>
          </a:xfrm>
          <a:prstGeom xmlns:a="http://schemas.openxmlformats.org/drawingml/2006/main" prst="roundRect">
            <a:avLst>
              <a:gd name="adj" fmla="val 11429"/>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650" b="1">
                <a:solidFill>
                  <a:srgbClr val="32668E"/>
                </a:solidFill>
                <a:latin typeface="Noto Sans SC"/>
                <a:ea typeface="Noto Sans SC"/>
                <a:cs typeface="Noto Sans SC"/>
              </a:defRPr>
            </a:defPPr>
            <a:lvl1pPr algn="ctr">
              <a:defRPr sz="1650" b="1">
                <a:solidFill>
                  <a:srgbClr val="32668E"/>
                </a:solidFill>
                <a:latin typeface="Noto Sans SC"/>
                <a:ea typeface="Noto Sans SC"/>
                <a:cs typeface="Noto Sans SC"/>
              </a:defRPr>
            </a:lvl1pPr>
            <a:lvl2pPr algn="ctr">
              <a:defRPr sz="1650" b="1">
                <a:solidFill>
                  <a:srgbClr val="32668E"/>
                </a:solidFill>
                <a:latin typeface="Noto Sans SC"/>
                <a:ea typeface="Noto Sans SC"/>
                <a:cs typeface="Noto Sans SC"/>
              </a:defRPr>
            </a:lvl2pPr>
            <a:lvl3pPr algn="ctr">
              <a:defRPr sz="1650" b="1">
                <a:solidFill>
                  <a:srgbClr val="32668E"/>
                </a:solidFill>
                <a:latin typeface="Noto Sans SC"/>
                <a:ea typeface="Noto Sans SC"/>
                <a:cs typeface="Noto Sans SC"/>
              </a:defRPr>
            </a:lvl3pPr>
            <a:lvl4pPr algn="ctr">
              <a:defRPr sz="1650" b="1">
                <a:solidFill>
                  <a:srgbClr val="32668E"/>
                </a:solidFill>
                <a:latin typeface="Noto Sans SC"/>
                <a:ea typeface="Noto Sans SC"/>
                <a:cs typeface="Noto Sans SC"/>
              </a:defRPr>
            </a:lvl4pPr>
            <a:lvl5pPr algn="ctr">
              <a:defRPr sz="1650" b="1">
                <a:solidFill>
                  <a:srgbClr val="32668E"/>
                </a:solidFill>
                <a:latin typeface="Noto Sans SC"/>
                <a:ea typeface="Noto Sans SC"/>
                <a:cs typeface="Noto Sans SC"/>
              </a:defRPr>
            </a:lvl5pPr>
            <a:lvl6pPr algn="ctr">
              <a:defRPr sz="1650" b="1">
                <a:solidFill>
                  <a:srgbClr val="32668E"/>
                </a:solidFill>
                <a:latin typeface="Noto Sans SC"/>
                <a:ea typeface="Noto Sans SC"/>
                <a:cs typeface="Noto Sans SC"/>
              </a:defRPr>
            </a:lvl6pPr>
            <a:lvl7pPr algn="ctr">
              <a:defRPr sz="1650" b="1">
                <a:solidFill>
                  <a:srgbClr val="32668E"/>
                </a:solidFill>
                <a:latin typeface="Noto Sans SC"/>
                <a:ea typeface="Noto Sans SC"/>
                <a:cs typeface="Noto Sans SC"/>
              </a:defRPr>
            </a:lvl7pPr>
            <a:lvl8pPr algn="ctr">
              <a:defRPr sz="1650" b="1">
                <a:solidFill>
                  <a:srgbClr val="32668E"/>
                </a:solidFill>
                <a:latin typeface="Noto Sans SC"/>
                <a:ea typeface="Noto Sans SC"/>
                <a:cs typeface="Noto Sans SC"/>
              </a:defRPr>
            </a:lvl8pPr>
            <a:lvl9pPr algn="ctr">
              <a:defRPr sz="1650" b="1">
                <a:solidFill>
                  <a:srgbClr val="32668E"/>
                </a:solidFill>
                <a:latin typeface="Noto Sans SC"/>
                <a:ea typeface="Noto Sans SC"/>
                <a:cs typeface="Noto Sans SC"/>
              </a:defRPr>
            </a:lvl9pPr>
          </a:lstStyle>
          <a:p xmlns:a="http://schemas.openxmlformats.org/drawingml/2006/main">
            <a:pPr algn="ctr">
              <a:defRPr sz="1650" b="1">
                <a:solidFill>
                  <a:srgbClr val="32668E"/>
                </a:solidFill>
                <a:latin typeface="Noto Sans SC"/>
                <a:ea typeface="Noto Sans SC"/>
                <a:cs typeface="Noto Sans SC"/>
              </a:defRPr>
            </a:pPr>
            <a:r>
              <a:rPr sz="1650" b="1">
                <a:solidFill>
                  <a:srgbClr val="32668E"/>
                </a:solidFill>
                <a:latin typeface="Noto Sans SC"/>
                <a:ea typeface="Noto Sans SC"/>
                <a:cs typeface="Noto Sans SC"/>
              </a:rPr>
              <a:t>目标轨迹</a:t>
            </a:r>
          </a:p>
        </p:txBody>
      </p:sp>
      <p:sp>
        <p:nvSpPr>
          <p:cNvPr id="9" name="o8">
            <a:extLst xmlns:a="http://schemas.openxmlformats.org/drawingml/2006/main">
              <a:ext uri="{FF2B5EF4-FFF2-40B4-BE49-F238E27FC236}">
                <a16:creationId xmlns:a16="http://schemas.microsoft.com/office/drawing/2014/main" id="{F048E8B9-C5E7-45DF-A7EF-30B6742E2D76}"/>
              </a:ext>
            </a:extLst>
          </p:cNvPr>
          <p:cNvSpPr>
            <a:spLocks xmlns:a="http://schemas.openxmlformats.org/drawingml/2006/main" noGrp="1"/>
          </p:cNvSpPr>
          <p:nvPr/>
        </p:nvSpPr>
        <p:spPr>
          <a:xfrm xmlns:a="http://schemas.openxmlformats.org/drawingml/2006/main">
            <a:off x="3143250" y="1647825"/>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46536A"/>
                </a:solidFill>
                <a:latin typeface="Noto Sans SC"/>
                <a:ea typeface="Noto Sans SC"/>
                <a:cs typeface="Noto Sans SC"/>
              </a:defRPr>
            </a:defPPr>
            <a:lvl1pPr algn="l">
              <a:defRPr sz="1650" b="0">
                <a:solidFill>
                  <a:srgbClr val="46536A"/>
                </a:solidFill>
                <a:latin typeface="Noto Sans SC"/>
                <a:ea typeface="Noto Sans SC"/>
                <a:cs typeface="Noto Sans SC"/>
              </a:defRPr>
            </a:lvl1pPr>
            <a:lvl2pPr algn="l">
              <a:defRPr sz="1650" b="0">
                <a:solidFill>
                  <a:srgbClr val="46536A"/>
                </a:solidFill>
                <a:latin typeface="Noto Sans SC"/>
                <a:ea typeface="Noto Sans SC"/>
                <a:cs typeface="Noto Sans SC"/>
              </a:defRPr>
            </a:lvl2pPr>
            <a:lvl3pPr algn="l">
              <a:defRPr sz="1650" b="0">
                <a:solidFill>
                  <a:srgbClr val="46536A"/>
                </a:solidFill>
                <a:latin typeface="Noto Sans SC"/>
                <a:ea typeface="Noto Sans SC"/>
                <a:cs typeface="Noto Sans SC"/>
              </a:defRPr>
            </a:lvl3pPr>
            <a:lvl4pPr algn="l">
              <a:defRPr sz="1650" b="0">
                <a:solidFill>
                  <a:srgbClr val="46536A"/>
                </a:solidFill>
                <a:latin typeface="Noto Sans SC"/>
                <a:ea typeface="Noto Sans SC"/>
                <a:cs typeface="Noto Sans SC"/>
              </a:defRPr>
            </a:lvl4pPr>
            <a:lvl5pPr algn="l">
              <a:defRPr sz="1650" b="0">
                <a:solidFill>
                  <a:srgbClr val="46536A"/>
                </a:solidFill>
                <a:latin typeface="Noto Sans SC"/>
                <a:ea typeface="Noto Sans SC"/>
                <a:cs typeface="Noto Sans SC"/>
              </a:defRPr>
            </a:lvl5pPr>
            <a:lvl6pPr algn="l">
              <a:defRPr sz="1650" b="0">
                <a:solidFill>
                  <a:srgbClr val="46536A"/>
                </a:solidFill>
                <a:latin typeface="Noto Sans SC"/>
                <a:ea typeface="Noto Sans SC"/>
                <a:cs typeface="Noto Sans SC"/>
              </a:defRPr>
            </a:lvl6pPr>
            <a:lvl7pPr algn="l">
              <a:defRPr sz="1650" b="0">
                <a:solidFill>
                  <a:srgbClr val="46536A"/>
                </a:solidFill>
                <a:latin typeface="Noto Sans SC"/>
                <a:ea typeface="Noto Sans SC"/>
                <a:cs typeface="Noto Sans SC"/>
              </a:defRPr>
            </a:lvl7pPr>
            <a:lvl8pPr algn="l">
              <a:defRPr sz="1650" b="0">
                <a:solidFill>
                  <a:srgbClr val="46536A"/>
                </a:solidFill>
                <a:latin typeface="Noto Sans SC"/>
                <a:ea typeface="Noto Sans SC"/>
                <a:cs typeface="Noto Sans SC"/>
              </a:defRPr>
            </a:lvl8pPr>
            <a:lvl9pPr algn="l">
              <a:defRPr sz="1650" b="0">
                <a:solidFill>
                  <a:srgbClr val="46536A"/>
                </a:solidFill>
                <a:latin typeface="Noto Sans SC"/>
                <a:ea typeface="Noto Sans SC"/>
                <a:cs typeface="Noto Sans SC"/>
              </a:defRPr>
            </a:lvl9pPr>
          </a:lstStyle>
          <a:p xmlns:a="http://schemas.openxmlformats.org/drawingml/2006/main">
            <a:pPr algn="l">
              <a:defRPr sz="1650" b="0">
                <a:solidFill>
                  <a:srgbClr val="46536A"/>
                </a:solidFill>
                <a:latin typeface="Noto Sans SC"/>
                <a:ea typeface="Noto Sans SC"/>
                <a:cs typeface="Noto Sans SC"/>
              </a:defRPr>
            </a:pPr>
            <a:r>
              <a:rPr sz="1650" b="0">
                <a:solidFill>
                  <a:srgbClr val="46536A"/>
                </a:solidFill>
                <a:latin typeface="Noto Sans SC"/>
                <a:ea typeface="Noto Sans SC"/>
                <a:cs typeface="Noto Sans SC"/>
              </a:rPr>
              <a:t>经纬度、时间戳、高度、质量</a:t>
            </a:r>
          </a:p>
        </p:txBody>
      </p:sp>
      <p:sp>
        <p:nvSpPr>
          <p:cNvPr id="10" name="line-8">
            <a:extLst xmlns:a="http://schemas.openxmlformats.org/drawingml/2006/main">
              <a:ext uri="{FF2B5EF4-FFF2-40B4-BE49-F238E27FC236}">
                <a16:creationId xmlns:a16="http://schemas.microsoft.com/office/drawing/2014/main" id="{C71491DC-4E90-45A4-813A-C9EAE74997B1}"/>
              </a:ext>
            </a:extLst>
          </p:cNvPr>
          <p:cNvSpPr>
            <a:spLocks xmlns:a="http://schemas.openxmlformats.org/drawingml/2006/main" noGrp="1"/>
          </p:cNvSpPr>
          <p:nvPr/>
        </p:nvSpPr>
        <p:spPr>
          <a:xfrm xmlns:a="http://schemas.openxmlformats.org/drawingml/2006/main" flipV="0">
            <a:off x="7620000" y="1838325"/>
            <a:ext cx="666750" cy="953"/>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11" name="line-8">
            <a:extLst xmlns:a="http://schemas.openxmlformats.org/drawingml/2006/main">
              <a:ext uri="{FF2B5EF4-FFF2-40B4-BE49-F238E27FC236}">
                <a16:creationId xmlns:a16="http://schemas.microsoft.com/office/drawing/2014/main" id="{DF49D24D-6C1C-4106-A6EE-E6E419E1458D}"/>
              </a:ext>
            </a:extLst>
          </p:cNvPr>
          <p:cNvSpPr>
            <a:spLocks xmlns:a="http://schemas.openxmlformats.org/drawingml/2006/main" noGrp="1"/>
          </p:cNvSpPr>
          <p:nvPr/>
        </p:nvSpPr>
        <p:spPr>
          <a:xfrm xmlns:a="http://schemas.openxmlformats.org/drawingml/2006/main" flipV="1">
            <a:off x="8211519" y="1838325"/>
            <a:ext cx="75231" cy="41099"/>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12" name="line-8">
            <a:extLst xmlns:a="http://schemas.openxmlformats.org/drawingml/2006/main">
              <a:ext uri="{FF2B5EF4-FFF2-40B4-BE49-F238E27FC236}">
                <a16:creationId xmlns:a16="http://schemas.microsoft.com/office/drawing/2014/main" id="{A923DA52-C45F-4C4F-885C-FE4DFCBA1E80}"/>
              </a:ext>
            </a:extLst>
          </p:cNvPr>
          <p:cNvSpPr>
            <a:spLocks xmlns:a="http://schemas.openxmlformats.org/drawingml/2006/main" noGrp="1"/>
          </p:cNvSpPr>
          <p:nvPr/>
        </p:nvSpPr>
        <p:spPr>
          <a:xfrm xmlns:a="http://schemas.openxmlformats.org/drawingml/2006/main" flipV="0">
            <a:off x="8211519" y="1797226"/>
            <a:ext cx="75231" cy="41099"/>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13" name="o12">
            <a:extLst xmlns:a="http://schemas.openxmlformats.org/drawingml/2006/main">
              <a:ext uri="{FF2B5EF4-FFF2-40B4-BE49-F238E27FC236}">
                <a16:creationId xmlns:a16="http://schemas.microsoft.com/office/drawing/2014/main" id="{341D31E3-16AE-4BC9-AC2F-ED5C7641AB87}"/>
              </a:ext>
            </a:extLst>
          </p:cNvPr>
          <p:cNvSpPr>
            <a:spLocks xmlns:a="http://schemas.openxmlformats.org/drawingml/2006/main" noGrp="1"/>
          </p:cNvSpPr>
          <p:nvPr/>
        </p:nvSpPr>
        <p:spPr>
          <a:xfrm xmlns:a="http://schemas.openxmlformats.org/drawingml/2006/main">
            <a:off x="609600" y="2457450"/>
            <a:ext cx="2266950" cy="666750"/>
          </a:xfrm>
          <a:prstGeom xmlns:a="http://schemas.openxmlformats.org/drawingml/2006/main" prst="roundRect">
            <a:avLst>
              <a:gd name="adj" fmla="val 11429"/>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650" b="1">
                <a:solidFill>
                  <a:srgbClr val="0F6E73"/>
                </a:solidFill>
                <a:latin typeface="Noto Sans SC"/>
                <a:ea typeface="Noto Sans SC"/>
                <a:cs typeface="Noto Sans SC"/>
              </a:defRPr>
            </a:defPPr>
            <a:lvl1pPr algn="ctr">
              <a:defRPr sz="1650" b="1">
                <a:solidFill>
                  <a:srgbClr val="0F6E73"/>
                </a:solidFill>
                <a:latin typeface="Noto Sans SC"/>
                <a:ea typeface="Noto Sans SC"/>
                <a:cs typeface="Noto Sans SC"/>
              </a:defRPr>
            </a:lvl1pPr>
            <a:lvl2pPr algn="ctr">
              <a:defRPr sz="1650" b="1">
                <a:solidFill>
                  <a:srgbClr val="0F6E73"/>
                </a:solidFill>
                <a:latin typeface="Noto Sans SC"/>
                <a:ea typeface="Noto Sans SC"/>
                <a:cs typeface="Noto Sans SC"/>
              </a:defRPr>
            </a:lvl2pPr>
            <a:lvl3pPr algn="ctr">
              <a:defRPr sz="1650" b="1">
                <a:solidFill>
                  <a:srgbClr val="0F6E73"/>
                </a:solidFill>
                <a:latin typeface="Noto Sans SC"/>
                <a:ea typeface="Noto Sans SC"/>
                <a:cs typeface="Noto Sans SC"/>
              </a:defRPr>
            </a:lvl3pPr>
            <a:lvl4pPr algn="ctr">
              <a:defRPr sz="1650" b="1">
                <a:solidFill>
                  <a:srgbClr val="0F6E73"/>
                </a:solidFill>
                <a:latin typeface="Noto Sans SC"/>
                <a:ea typeface="Noto Sans SC"/>
                <a:cs typeface="Noto Sans SC"/>
              </a:defRPr>
            </a:lvl4pPr>
            <a:lvl5pPr algn="ctr">
              <a:defRPr sz="1650" b="1">
                <a:solidFill>
                  <a:srgbClr val="0F6E73"/>
                </a:solidFill>
                <a:latin typeface="Noto Sans SC"/>
                <a:ea typeface="Noto Sans SC"/>
                <a:cs typeface="Noto Sans SC"/>
              </a:defRPr>
            </a:lvl5pPr>
            <a:lvl6pPr algn="ctr">
              <a:defRPr sz="1650" b="1">
                <a:solidFill>
                  <a:srgbClr val="0F6E73"/>
                </a:solidFill>
                <a:latin typeface="Noto Sans SC"/>
                <a:ea typeface="Noto Sans SC"/>
                <a:cs typeface="Noto Sans SC"/>
              </a:defRPr>
            </a:lvl6pPr>
            <a:lvl7pPr algn="ctr">
              <a:defRPr sz="1650" b="1">
                <a:solidFill>
                  <a:srgbClr val="0F6E73"/>
                </a:solidFill>
                <a:latin typeface="Noto Sans SC"/>
                <a:ea typeface="Noto Sans SC"/>
                <a:cs typeface="Noto Sans SC"/>
              </a:defRPr>
            </a:lvl7pPr>
            <a:lvl8pPr algn="ctr">
              <a:defRPr sz="1650" b="1">
                <a:solidFill>
                  <a:srgbClr val="0F6E73"/>
                </a:solidFill>
                <a:latin typeface="Noto Sans SC"/>
                <a:ea typeface="Noto Sans SC"/>
                <a:cs typeface="Noto Sans SC"/>
              </a:defRPr>
            </a:lvl8pPr>
            <a:lvl9pPr algn="ctr">
              <a:defRPr sz="1650" b="1">
                <a:solidFill>
                  <a:srgbClr val="0F6E73"/>
                </a:solidFill>
                <a:latin typeface="Noto Sans SC"/>
                <a:ea typeface="Noto Sans SC"/>
                <a:cs typeface="Noto Sans SC"/>
              </a:defRPr>
            </a:lvl9pPr>
          </a:lstStyle>
          <a:p xmlns:a="http://schemas.openxmlformats.org/drawingml/2006/main">
            <a:pPr algn="ctr">
              <a:defRPr sz="1650" b="1">
                <a:solidFill>
                  <a:srgbClr val="0F6E73"/>
                </a:solidFill>
                <a:latin typeface="Noto Sans SC"/>
                <a:ea typeface="Noto Sans SC"/>
                <a:cs typeface="Noto Sans SC"/>
              </a:defRPr>
            </a:pPr>
            <a:r>
              <a:rPr sz="1650" b="1">
                <a:solidFill>
                  <a:srgbClr val="0F6E73"/>
                </a:solidFill>
                <a:latin typeface="Noto Sans SC"/>
                <a:ea typeface="Noto Sans SC"/>
                <a:cs typeface="Noto Sans SC"/>
              </a:rPr>
              <a:t>身份业务源</a:t>
            </a:r>
          </a:p>
        </p:txBody>
      </p:sp>
      <p:sp>
        <p:nvSpPr>
          <p:cNvPr id="14" name="o13">
            <a:extLst xmlns:a="http://schemas.openxmlformats.org/drawingml/2006/main">
              <a:ext uri="{FF2B5EF4-FFF2-40B4-BE49-F238E27FC236}">
                <a16:creationId xmlns:a16="http://schemas.microsoft.com/office/drawing/2014/main" id="{EE69B0C6-AA02-4A58-AE8F-2B4D32A7F6FB}"/>
              </a:ext>
            </a:extLst>
          </p:cNvPr>
          <p:cNvSpPr>
            <a:spLocks xmlns:a="http://schemas.openxmlformats.org/drawingml/2006/main" noGrp="1"/>
          </p:cNvSpPr>
          <p:nvPr/>
        </p:nvSpPr>
        <p:spPr>
          <a:xfrm xmlns:a="http://schemas.openxmlformats.org/drawingml/2006/main">
            <a:off x="3143250" y="2600325"/>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46536A"/>
                </a:solidFill>
                <a:latin typeface="Noto Sans SC"/>
                <a:ea typeface="Noto Sans SC"/>
                <a:cs typeface="Noto Sans SC"/>
              </a:defRPr>
            </a:defPPr>
            <a:lvl1pPr algn="l">
              <a:defRPr sz="1650" b="0">
                <a:solidFill>
                  <a:srgbClr val="46536A"/>
                </a:solidFill>
                <a:latin typeface="Noto Sans SC"/>
                <a:ea typeface="Noto Sans SC"/>
                <a:cs typeface="Noto Sans SC"/>
              </a:defRPr>
            </a:lvl1pPr>
            <a:lvl2pPr algn="l">
              <a:defRPr sz="1650" b="0">
                <a:solidFill>
                  <a:srgbClr val="46536A"/>
                </a:solidFill>
                <a:latin typeface="Noto Sans SC"/>
                <a:ea typeface="Noto Sans SC"/>
                <a:cs typeface="Noto Sans SC"/>
              </a:defRPr>
            </a:lvl2pPr>
            <a:lvl3pPr algn="l">
              <a:defRPr sz="1650" b="0">
                <a:solidFill>
                  <a:srgbClr val="46536A"/>
                </a:solidFill>
                <a:latin typeface="Noto Sans SC"/>
                <a:ea typeface="Noto Sans SC"/>
                <a:cs typeface="Noto Sans SC"/>
              </a:defRPr>
            </a:lvl3pPr>
            <a:lvl4pPr algn="l">
              <a:defRPr sz="1650" b="0">
                <a:solidFill>
                  <a:srgbClr val="46536A"/>
                </a:solidFill>
                <a:latin typeface="Noto Sans SC"/>
                <a:ea typeface="Noto Sans SC"/>
                <a:cs typeface="Noto Sans SC"/>
              </a:defRPr>
            </a:lvl4pPr>
            <a:lvl5pPr algn="l">
              <a:defRPr sz="1650" b="0">
                <a:solidFill>
                  <a:srgbClr val="46536A"/>
                </a:solidFill>
                <a:latin typeface="Noto Sans SC"/>
                <a:ea typeface="Noto Sans SC"/>
                <a:cs typeface="Noto Sans SC"/>
              </a:defRPr>
            </a:lvl5pPr>
            <a:lvl6pPr algn="l">
              <a:defRPr sz="1650" b="0">
                <a:solidFill>
                  <a:srgbClr val="46536A"/>
                </a:solidFill>
                <a:latin typeface="Noto Sans SC"/>
                <a:ea typeface="Noto Sans SC"/>
                <a:cs typeface="Noto Sans SC"/>
              </a:defRPr>
            </a:lvl6pPr>
            <a:lvl7pPr algn="l">
              <a:defRPr sz="1650" b="0">
                <a:solidFill>
                  <a:srgbClr val="46536A"/>
                </a:solidFill>
                <a:latin typeface="Noto Sans SC"/>
                <a:ea typeface="Noto Sans SC"/>
                <a:cs typeface="Noto Sans SC"/>
              </a:defRPr>
            </a:lvl7pPr>
            <a:lvl8pPr algn="l">
              <a:defRPr sz="1650" b="0">
                <a:solidFill>
                  <a:srgbClr val="46536A"/>
                </a:solidFill>
                <a:latin typeface="Noto Sans SC"/>
                <a:ea typeface="Noto Sans SC"/>
                <a:cs typeface="Noto Sans SC"/>
              </a:defRPr>
            </a:lvl8pPr>
            <a:lvl9pPr algn="l">
              <a:defRPr sz="1650" b="0">
                <a:solidFill>
                  <a:srgbClr val="46536A"/>
                </a:solidFill>
                <a:latin typeface="Noto Sans SC"/>
                <a:ea typeface="Noto Sans SC"/>
                <a:cs typeface="Noto Sans SC"/>
              </a:defRPr>
            </a:lvl9pPr>
          </a:lstStyle>
          <a:p xmlns:a="http://schemas.openxmlformats.org/drawingml/2006/main">
            <a:pPr algn="l">
              <a:defRPr sz="1650" b="0">
                <a:solidFill>
                  <a:srgbClr val="46536A"/>
                </a:solidFill>
                <a:latin typeface="Noto Sans SC"/>
                <a:ea typeface="Noto Sans SC"/>
                <a:cs typeface="Noto Sans SC"/>
              </a:defRPr>
            </a:pPr>
            <a:r>
              <a:rPr sz="1650" b="0">
                <a:solidFill>
                  <a:srgbClr val="46536A"/>
                </a:solidFill>
                <a:latin typeface="Noto Sans SC"/>
                <a:ea typeface="Noto Sans SC"/>
                <a:cs typeface="Noto Sans SC"/>
              </a:rPr>
              <a:t>设备、飞手、白名单、飞行计划</a:t>
            </a:r>
          </a:p>
        </p:txBody>
      </p:sp>
      <p:sp>
        <p:nvSpPr>
          <p:cNvPr id="15" name="line-10">
            <a:extLst xmlns:a="http://schemas.openxmlformats.org/drawingml/2006/main">
              <a:ext uri="{FF2B5EF4-FFF2-40B4-BE49-F238E27FC236}">
                <a16:creationId xmlns:a16="http://schemas.microsoft.com/office/drawing/2014/main" id="{C5CE12F6-37BD-40A7-B653-1C35E01FF36A}"/>
              </a:ext>
            </a:extLst>
          </p:cNvPr>
          <p:cNvSpPr>
            <a:spLocks xmlns:a="http://schemas.openxmlformats.org/drawingml/2006/main" noGrp="1"/>
          </p:cNvSpPr>
          <p:nvPr/>
        </p:nvSpPr>
        <p:spPr>
          <a:xfrm xmlns:a="http://schemas.openxmlformats.org/drawingml/2006/main" flipV="0">
            <a:off x="7620000" y="2790825"/>
            <a:ext cx="666750"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6" name="line-10">
            <a:extLst xmlns:a="http://schemas.openxmlformats.org/drawingml/2006/main">
              <a:ext uri="{FF2B5EF4-FFF2-40B4-BE49-F238E27FC236}">
                <a16:creationId xmlns:a16="http://schemas.microsoft.com/office/drawing/2014/main" id="{391AB7AF-3760-4E6D-85E7-2CC4EEB462E2}"/>
              </a:ext>
            </a:extLst>
          </p:cNvPr>
          <p:cNvSpPr>
            <a:spLocks xmlns:a="http://schemas.openxmlformats.org/drawingml/2006/main" noGrp="1"/>
          </p:cNvSpPr>
          <p:nvPr/>
        </p:nvSpPr>
        <p:spPr>
          <a:xfrm xmlns:a="http://schemas.openxmlformats.org/drawingml/2006/main" flipV="1">
            <a:off x="8211519" y="2790825"/>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7" name="line-10">
            <a:extLst xmlns:a="http://schemas.openxmlformats.org/drawingml/2006/main">
              <a:ext uri="{FF2B5EF4-FFF2-40B4-BE49-F238E27FC236}">
                <a16:creationId xmlns:a16="http://schemas.microsoft.com/office/drawing/2014/main" id="{ED5BFB26-E890-40DB-825A-715D454DEE6E}"/>
              </a:ext>
            </a:extLst>
          </p:cNvPr>
          <p:cNvSpPr>
            <a:spLocks xmlns:a="http://schemas.openxmlformats.org/drawingml/2006/main" noGrp="1"/>
          </p:cNvSpPr>
          <p:nvPr/>
        </p:nvSpPr>
        <p:spPr>
          <a:xfrm xmlns:a="http://schemas.openxmlformats.org/drawingml/2006/main" flipV="0">
            <a:off x="8211519" y="2749726"/>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8" name="o17">
            <a:extLst xmlns:a="http://schemas.openxmlformats.org/drawingml/2006/main">
              <a:ext uri="{FF2B5EF4-FFF2-40B4-BE49-F238E27FC236}">
                <a16:creationId xmlns:a16="http://schemas.microsoft.com/office/drawing/2014/main" id="{A131E679-D8A3-4427-807F-EFF6165C99DB}"/>
              </a:ext>
            </a:extLst>
          </p:cNvPr>
          <p:cNvSpPr>
            <a:spLocks xmlns:a="http://schemas.openxmlformats.org/drawingml/2006/main" noGrp="1"/>
          </p:cNvSpPr>
          <p:nvPr/>
        </p:nvSpPr>
        <p:spPr>
          <a:xfrm xmlns:a="http://schemas.openxmlformats.org/drawingml/2006/main">
            <a:off x="609600" y="3409950"/>
            <a:ext cx="2266950" cy="666750"/>
          </a:xfrm>
          <a:prstGeom xmlns:a="http://schemas.openxmlformats.org/drawingml/2006/main" prst="roundRect">
            <a:avLst>
              <a:gd name="adj" fmla="val 11429"/>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650" b="1">
                <a:solidFill>
                  <a:srgbClr val="B85A1E"/>
                </a:solidFill>
                <a:latin typeface="Noto Sans SC"/>
                <a:ea typeface="Noto Sans SC"/>
                <a:cs typeface="Noto Sans SC"/>
              </a:defRPr>
            </a:defPPr>
            <a:lvl1pPr algn="ctr">
              <a:defRPr sz="1650" b="1">
                <a:solidFill>
                  <a:srgbClr val="B85A1E"/>
                </a:solidFill>
                <a:latin typeface="Noto Sans SC"/>
                <a:ea typeface="Noto Sans SC"/>
                <a:cs typeface="Noto Sans SC"/>
              </a:defRPr>
            </a:lvl1pPr>
            <a:lvl2pPr algn="ctr">
              <a:defRPr sz="1650" b="1">
                <a:solidFill>
                  <a:srgbClr val="B85A1E"/>
                </a:solidFill>
                <a:latin typeface="Noto Sans SC"/>
                <a:ea typeface="Noto Sans SC"/>
                <a:cs typeface="Noto Sans SC"/>
              </a:defRPr>
            </a:lvl2pPr>
            <a:lvl3pPr algn="ctr">
              <a:defRPr sz="1650" b="1">
                <a:solidFill>
                  <a:srgbClr val="B85A1E"/>
                </a:solidFill>
                <a:latin typeface="Noto Sans SC"/>
                <a:ea typeface="Noto Sans SC"/>
                <a:cs typeface="Noto Sans SC"/>
              </a:defRPr>
            </a:lvl3pPr>
            <a:lvl4pPr algn="ctr">
              <a:defRPr sz="1650" b="1">
                <a:solidFill>
                  <a:srgbClr val="B85A1E"/>
                </a:solidFill>
                <a:latin typeface="Noto Sans SC"/>
                <a:ea typeface="Noto Sans SC"/>
                <a:cs typeface="Noto Sans SC"/>
              </a:defRPr>
            </a:lvl4pPr>
            <a:lvl5pPr algn="ctr">
              <a:defRPr sz="1650" b="1">
                <a:solidFill>
                  <a:srgbClr val="B85A1E"/>
                </a:solidFill>
                <a:latin typeface="Noto Sans SC"/>
                <a:ea typeface="Noto Sans SC"/>
                <a:cs typeface="Noto Sans SC"/>
              </a:defRPr>
            </a:lvl5pPr>
            <a:lvl6pPr algn="ctr">
              <a:defRPr sz="1650" b="1">
                <a:solidFill>
                  <a:srgbClr val="B85A1E"/>
                </a:solidFill>
                <a:latin typeface="Noto Sans SC"/>
                <a:ea typeface="Noto Sans SC"/>
                <a:cs typeface="Noto Sans SC"/>
              </a:defRPr>
            </a:lvl6pPr>
            <a:lvl7pPr algn="ctr">
              <a:defRPr sz="1650" b="1">
                <a:solidFill>
                  <a:srgbClr val="B85A1E"/>
                </a:solidFill>
                <a:latin typeface="Noto Sans SC"/>
                <a:ea typeface="Noto Sans SC"/>
                <a:cs typeface="Noto Sans SC"/>
              </a:defRPr>
            </a:lvl7pPr>
            <a:lvl8pPr algn="ctr">
              <a:defRPr sz="1650" b="1">
                <a:solidFill>
                  <a:srgbClr val="B85A1E"/>
                </a:solidFill>
                <a:latin typeface="Noto Sans SC"/>
                <a:ea typeface="Noto Sans SC"/>
                <a:cs typeface="Noto Sans SC"/>
              </a:defRPr>
            </a:lvl8pPr>
            <a:lvl9pPr algn="ctr">
              <a:defRPr sz="1650" b="1">
                <a:solidFill>
                  <a:srgbClr val="B85A1E"/>
                </a:solidFill>
                <a:latin typeface="Noto Sans SC"/>
                <a:ea typeface="Noto Sans SC"/>
                <a:cs typeface="Noto Sans SC"/>
              </a:defRPr>
            </a:lvl9pPr>
          </a:lstStyle>
          <a:p xmlns:a="http://schemas.openxmlformats.org/drawingml/2006/main">
            <a:pPr algn="ctr">
              <a:defRPr sz="1650" b="1">
                <a:solidFill>
                  <a:srgbClr val="B85A1E"/>
                </a:solidFill>
                <a:latin typeface="Noto Sans SC"/>
                <a:ea typeface="Noto Sans SC"/>
                <a:cs typeface="Noto Sans SC"/>
              </a:defRPr>
            </a:pPr>
            <a:r>
              <a:rPr sz="1650" b="1">
                <a:solidFill>
                  <a:srgbClr val="B85A1E"/>
                </a:solidFill>
                <a:latin typeface="Noto Sans SC"/>
                <a:ea typeface="Noto Sans SC"/>
                <a:cs typeface="Noto Sans SC"/>
              </a:rPr>
              <a:t>空间地图</a:t>
            </a:r>
          </a:p>
        </p:txBody>
      </p:sp>
      <p:sp>
        <p:nvSpPr>
          <p:cNvPr id="19" name="o18">
            <a:extLst xmlns:a="http://schemas.openxmlformats.org/drawingml/2006/main">
              <a:ext uri="{FF2B5EF4-FFF2-40B4-BE49-F238E27FC236}">
                <a16:creationId xmlns:a16="http://schemas.microsoft.com/office/drawing/2014/main" id="{1EBF2684-888D-47CC-9C39-0A9168801930}"/>
              </a:ext>
            </a:extLst>
          </p:cNvPr>
          <p:cNvSpPr>
            <a:spLocks xmlns:a="http://schemas.openxmlformats.org/drawingml/2006/main" noGrp="1"/>
          </p:cNvSpPr>
          <p:nvPr/>
        </p:nvSpPr>
        <p:spPr>
          <a:xfrm xmlns:a="http://schemas.openxmlformats.org/drawingml/2006/main">
            <a:off x="3143250" y="3552825"/>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46536A"/>
                </a:solidFill>
                <a:latin typeface="Noto Sans SC"/>
                <a:ea typeface="Noto Sans SC"/>
                <a:cs typeface="Noto Sans SC"/>
              </a:defRPr>
            </a:defPPr>
            <a:lvl1pPr algn="l">
              <a:defRPr sz="1650" b="0">
                <a:solidFill>
                  <a:srgbClr val="46536A"/>
                </a:solidFill>
                <a:latin typeface="Noto Sans SC"/>
                <a:ea typeface="Noto Sans SC"/>
                <a:cs typeface="Noto Sans SC"/>
              </a:defRPr>
            </a:lvl1pPr>
            <a:lvl2pPr algn="l">
              <a:defRPr sz="1650" b="0">
                <a:solidFill>
                  <a:srgbClr val="46536A"/>
                </a:solidFill>
                <a:latin typeface="Noto Sans SC"/>
                <a:ea typeface="Noto Sans SC"/>
                <a:cs typeface="Noto Sans SC"/>
              </a:defRPr>
            </a:lvl2pPr>
            <a:lvl3pPr algn="l">
              <a:defRPr sz="1650" b="0">
                <a:solidFill>
                  <a:srgbClr val="46536A"/>
                </a:solidFill>
                <a:latin typeface="Noto Sans SC"/>
                <a:ea typeface="Noto Sans SC"/>
                <a:cs typeface="Noto Sans SC"/>
              </a:defRPr>
            </a:lvl3pPr>
            <a:lvl4pPr algn="l">
              <a:defRPr sz="1650" b="0">
                <a:solidFill>
                  <a:srgbClr val="46536A"/>
                </a:solidFill>
                <a:latin typeface="Noto Sans SC"/>
                <a:ea typeface="Noto Sans SC"/>
                <a:cs typeface="Noto Sans SC"/>
              </a:defRPr>
            </a:lvl4pPr>
            <a:lvl5pPr algn="l">
              <a:defRPr sz="1650" b="0">
                <a:solidFill>
                  <a:srgbClr val="46536A"/>
                </a:solidFill>
                <a:latin typeface="Noto Sans SC"/>
                <a:ea typeface="Noto Sans SC"/>
                <a:cs typeface="Noto Sans SC"/>
              </a:defRPr>
            </a:lvl5pPr>
            <a:lvl6pPr algn="l">
              <a:defRPr sz="1650" b="0">
                <a:solidFill>
                  <a:srgbClr val="46536A"/>
                </a:solidFill>
                <a:latin typeface="Noto Sans SC"/>
                <a:ea typeface="Noto Sans SC"/>
                <a:cs typeface="Noto Sans SC"/>
              </a:defRPr>
            </a:lvl6pPr>
            <a:lvl7pPr algn="l">
              <a:defRPr sz="1650" b="0">
                <a:solidFill>
                  <a:srgbClr val="46536A"/>
                </a:solidFill>
                <a:latin typeface="Noto Sans SC"/>
                <a:ea typeface="Noto Sans SC"/>
                <a:cs typeface="Noto Sans SC"/>
              </a:defRPr>
            </a:lvl7pPr>
            <a:lvl8pPr algn="l">
              <a:defRPr sz="1650" b="0">
                <a:solidFill>
                  <a:srgbClr val="46536A"/>
                </a:solidFill>
                <a:latin typeface="Noto Sans SC"/>
                <a:ea typeface="Noto Sans SC"/>
                <a:cs typeface="Noto Sans SC"/>
              </a:defRPr>
            </a:lvl8pPr>
            <a:lvl9pPr algn="l">
              <a:defRPr sz="1650" b="0">
                <a:solidFill>
                  <a:srgbClr val="46536A"/>
                </a:solidFill>
                <a:latin typeface="Noto Sans SC"/>
                <a:ea typeface="Noto Sans SC"/>
                <a:cs typeface="Noto Sans SC"/>
              </a:defRPr>
            </a:lvl9pPr>
          </a:lstStyle>
          <a:p xmlns:a="http://schemas.openxmlformats.org/drawingml/2006/main">
            <a:pPr algn="l">
              <a:defRPr sz="1650" b="0">
                <a:solidFill>
                  <a:srgbClr val="46536A"/>
                </a:solidFill>
                <a:latin typeface="Noto Sans SC"/>
                <a:ea typeface="Noto Sans SC"/>
                <a:cs typeface="Noto Sans SC"/>
              </a:defRPr>
            </a:pPr>
            <a:r>
              <a:rPr sz="1650" b="0">
                <a:solidFill>
                  <a:srgbClr val="46536A"/>
                </a:solidFill>
                <a:latin typeface="Noto Sans SC"/>
                <a:ea typeface="Noto Sans SC"/>
                <a:cs typeface="Noto Sans SC"/>
              </a:rPr>
              <a:t>设施、圈层、空域及高度条件</a:t>
            </a:r>
          </a:p>
        </p:txBody>
      </p:sp>
      <p:sp>
        <p:nvSpPr>
          <p:cNvPr id="20" name="line-12">
            <a:extLst xmlns:a="http://schemas.openxmlformats.org/drawingml/2006/main">
              <a:ext uri="{FF2B5EF4-FFF2-40B4-BE49-F238E27FC236}">
                <a16:creationId xmlns:a16="http://schemas.microsoft.com/office/drawing/2014/main" id="{D6793809-A69A-4B3D-8D30-06BE6DF4936B}"/>
              </a:ext>
            </a:extLst>
          </p:cNvPr>
          <p:cNvSpPr>
            <a:spLocks xmlns:a="http://schemas.openxmlformats.org/drawingml/2006/main" noGrp="1"/>
          </p:cNvSpPr>
          <p:nvPr/>
        </p:nvSpPr>
        <p:spPr>
          <a:xfrm xmlns:a="http://schemas.openxmlformats.org/drawingml/2006/main" flipV="0">
            <a:off x="7620000" y="3743325"/>
            <a:ext cx="666750" cy="953"/>
          </a:xfrm>
          <a:prstGeom xmlns:a="http://schemas.openxmlformats.org/drawingml/2006/main" prst="line">
            <a:avLst/>
          </a:prstGeom>
          <a:noFill xmlns:a="http://schemas.openxmlformats.org/drawingml/2006/main"/>
          <a:ln xmlns:a="http://schemas.openxmlformats.org/drawingml/2006/main" w="19050">
            <a:solidFill>
              <a:srgbClr val="B85A1E"/>
            </a:solidFill>
            <a:prstDash val="solid"/>
          </a:ln>
        </p:spPr>
      </p:sp>
      <p:sp>
        <p:nvSpPr>
          <p:cNvPr id="21" name="line-12">
            <a:extLst xmlns:a="http://schemas.openxmlformats.org/drawingml/2006/main">
              <a:ext uri="{FF2B5EF4-FFF2-40B4-BE49-F238E27FC236}">
                <a16:creationId xmlns:a16="http://schemas.microsoft.com/office/drawing/2014/main" id="{6ABFF773-D291-45AF-A2CC-F4E3C3A150CC}"/>
              </a:ext>
            </a:extLst>
          </p:cNvPr>
          <p:cNvSpPr>
            <a:spLocks xmlns:a="http://schemas.openxmlformats.org/drawingml/2006/main" noGrp="1"/>
          </p:cNvSpPr>
          <p:nvPr/>
        </p:nvSpPr>
        <p:spPr>
          <a:xfrm xmlns:a="http://schemas.openxmlformats.org/drawingml/2006/main" flipV="1">
            <a:off x="8211519" y="3743325"/>
            <a:ext cx="75231" cy="41099"/>
          </a:xfrm>
          <a:prstGeom xmlns:a="http://schemas.openxmlformats.org/drawingml/2006/main" prst="line">
            <a:avLst/>
          </a:prstGeom>
          <a:noFill xmlns:a="http://schemas.openxmlformats.org/drawingml/2006/main"/>
          <a:ln xmlns:a="http://schemas.openxmlformats.org/drawingml/2006/main" w="19050">
            <a:solidFill>
              <a:srgbClr val="B85A1E"/>
            </a:solidFill>
            <a:prstDash val="solid"/>
          </a:ln>
        </p:spPr>
      </p:sp>
      <p:sp>
        <p:nvSpPr>
          <p:cNvPr id="22" name="line-12">
            <a:extLst xmlns:a="http://schemas.openxmlformats.org/drawingml/2006/main">
              <a:ext uri="{FF2B5EF4-FFF2-40B4-BE49-F238E27FC236}">
                <a16:creationId xmlns:a16="http://schemas.microsoft.com/office/drawing/2014/main" id="{9422B20B-57F1-42B3-B576-4EEE41A76076}"/>
              </a:ext>
            </a:extLst>
          </p:cNvPr>
          <p:cNvSpPr>
            <a:spLocks xmlns:a="http://schemas.openxmlformats.org/drawingml/2006/main" noGrp="1"/>
          </p:cNvSpPr>
          <p:nvPr/>
        </p:nvSpPr>
        <p:spPr>
          <a:xfrm xmlns:a="http://schemas.openxmlformats.org/drawingml/2006/main" flipV="0">
            <a:off x="8211519" y="3702226"/>
            <a:ext cx="75231" cy="41099"/>
          </a:xfrm>
          <a:prstGeom xmlns:a="http://schemas.openxmlformats.org/drawingml/2006/main" prst="line">
            <a:avLst/>
          </a:prstGeom>
          <a:noFill xmlns:a="http://schemas.openxmlformats.org/drawingml/2006/main"/>
          <a:ln xmlns:a="http://schemas.openxmlformats.org/drawingml/2006/main" w="19050">
            <a:solidFill>
              <a:srgbClr val="B85A1E"/>
            </a:solidFill>
            <a:prstDash val="solid"/>
          </a:ln>
        </p:spPr>
      </p:sp>
      <p:sp>
        <p:nvSpPr>
          <p:cNvPr id="23" name="o22">
            <a:extLst xmlns:a="http://schemas.openxmlformats.org/drawingml/2006/main">
              <a:ext uri="{FF2B5EF4-FFF2-40B4-BE49-F238E27FC236}">
                <a16:creationId xmlns:a16="http://schemas.microsoft.com/office/drawing/2014/main" id="{EE4C14FD-35BD-4FC4-BF37-C9B42E4ECD8C}"/>
              </a:ext>
            </a:extLst>
          </p:cNvPr>
          <p:cNvSpPr>
            <a:spLocks xmlns:a="http://schemas.openxmlformats.org/drawingml/2006/main" noGrp="1"/>
          </p:cNvSpPr>
          <p:nvPr/>
        </p:nvSpPr>
        <p:spPr>
          <a:xfrm xmlns:a="http://schemas.openxmlformats.org/drawingml/2006/main">
            <a:off x="609600" y="4362450"/>
            <a:ext cx="2266950" cy="666750"/>
          </a:xfrm>
          <a:prstGeom xmlns:a="http://schemas.openxmlformats.org/drawingml/2006/main" prst="roundRect">
            <a:avLst>
              <a:gd name="adj" fmla="val 11429"/>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650" b="1">
                <a:solidFill>
                  <a:srgbClr val="32668E"/>
                </a:solidFill>
                <a:latin typeface="Noto Sans SC"/>
                <a:ea typeface="Noto Sans SC"/>
                <a:cs typeface="Noto Sans SC"/>
              </a:defRPr>
            </a:defPPr>
            <a:lvl1pPr algn="ctr">
              <a:defRPr sz="1650" b="1">
                <a:solidFill>
                  <a:srgbClr val="32668E"/>
                </a:solidFill>
                <a:latin typeface="Noto Sans SC"/>
                <a:ea typeface="Noto Sans SC"/>
                <a:cs typeface="Noto Sans SC"/>
              </a:defRPr>
            </a:lvl1pPr>
            <a:lvl2pPr algn="ctr">
              <a:defRPr sz="1650" b="1">
                <a:solidFill>
                  <a:srgbClr val="32668E"/>
                </a:solidFill>
                <a:latin typeface="Noto Sans SC"/>
                <a:ea typeface="Noto Sans SC"/>
                <a:cs typeface="Noto Sans SC"/>
              </a:defRPr>
            </a:lvl2pPr>
            <a:lvl3pPr algn="ctr">
              <a:defRPr sz="1650" b="1">
                <a:solidFill>
                  <a:srgbClr val="32668E"/>
                </a:solidFill>
                <a:latin typeface="Noto Sans SC"/>
                <a:ea typeface="Noto Sans SC"/>
                <a:cs typeface="Noto Sans SC"/>
              </a:defRPr>
            </a:lvl3pPr>
            <a:lvl4pPr algn="ctr">
              <a:defRPr sz="1650" b="1">
                <a:solidFill>
                  <a:srgbClr val="32668E"/>
                </a:solidFill>
                <a:latin typeface="Noto Sans SC"/>
                <a:ea typeface="Noto Sans SC"/>
                <a:cs typeface="Noto Sans SC"/>
              </a:defRPr>
            </a:lvl4pPr>
            <a:lvl5pPr algn="ctr">
              <a:defRPr sz="1650" b="1">
                <a:solidFill>
                  <a:srgbClr val="32668E"/>
                </a:solidFill>
                <a:latin typeface="Noto Sans SC"/>
                <a:ea typeface="Noto Sans SC"/>
                <a:cs typeface="Noto Sans SC"/>
              </a:defRPr>
            </a:lvl5pPr>
            <a:lvl6pPr algn="ctr">
              <a:defRPr sz="1650" b="1">
                <a:solidFill>
                  <a:srgbClr val="32668E"/>
                </a:solidFill>
                <a:latin typeface="Noto Sans SC"/>
                <a:ea typeface="Noto Sans SC"/>
                <a:cs typeface="Noto Sans SC"/>
              </a:defRPr>
            </a:lvl6pPr>
            <a:lvl7pPr algn="ctr">
              <a:defRPr sz="1650" b="1">
                <a:solidFill>
                  <a:srgbClr val="32668E"/>
                </a:solidFill>
                <a:latin typeface="Noto Sans SC"/>
                <a:ea typeface="Noto Sans SC"/>
                <a:cs typeface="Noto Sans SC"/>
              </a:defRPr>
            </a:lvl7pPr>
            <a:lvl8pPr algn="ctr">
              <a:defRPr sz="1650" b="1">
                <a:solidFill>
                  <a:srgbClr val="32668E"/>
                </a:solidFill>
                <a:latin typeface="Noto Sans SC"/>
                <a:ea typeface="Noto Sans SC"/>
                <a:cs typeface="Noto Sans SC"/>
              </a:defRPr>
            </a:lvl8pPr>
            <a:lvl9pPr algn="ctr">
              <a:defRPr sz="1650" b="1">
                <a:solidFill>
                  <a:srgbClr val="32668E"/>
                </a:solidFill>
                <a:latin typeface="Noto Sans SC"/>
                <a:ea typeface="Noto Sans SC"/>
                <a:cs typeface="Noto Sans SC"/>
              </a:defRPr>
            </a:lvl9pPr>
          </a:lstStyle>
          <a:p xmlns:a="http://schemas.openxmlformats.org/drawingml/2006/main">
            <a:pPr algn="ctr">
              <a:defRPr sz="1650" b="1">
                <a:solidFill>
                  <a:srgbClr val="32668E"/>
                </a:solidFill>
                <a:latin typeface="Noto Sans SC"/>
                <a:ea typeface="Noto Sans SC"/>
                <a:cs typeface="Noto Sans SC"/>
              </a:defRPr>
            </a:pPr>
            <a:r>
              <a:rPr sz="1650" b="1">
                <a:solidFill>
                  <a:srgbClr val="32668E"/>
                </a:solidFill>
                <a:latin typeface="Noto Sans SC"/>
                <a:ea typeface="Noto Sans SC"/>
                <a:cs typeface="Noto Sans SC"/>
              </a:rPr>
              <a:t>能力与控制信息</a:t>
            </a:r>
          </a:p>
        </p:txBody>
      </p:sp>
      <p:sp>
        <p:nvSpPr>
          <p:cNvPr id="24" name="o23">
            <a:extLst xmlns:a="http://schemas.openxmlformats.org/drawingml/2006/main">
              <a:ext uri="{FF2B5EF4-FFF2-40B4-BE49-F238E27FC236}">
                <a16:creationId xmlns:a16="http://schemas.microsoft.com/office/drawing/2014/main" id="{4A2AF681-BE2D-4776-A12C-AFBCFC814606}"/>
              </a:ext>
            </a:extLst>
          </p:cNvPr>
          <p:cNvSpPr>
            <a:spLocks xmlns:a="http://schemas.openxmlformats.org/drawingml/2006/main" noGrp="1"/>
          </p:cNvSpPr>
          <p:nvPr/>
        </p:nvSpPr>
        <p:spPr>
          <a:xfrm xmlns:a="http://schemas.openxmlformats.org/drawingml/2006/main">
            <a:off x="3143250" y="4505325"/>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46536A"/>
                </a:solidFill>
                <a:latin typeface="Noto Sans SC"/>
                <a:ea typeface="Noto Sans SC"/>
                <a:cs typeface="Noto Sans SC"/>
              </a:defRPr>
            </a:defPPr>
            <a:lvl1pPr algn="l">
              <a:defRPr sz="1650" b="0">
                <a:solidFill>
                  <a:srgbClr val="46536A"/>
                </a:solidFill>
                <a:latin typeface="Noto Sans SC"/>
                <a:ea typeface="Noto Sans SC"/>
                <a:cs typeface="Noto Sans SC"/>
              </a:defRPr>
            </a:lvl1pPr>
            <a:lvl2pPr algn="l">
              <a:defRPr sz="1650" b="0">
                <a:solidFill>
                  <a:srgbClr val="46536A"/>
                </a:solidFill>
                <a:latin typeface="Noto Sans SC"/>
                <a:ea typeface="Noto Sans SC"/>
                <a:cs typeface="Noto Sans SC"/>
              </a:defRPr>
            </a:lvl2pPr>
            <a:lvl3pPr algn="l">
              <a:defRPr sz="1650" b="0">
                <a:solidFill>
                  <a:srgbClr val="46536A"/>
                </a:solidFill>
                <a:latin typeface="Noto Sans SC"/>
                <a:ea typeface="Noto Sans SC"/>
                <a:cs typeface="Noto Sans SC"/>
              </a:defRPr>
            </a:lvl3pPr>
            <a:lvl4pPr algn="l">
              <a:defRPr sz="1650" b="0">
                <a:solidFill>
                  <a:srgbClr val="46536A"/>
                </a:solidFill>
                <a:latin typeface="Noto Sans SC"/>
                <a:ea typeface="Noto Sans SC"/>
                <a:cs typeface="Noto Sans SC"/>
              </a:defRPr>
            </a:lvl4pPr>
            <a:lvl5pPr algn="l">
              <a:defRPr sz="1650" b="0">
                <a:solidFill>
                  <a:srgbClr val="46536A"/>
                </a:solidFill>
                <a:latin typeface="Noto Sans SC"/>
                <a:ea typeface="Noto Sans SC"/>
                <a:cs typeface="Noto Sans SC"/>
              </a:defRPr>
            </a:lvl5pPr>
            <a:lvl6pPr algn="l">
              <a:defRPr sz="1650" b="0">
                <a:solidFill>
                  <a:srgbClr val="46536A"/>
                </a:solidFill>
                <a:latin typeface="Noto Sans SC"/>
                <a:ea typeface="Noto Sans SC"/>
                <a:cs typeface="Noto Sans SC"/>
              </a:defRPr>
            </a:lvl6pPr>
            <a:lvl7pPr algn="l">
              <a:defRPr sz="1650" b="0">
                <a:solidFill>
                  <a:srgbClr val="46536A"/>
                </a:solidFill>
                <a:latin typeface="Noto Sans SC"/>
                <a:ea typeface="Noto Sans SC"/>
                <a:cs typeface="Noto Sans SC"/>
              </a:defRPr>
            </a:lvl7pPr>
            <a:lvl8pPr algn="l">
              <a:defRPr sz="1650" b="0">
                <a:solidFill>
                  <a:srgbClr val="46536A"/>
                </a:solidFill>
                <a:latin typeface="Noto Sans SC"/>
                <a:ea typeface="Noto Sans SC"/>
                <a:cs typeface="Noto Sans SC"/>
              </a:defRPr>
            </a:lvl8pPr>
            <a:lvl9pPr algn="l">
              <a:defRPr sz="1650" b="0">
                <a:solidFill>
                  <a:srgbClr val="46536A"/>
                </a:solidFill>
                <a:latin typeface="Noto Sans SC"/>
                <a:ea typeface="Noto Sans SC"/>
                <a:cs typeface="Noto Sans SC"/>
              </a:defRPr>
            </a:lvl9pPr>
          </a:lstStyle>
          <a:p xmlns:a="http://schemas.openxmlformats.org/drawingml/2006/main">
            <a:pPr algn="l">
              <a:defRPr sz="1650" b="0">
                <a:solidFill>
                  <a:srgbClr val="46536A"/>
                </a:solidFill>
                <a:latin typeface="Noto Sans SC"/>
                <a:ea typeface="Noto Sans SC"/>
                <a:cs typeface="Noto Sans SC"/>
              </a:defRPr>
            </a:pPr>
            <a:r>
              <a:rPr sz="1650" b="0">
                <a:solidFill>
                  <a:srgbClr val="46536A"/>
                </a:solidFill>
                <a:latin typeface="Noto Sans SC"/>
                <a:ea typeface="Noto Sans SC"/>
                <a:cs typeface="Noto Sans SC"/>
              </a:rPr>
              <a:t>探测设备、资源、选项与人工修正</a:t>
            </a:r>
          </a:p>
        </p:txBody>
      </p:sp>
      <p:sp>
        <p:nvSpPr>
          <p:cNvPr id="25" name="line-14">
            <a:extLst xmlns:a="http://schemas.openxmlformats.org/drawingml/2006/main">
              <a:ext uri="{FF2B5EF4-FFF2-40B4-BE49-F238E27FC236}">
                <a16:creationId xmlns:a16="http://schemas.microsoft.com/office/drawing/2014/main" id="{4349DF9E-8B2B-4366-87C3-C19F6CFDE551}"/>
              </a:ext>
            </a:extLst>
          </p:cNvPr>
          <p:cNvSpPr>
            <a:spLocks xmlns:a="http://schemas.openxmlformats.org/drawingml/2006/main" noGrp="1"/>
          </p:cNvSpPr>
          <p:nvPr/>
        </p:nvSpPr>
        <p:spPr>
          <a:xfrm xmlns:a="http://schemas.openxmlformats.org/drawingml/2006/main" flipV="0">
            <a:off x="7620000" y="4695825"/>
            <a:ext cx="666750" cy="953"/>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26" name="line-14">
            <a:extLst xmlns:a="http://schemas.openxmlformats.org/drawingml/2006/main">
              <a:ext uri="{FF2B5EF4-FFF2-40B4-BE49-F238E27FC236}">
                <a16:creationId xmlns:a16="http://schemas.microsoft.com/office/drawing/2014/main" id="{0F1BADF8-341C-4C38-BB6E-51A3052A2C04}"/>
              </a:ext>
            </a:extLst>
          </p:cNvPr>
          <p:cNvSpPr>
            <a:spLocks xmlns:a="http://schemas.openxmlformats.org/drawingml/2006/main" noGrp="1"/>
          </p:cNvSpPr>
          <p:nvPr/>
        </p:nvSpPr>
        <p:spPr>
          <a:xfrm xmlns:a="http://schemas.openxmlformats.org/drawingml/2006/main" flipV="1">
            <a:off x="8211519" y="4695825"/>
            <a:ext cx="75231" cy="41099"/>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27" name="line-14">
            <a:extLst xmlns:a="http://schemas.openxmlformats.org/drawingml/2006/main">
              <a:ext uri="{FF2B5EF4-FFF2-40B4-BE49-F238E27FC236}">
                <a16:creationId xmlns:a16="http://schemas.microsoft.com/office/drawing/2014/main" id="{603FDF68-DE00-4987-A4B4-5536ED0A67A2}"/>
              </a:ext>
            </a:extLst>
          </p:cNvPr>
          <p:cNvSpPr>
            <a:spLocks xmlns:a="http://schemas.openxmlformats.org/drawingml/2006/main" noGrp="1"/>
          </p:cNvSpPr>
          <p:nvPr/>
        </p:nvSpPr>
        <p:spPr>
          <a:xfrm xmlns:a="http://schemas.openxmlformats.org/drawingml/2006/main" flipV="0">
            <a:off x="8211519" y="4654726"/>
            <a:ext cx="75231" cy="41099"/>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28" name="o27">
            <a:extLst xmlns:a="http://schemas.openxmlformats.org/drawingml/2006/main">
              <a:ext uri="{FF2B5EF4-FFF2-40B4-BE49-F238E27FC236}">
                <a16:creationId xmlns:a16="http://schemas.microsoft.com/office/drawing/2014/main" id="{39232291-6B17-4EBB-B337-E3494F4D6F99}"/>
              </a:ext>
            </a:extLst>
          </p:cNvPr>
          <p:cNvSpPr>
            <a:spLocks xmlns:a="http://schemas.openxmlformats.org/drawingml/2006/main" noGrp="1"/>
          </p:cNvSpPr>
          <p:nvPr/>
        </p:nvSpPr>
        <p:spPr>
          <a:xfrm xmlns:a="http://schemas.openxmlformats.org/drawingml/2006/main">
            <a:off x="8477250" y="1504950"/>
            <a:ext cx="3105150" cy="3524250"/>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29" name="line-15">
            <a:extLst xmlns:a="http://schemas.openxmlformats.org/drawingml/2006/main">
              <a:ext uri="{FF2B5EF4-FFF2-40B4-BE49-F238E27FC236}">
                <a16:creationId xmlns:a16="http://schemas.microsoft.com/office/drawing/2014/main" id="{1318B3D0-F541-4045-B512-A40DF78F063A}"/>
              </a:ext>
            </a:extLst>
          </p:cNvPr>
          <p:cNvSpPr>
            <a:spLocks xmlns:a="http://schemas.openxmlformats.org/drawingml/2006/main" noGrp="1"/>
          </p:cNvSpPr>
          <p:nvPr/>
        </p:nvSpPr>
        <p:spPr>
          <a:xfrm xmlns:a="http://schemas.openxmlformats.org/drawingml/2006/main" flipV="0">
            <a:off x="8477250" y="1504950"/>
            <a:ext cx="3105150" cy="953"/>
          </a:xfrm>
          <a:prstGeom xmlns:a="http://schemas.openxmlformats.org/drawingml/2006/main" prst="line">
            <a:avLst/>
          </a:prstGeom>
          <a:noFill xmlns:a="http://schemas.openxmlformats.org/drawingml/2006/main"/>
          <a:ln xmlns:a="http://schemas.openxmlformats.org/drawingml/2006/main" w="28575">
            <a:solidFill>
              <a:srgbClr val="0F6E73"/>
            </a:solidFill>
            <a:prstDash val="solid"/>
          </a:ln>
        </p:spPr>
      </p:sp>
      <p:sp>
        <p:nvSpPr>
          <p:cNvPr id="30" name="o29">
            <a:extLst xmlns:a="http://schemas.openxmlformats.org/drawingml/2006/main">
              <a:ext uri="{FF2B5EF4-FFF2-40B4-BE49-F238E27FC236}">
                <a16:creationId xmlns:a16="http://schemas.microsoft.com/office/drawing/2014/main" id="{1E8C7F6B-206E-49D6-A64B-143FEA656026}"/>
              </a:ext>
            </a:extLst>
          </p:cNvPr>
          <p:cNvSpPr>
            <a:spLocks xmlns:a="http://schemas.openxmlformats.org/drawingml/2006/main" noGrp="1"/>
          </p:cNvSpPr>
          <p:nvPr/>
        </p:nvSpPr>
        <p:spPr>
          <a:xfrm xmlns:a="http://schemas.openxmlformats.org/drawingml/2006/main">
            <a:off x="8629650" y="1600200"/>
            <a:ext cx="2800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0F6E73"/>
                </a:solidFill>
                <a:latin typeface="Noto Sans SC"/>
                <a:ea typeface="Noto Sans SC"/>
                <a:cs typeface="Noto Sans SC"/>
              </a:defRPr>
            </a:defPPr>
            <a:lvl1pPr algn="l">
              <a:defRPr sz="1800" b="1">
                <a:solidFill>
                  <a:srgbClr val="0F6E73"/>
                </a:solidFill>
                <a:latin typeface="Noto Sans SC"/>
                <a:ea typeface="Noto Sans SC"/>
                <a:cs typeface="Noto Sans SC"/>
              </a:defRPr>
            </a:lvl1pPr>
            <a:lvl2pPr algn="l">
              <a:defRPr sz="1800" b="1">
                <a:solidFill>
                  <a:srgbClr val="0F6E73"/>
                </a:solidFill>
                <a:latin typeface="Noto Sans SC"/>
                <a:ea typeface="Noto Sans SC"/>
                <a:cs typeface="Noto Sans SC"/>
              </a:defRPr>
            </a:lvl2pPr>
            <a:lvl3pPr algn="l">
              <a:defRPr sz="1800" b="1">
                <a:solidFill>
                  <a:srgbClr val="0F6E73"/>
                </a:solidFill>
                <a:latin typeface="Noto Sans SC"/>
                <a:ea typeface="Noto Sans SC"/>
                <a:cs typeface="Noto Sans SC"/>
              </a:defRPr>
            </a:lvl3pPr>
            <a:lvl4pPr algn="l">
              <a:defRPr sz="1800" b="1">
                <a:solidFill>
                  <a:srgbClr val="0F6E73"/>
                </a:solidFill>
                <a:latin typeface="Noto Sans SC"/>
                <a:ea typeface="Noto Sans SC"/>
                <a:cs typeface="Noto Sans SC"/>
              </a:defRPr>
            </a:lvl4pPr>
            <a:lvl5pPr algn="l">
              <a:defRPr sz="1800" b="1">
                <a:solidFill>
                  <a:srgbClr val="0F6E73"/>
                </a:solidFill>
                <a:latin typeface="Noto Sans SC"/>
                <a:ea typeface="Noto Sans SC"/>
                <a:cs typeface="Noto Sans SC"/>
              </a:defRPr>
            </a:lvl5pPr>
            <a:lvl6pPr algn="l">
              <a:defRPr sz="1800" b="1">
                <a:solidFill>
                  <a:srgbClr val="0F6E73"/>
                </a:solidFill>
                <a:latin typeface="Noto Sans SC"/>
                <a:ea typeface="Noto Sans SC"/>
                <a:cs typeface="Noto Sans SC"/>
              </a:defRPr>
            </a:lvl6pPr>
            <a:lvl7pPr algn="l">
              <a:defRPr sz="1800" b="1">
                <a:solidFill>
                  <a:srgbClr val="0F6E73"/>
                </a:solidFill>
                <a:latin typeface="Noto Sans SC"/>
                <a:ea typeface="Noto Sans SC"/>
                <a:cs typeface="Noto Sans SC"/>
              </a:defRPr>
            </a:lvl7pPr>
            <a:lvl8pPr algn="l">
              <a:defRPr sz="1800" b="1">
                <a:solidFill>
                  <a:srgbClr val="0F6E73"/>
                </a:solidFill>
                <a:latin typeface="Noto Sans SC"/>
                <a:ea typeface="Noto Sans SC"/>
                <a:cs typeface="Noto Sans SC"/>
              </a:defRPr>
            </a:lvl8pPr>
            <a:lvl9pPr algn="l">
              <a:defRPr sz="1800" b="1">
                <a:solidFill>
                  <a:srgbClr val="0F6E73"/>
                </a:solidFill>
                <a:latin typeface="Noto Sans SC"/>
                <a:ea typeface="Noto Sans SC"/>
                <a:cs typeface="Noto Sans SC"/>
              </a:defRPr>
            </a:lvl9pPr>
          </a:lstStyle>
          <a:p xmlns:a="http://schemas.openxmlformats.org/drawingml/2006/main">
            <a:pPr algn="l">
              <a:defRPr sz="1800" b="1">
                <a:solidFill>
                  <a:srgbClr val="0F6E73"/>
                </a:solidFill>
                <a:latin typeface="Noto Sans SC"/>
                <a:ea typeface="Noto Sans SC"/>
                <a:cs typeface="Noto Sans SC"/>
              </a:defRPr>
            </a:pPr>
            <a:r>
              <a:rPr sz="1800" b="1">
                <a:solidFill>
                  <a:srgbClr val="0F6E73"/>
                </a:solidFill>
                <a:latin typeface="Noto Sans SC"/>
                <a:ea typeface="Noto Sans SC"/>
                <a:cs typeface="Noto Sans SC"/>
              </a:rPr>
              <a:t>贯穿案例实际输入</a:t>
            </a:r>
          </a:p>
        </p:txBody>
      </p:sp>
      <p:sp>
        <p:nvSpPr>
          <p:cNvPr id="31" name="o30">
            <a:extLst xmlns:a="http://schemas.openxmlformats.org/drawingml/2006/main">
              <a:ext uri="{FF2B5EF4-FFF2-40B4-BE49-F238E27FC236}">
                <a16:creationId xmlns:a16="http://schemas.microsoft.com/office/drawing/2014/main" id="{2790AE61-AC6C-4697-B7EC-E587F7F31E0F}"/>
              </a:ext>
            </a:extLst>
          </p:cNvPr>
          <p:cNvSpPr>
            <a:spLocks xmlns:a="http://schemas.openxmlformats.org/drawingml/2006/main" noGrp="1"/>
          </p:cNvSpPr>
          <p:nvPr/>
        </p:nvSpPr>
        <p:spPr>
          <a:xfrm xmlns:a="http://schemas.openxmlformats.org/drawingml/2006/main">
            <a:off x="8629650" y="2057400"/>
            <a:ext cx="2800350" cy="2895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46536A"/>
                </a:solidFill>
                <a:latin typeface="Noto Sans SC"/>
                <a:ea typeface="Noto Sans SC"/>
                <a:cs typeface="Noto Sans SC"/>
              </a:defRPr>
            </a:defPPr>
            <a:lvl1pPr algn="l">
              <a:defRPr sz="1575" b="0">
                <a:solidFill>
                  <a:srgbClr val="46536A"/>
                </a:solidFill>
                <a:latin typeface="Noto Sans SC"/>
                <a:ea typeface="Noto Sans SC"/>
                <a:cs typeface="Noto Sans SC"/>
              </a:defRPr>
            </a:lvl1pPr>
            <a:lvl2pPr algn="l">
              <a:defRPr sz="1575" b="0">
                <a:solidFill>
                  <a:srgbClr val="46536A"/>
                </a:solidFill>
                <a:latin typeface="Noto Sans SC"/>
                <a:ea typeface="Noto Sans SC"/>
                <a:cs typeface="Noto Sans SC"/>
              </a:defRPr>
            </a:lvl2pPr>
            <a:lvl3pPr algn="l">
              <a:defRPr sz="1575" b="0">
                <a:solidFill>
                  <a:srgbClr val="46536A"/>
                </a:solidFill>
                <a:latin typeface="Noto Sans SC"/>
                <a:ea typeface="Noto Sans SC"/>
                <a:cs typeface="Noto Sans SC"/>
              </a:defRPr>
            </a:lvl3pPr>
            <a:lvl4pPr algn="l">
              <a:defRPr sz="1575" b="0">
                <a:solidFill>
                  <a:srgbClr val="46536A"/>
                </a:solidFill>
                <a:latin typeface="Noto Sans SC"/>
                <a:ea typeface="Noto Sans SC"/>
                <a:cs typeface="Noto Sans SC"/>
              </a:defRPr>
            </a:lvl4pPr>
            <a:lvl5pPr algn="l">
              <a:defRPr sz="1575" b="0">
                <a:solidFill>
                  <a:srgbClr val="46536A"/>
                </a:solidFill>
                <a:latin typeface="Noto Sans SC"/>
                <a:ea typeface="Noto Sans SC"/>
                <a:cs typeface="Noto Sans SC"/>
              </a:defRPr>
            </a:lvl5pPr>
            <a:lvl6pPr algn="l">
              <a:defRPr sz="1575" b="0">
                <a:solidFill>
                  <a:srgbClr val="46536A"/>
                </a:solidFill>
                <a:latin typeface="Noto Sans SC"/>
                <a:ea typeface="Noto Sans SC"/>
                <a:cs typeface="Noto Sans SC"/>
              </a:defRPr>
            </a:lvl6pPr>
            <a:lvl7pPr algn="l">
              <a:defRPr sz="1575" b="0">
                <a:solidFill>
                  <a:srgbClr val="46536A"/>
                </a:solidFill>
                <a:latin typeface="Noto Sans SC"/>
                <a:ea typeface="Noto Sans SC"/>
                <a:cs typeface="Noto Sans SC"/>
              </a:defRPr>
            </a:lvl7pPr>
            <a:lvl8pPr algn="l">
              <a:defRPr sz="1575" b="0">
                <a:solidFill>
                  <a:srgbClr val="46536A"/>
                </a:solidFill>
                <a:latin typeface="Noto Sans SC"/>
                <a:ea typeface="Noto Sans SC"/>
                <a:cs typeface="Noto Sans SC"/>
              </a:defRPr>
            </a:lvl8pPr>
            <a:lvl9pPr algn="l">
              <a:defRPr sz="1575" b="0">
                <a:solidFill>
                  <a:srgbClr val="46536A"/>
                </a:solidFill>
                <a:latin typeface="Noto Sans SC"/>
                <a:ea typeface="Noto Sans SC"/>
                <a:cs typeface="Noto Sans SC"/>
              </a:defRPr>
            </a:lvl9pPr>
          </a:lstStyle>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13 个目标</a:t>
            </a:r>
          </a:p>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4 条设备／飞手／白名单</a:t>
            </a:r>
          </a:p>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3 个设施与 3 个圈层</a:t>
            </a:r>
          </a:p>
          <a:p xmlns:a="http://schemas.openxmlformats.org/drawingml/2006/main">
            <a:r>
              <a:t/>
            </a:r>
          </a:p>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计划、设备覆盖和资源缺失</a:t>
            </a:r>
          </a:p>
        </p:txBody>
      </p:sp>
    </p:spTree>
    <p:extLst>
      <p:ext uri="{BB962C8B-B14F-4D97-AF65-F5344CB8AC3E}">
        <p14:creationId xmlns:p14="http://schemas.microsoft.com/office/powerpoint/2010/main" val="541762741"/>
      </p:ext>
    </p:extLst>
  </p:cSld>
</p:sld>
</file>

<file path=ppt/slides/slide3.xml><?xml version="1.0" encoding="utf-8"?>
<p:sld xmlns:p="http://schemas.openxmlformats.org/presentationml/2006/main">
  <p:cSld>
    <p:bg>
      <p:bgPr>
        <a:solidFill xmlns:a="http://schemas.openxmlformats.org/drawingml/2006/main">
          <a:srgbClr val="ECEFF1"/>
        </a:solidFill>
      </p:bgPr>
    </p:bg>
    <p:spTree>
      <p:nvGrpSpPr>
        <p:cNvPr id="1" name=""/>
        <p:cNvGrpSpPr/>
        <p:nvPr/>
      </p:nvGrpSpPr>
      <p:grpSpPr>
        <a:xfrm xmlns:a="http://schemas.openxmlformats.org/drawingml/2006/main"/>
      </p:grpSpPr>
      <p:sp>
        <p:nvSpPr>
          <p:cNvPr id="71" name="o0">
            <a:extLst xmlns:a="http://schemas.openxmlformats.org/drawingml/2006/main">
              <a:ext uri="{FF2B5EF4-FFF2-40B4-BE49-F238E27FC236}">
                <a16:creationId xmlns:a16="http://schemas.microsoft.com/office/drawing/2014/main" id="{777D11F1-0752-4969-BDF1-D9ED902717DD}"/>
              </a:ext>
            </a:extLst>
          </p:cNvPr>
          <p:cNvSpPr>
            <a:spLocks xmlns:a="http://schemas.openxmlformats.org/drawingml/2006/main" noGrp="1"/>
          </p:cNvSpPr>
          <p:nvPr/>
        </p:nvSpPr>
        <p:spPr>
          <a:xfrm xmlns:a="http://schemas.openxmlformats.org/drawingml/2006/main">
            <a:off x="609600" y="219075"/>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B85A1E"/>
                </a:solidFill>
                <a:latin typeface="Noto Sans SC"/>
                <a:ea typeface="Noto Sans SC"/>
                <a:cs typeface="Noto Sans SC"/>
              </a:defRPr>
            </a:defPPr>
            <a:lvl1pPr algn="l">
              <a:defRPr sz="1275" b="1">
                <a:solidFill>
                  <a:srgbClr val="B85A1E"/>
                </a:solidFill>
                <a:latin typeface="Noto Sans SC"/>
                <a:ea typeface="Noto Sans SC"/>
                <a:cs typeface="Noto Sans SC"/>
              </a:defRPr>
            </a:lvl1pPr>
            <a:lvl2pPr algn="l">
              <a:defRPr sz="1275" b="1">
                <a:solidFill>
                  <a:srgbClr val="B85A1E"/>
                </a:solidFill>
                <a:latin typeface="Noto Sans SC"/>
                <a:ea typeface="Noto Sans SC"/>
                <a:cs typeface="Noto Sans SC"/>
              </a:defRPr>
            </a:lvl2pPr>
            <a:lvl3pPr algn="l">
              <a:defRPr sz="1275" b="1">
                <a:solidFill>
                  <a:srgbClr val="B85A1E"/>
                </a:solidFill>
                <a:latin typeface="Noto Sans SC"/>
                <a:ea typeface="Noto Sans SC"/>
                <a:cs typeface="Noto Sans SC"/>
              </a:defRPr>
            </a:lvl3pPr>
            <a:lvl4pPr algn="l">
              <a:defRPr sz="1275" b="1">
                <a:solidFill>
                  <a:srgbClr val="B85A1E"/>
                </a:solidFill>
                <a:latin typeface="Noto Sans SC"/>
                <a:ea typeface="Noto Sans SC"/>
                <a:cs typeface="Noto Sans SC"/>
              </a:defRPr>
            </a:lvl4pPr>
            <a:lvl5pPr algn="l">
              <a:defRPr sz="1275" b="1">
                <a:solidFill>
                  <a:srgbClr val="B85A1E"/>
                </a:solidFill>
                <a:latin typeface="Noto Sans SC"/>
                <a:ea typeface="Noto Sans SC"/>
                <a:cs typeface="Noto Sans SC"/>
              </a:defRPr>
            </a:lvl5pPr>
            <a:lvl6pPr algn="l">
              <a:defRPr sz="1275" b="1">
                <a:solidFill>
                  <a:srgbClr val="B85A1E"/>
                </a:solidFill>
                <a:latin typeface="Noto Sans SC"/>
                <a:ea typeface="Noto Sans SC"/>
                <a:cs typeface="Noto Sans SC"/>
              </a:defRPr>
            </a:lvl6pPr>
            <a:lvl7pPr algn="l">
              <a:defRPr sz="1275" b="1">
                <a:solidFill>
                  <a:srgbClr val="B85A1E"/>
                </a:solidFill>
                <a:latin typeface="Noto Sans SC"/>
                <a:ea typeface="Noto Sans SC"/>
                <a:cs typeface="Noto Sans SC"/>
              </a:defRPr>
            </a:lvl7pPr>
            <a:lvl8pPr algn="l">
              <a:defRPr sz="1275" b="1">
                <a:solidFill>
                  <a:srgbClr val="B85A1E"/>
                </a:solidFill>
                <a:latin typeface="Noto Sans SC"/>
                <a:ea typeface="Noto Sans SC"/>
                <a:cs typeface="Noto Sans SC"/>
              </a:defRPr>
            </a:lvl8pPr>
            <a:lvl9pPr algn="l">
              <a:defRPr sz="1275" b="1">
                <a:solidFill>
                  <a:srgbClr val="B85A1E"/>
                </a:solidFill>
                <a:latin typeface="Noto Sans SC"/>
                <a:ea typeface="Noto Sans SC"/>
                <a:cs typeface="Noto Sans SC"/>
              </a:defRPr>
            </a:lvl9pPr>
          </a:lstStyle>
          <a:p xmlns:a="http://schemas.openxmlformats.org/drawingml/2006/main">
            <a:pPr algn="l">
              <a:defRPr sz="1275" b="1">
                <a:solidFill>
                  <a:srgbClr val="B85A1E"/>
                </a:solidFill>
                <a:latin typeface="Noto Sans SC"/>
                <a:ea typeface="Noto Sans SC"/>
                <a:cs typeface="Noto Sans SC"/>
              </a:defRPr>
            </a:pPr>
            <a:r>
              <a:rPr sz="1275" b="1">
                <a:solidFill>
                  <a:srgbClr val="B85A1E"/>
                </a:solidFill>
                <a:latin typeface="Noto Sans SC"/>
                <a:ea typeface="Noto Sans SC"/>
                <a:cs typeface="Noto Sans SC"/>
              </a:rPr>
              <a:t>总览 · 一次请求的执行链路</a:t>
            </a:r>
          </a:p>
        </p:txBody>
      </p:sp>
      <p:sp>
        <p:nvSpPr>
          <p:cNvPr id="2" name="o1">
            <a:extLst xmlns:a="http://schemas.openxmlformats.org/drawingml/2006/main">
              <a:ext uri="{FF2B5EF4-FFF2-40B4-BE49-F238E27FC236}">
                <a16:creationId xmlns:a16="http://schemas.microsoft.com/office/drawing/2014/main" id="{DA9200E1-4BD9-4C66-A57B-88A9B5B32308}"/>
              </a:ext>
            </a:extLst>
          </p:cNvPr>
          <p:cNvSpPr>
            <a:spLocks xmlns:a="http://schemas.openxmlformats.org/drawingml/2006/main" noGrp="1"/>
          </p:cNvSpPr>
          <p:nvPr/>
        </p:nvSpPr>
        <p:spPr>
          <a:xfrm xmlns:a="http://schemas.openxmlformats.org/drawingml/2006/main">
            <a:off x="609600" y="6000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700" b="1">
                <a:solidFill>
                  <a:srgbClr val="16243A"/>
                </a:solidFill>
                <a:latin typeface="Noto Serif SC"/>
                <a:ea typeface="Noto Serif SC"/>
                <a:cs typeface="Noto Serif SC"/>
              </a:defRPr>
            </a:defPPr>
            <a:lvl1pPr algn="l">
              <a:defRPr sz="2700" b="1">
                <a:solidFill>
                  <a:srgbClr val="16243A"/>
                </a:solidFill>
                <a:latin typeface="Noto Serif SC"/>
                <a:ea typeface="Noto Serif SC"/>
                <a:cs typeface="Noto Serif SC"/>
              </a:defRPr>
            </a:lvl1pPr>
            <a:lvl2pPr algn="l">
              <a:defRPr sz="2700" b="1">
                <a:solidFill>
                  <a:srgbClr val="16243A"/>
                </a:solidFill>
                <a:latin typeface="Noto Serif SC"/>
                <a:ea typeface="Noto Serif SC"/>
                <a:cs typeface="Noto Serif SC"/>
              </a:defRPr>
            </a:lvl2pPr>
            <a:lvl3pPr algn="l">
              <a:defRPr sz="2700" b="1">
                <a:solidFill>
                  <a:srgbClr val="16243A"/>
                </a:solidFill>
                <a:latin typeface="Noto Serif SC"/>
                <a:ea typeface="Noto Serif SC"/>
                <a:cs typeface="Noto Serif SC"/>
              </a:defRPr>
            </a:lvl3pPr>
            <a:lvl4pPr algn="l">
              <a:defRPr sz="2700" b="1">
                <a:solidFill>
                  <a:srgbClr val="16243A"/>
                </a:solidFill>
                <a:latin typeface="Noto Serif SC"/>
                <a:ea typeface="Noto Serif SC"/>
                <a:cs typeface="Noto Serif SC"/>
              </a:defRPr>
            </a:lvl4pPr>
            <a:lvl5pPr algn="l">
              <a:defRPr sz="2700" b="1">
                <a:solidFill>
                  <a:srgbClr val="16243A"/>
                </a:solidFill>
                <a:latin typeface="Noto Serif SC"/>
                <a:ea typeface="Noto Serif SC"/>
                <a:cs typeface="Noto Serif SC"/>
              </a:defRPr>
            </a:lvl5pPr>
            <a:lvl6pPr algn="l">
              <a:defRPr sz="2700" b="1">
                <a:solidFill>
                  <a:srgbClr val="16243A"/>
                </a:solidFill>
                <a:latin typeface="Noto Serif SC"/>
                <a:ea typeface="Noto Serif SC"/>
                <a:cs typeface="Noto Serif SC"/>
              </a:defRPr>
            </a:lvl6pPr>
            <a:lvl7pPr algn="l">
              <a:defRPr sz="2700" b="1">
                <a:solidFill>
                  <a:srgbClr val="16243A"/>
                </a:solidFill>
                <a:latin typeface="Noto Serif SC"/>
                <a:ea typeface="Noto Serif SC"/>
                <a:cs typeface="Noto Serif SC"/>
              </a:defRPr>
            </a:lvl7pPr>
            <a:lvl8pPr algn="l">
              <a:defRPr sz="2700" b="1">
                <a:solidFill>
                  <a:srgbClr val="16243A"/>
                </a:solidFill>
                <a:latin typeface="Noto Serif SC"/>
                <a:ea typeface="Noto Serif SC"/>
                <a:cs typeface="Noto Serif SC"/>
              </a:defRPr>
            </a:lvl8pPr>
            <a:lvl9pPr algn="l">
              <a:defRPr sz="2700" b="1">
                <a:solidFill>
                  <a:srgbClr val="16243A"/>
                </a:solidFill>
                <a:latin typeface="Noto Serif SC"/>
                <a:ea typeface="Noto Serif SC"/>
                <a:cs typeface="Noto Serif SC"/>
              </a:defRPr>
            </a:lvl9pPr>
          </a:lstStyle>
          <a:p xmlns:a="http://schemas.openxmlformats.org/drawingml/2006/main">
            <a:pPr algn="l">
              <a:defRPr sz="2700" b="1">
                <a:solidFill>
                  <a:srgbClr val="16243A"/>
                </a:solidFill>
                <a:latin typeface="Noto Serif SC"/>
                <a:ea typeface="Noto Serif SC"/>
                <a:cs typeface="Noto Serif SC"/>
              </a:defRPr>
            </a:pPr>
            <a:r>
              <a:rPr sz="2700" b="1">
                <a:solidFill>
                  <a:srgbClr val="16243A"/>
                </a:solidFill>
                <a:latin typeface="Noto Serif SC"/>
                <a:ea typeface="Noto Serif SC"/>
                <a:cs typeface="Noto Serif SC"/>
              </a:rPr>
              <a:t>共享中间事实驱动分支判读与结果汇总</a:t>
            </a:r>
          </a:p>
        </p:txBody>
      </p:sp>
      <p:sp>
        <p:nvSpPr>
          <p:cNvPr id="3" name="line-2">
            <a:extLst xmlns:a="http://schemas.openxmlformats.org/drawingml/2006/main">
              <a:ext uri="{FF2B5EF4-FFF2-40B4-BE49-F238E27FC236}">
                <a16:creationId xmlns:a16="http://schemas.microsoft.com/office/drawing/2014/main" id="{D8051DAB-2D32-4F59-992C-BCA1E08A856E}"/>
              </a:ext>
            </a:extLst>
          </p:cNvPr>
          <p:cNvSpPr>
            <a:spLocks xmlns:a="http://schemas.openxmlformats.org/drawingml/2006/main" noGrp="1"/>
          </p:cNvSpPr>
          <p:nvPr/>
        </p:nvSpPr>
        <p:spPr>
          <a:xfrm xmlns:a="http://schemas.openxmlformats.org/drawingml/2006/main" flipV="0">
            <a:off x="609600" y="1200150"/>
            <a:ext cx="10972800" cy="953"/>
          </a:xfrm>
          <a:prstGeom xmlns:a="http://schemas.openxmlformats.org/drawingml/2006/main" prst="line">
            <a:avLst/>
          </a:prstGeom>
          <a:noFill xmlns:a="http://schemas.openxmlformats.org/drawingml/2006/main"/>
          <a:ln xmlns:a="http://schemas.openxmlformats.org/drawingml/2006/main" w="14288">
            <a:solidFill>
              <a:srgbClr val="D5DAE0"/>
            </a:solidFill>
            <a:prstDash val="solid"/>
          </a:ln>
        </p:spPr>
      </p:sp>
      <p:sp>
        <p:nvSpPr>
          <p:cNvPr id="4" name="o3">
            <a:extLst xmlns:a="http://schemas.openxmlformats.org/drawingml/2006/main">
              <a:ext uri="{FF2B5EF4-FFF2-40B4-BE49-F238E27FC236}">
                <a16:creationId xmlns:a16="http://schemas.microsoft.com/office/drawing/2014/main" id="{00722124-173B-4005-805C-F7E3FF91A072}"/>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00" b="0">
                <a:solidFill>
                  <a:srgbClr val="6B7689"/>
                </a:solidFill>
                <a:latin typeface="Noto Sans SC"/>
                <a:ea typeface="Noto Sans SC"/>
                <a:cs typeface="Noto Sans SC"/>
              </a:defRPr>
            </a:defPPr>
            <a:lvl1pPr algn="l">
              <a:defRPr sz="900" b="0">
                <a:solidFill>
                  <a:srgbClr val="6B7689"/>
                </a:solidFill>
                <a:latin typeface="Noto Sans SC"/>
                <a:ea typeface="Noto Sans SC"/>
                <a:cs typeface="Noto Sans SC"/>
              </a:defRPr>
            </a:lvl1pPr>
            <a:lvl2pPr algn="l">
              <a:defRPr sz="900" b="0">
                <a:solidFill>
                  <a:srgbClr val="6B7689"/>
                </a:solidFill>
                <a:latin typeface="Noto Sans SC"/>
                <a:ea typeface="Noto Sans SC"/>
                <a:cs typeface="Noto Sans SC"/>
              </a:defRPr>
            </a:lvl2pPr>
            <a:lvl3pPr algn="l">
              <a:defRPr sz="900" b="0">
                <a:solidFill>
                  <a:srgbClr val="6B7689"/>
                </a:solidFill>
                <a:latin typeface="Noto Sans SC"/>
                <a:ea typeface="Noto Sans SC"/>
                <a:cs typeface="Noto Sans SC"/>
              </a:defRPr>
            </a:lvl3pPr>
            <a:lvl4pPr algn="l">
              <a:defRPr sz="900" b="0">
                <a:solidFill>
                  <a:srgbClr val="6B7689"/>
                </a:solidFill>
                <a:latin typeface="Noto Sans SC"/>
                <a:ea typeface="Noto Sans SC"/>
                <a:cs typeface="Noto Sans SC"/>
              </a:defRPr>
            </a:lvl4pPr>
            <a:lvl5pPr algn="l">
              <a:defRPr sz="900" b="0">
                <a:solidFill>
                  <a:srgbClr val="6B7689"/>
                </a:solidFill>
                <a:latin typeface="Noto Sans SC"/>
                <a:ea typeface="Noto Sans SC"/>
                <a:cs typeface="Noto Sans SC"/>
              </a:defRPr>
            </a:lvl5pPr>
            <a:lvl6pPr algn="l">
              <a:defRPr sz="900" b="0">
                <a:solidFill>
                  <a:srgbClr val="6B7689"/>
                </a:solidFill>
                <a:latin typeface="Noto Sans SC"/>
                <a:ea typeface="Noto Sans SC"/>
                <a:cs typeface="Noto Sans SC"/>
              </a:defRPr>
            </a:lvl6pPr>
            <a:lvl7pPr algn="l">
              <a:defRPr sz="900" b="0">
                <a:solidFill>
                  <a:srgbClr val="6B7689"/>
                </a:solidFill>
                <a:latin typeface="Noto Sans SC"/>
                <a:ea typeface="Noto Sans SC"/>
                <a:cs typeface="Noto Sans SC"/>
              </a:defRPr>
            </a:lvl7pPr>
            <a:lvl8pPr algn="l">
              <a:defRPr sz="900" b="0">
                <a:solidFill>
                  <a:srgbClr val="6B7689"/>
                </a:solidFill>
                <a:latin typeface="Noto Sans SC"/>
                <a:ea typeface="Noto Sans SC"/>
                <a:cs typeface="Noto Sans SC"/>
              </a:defRPr>
            </a:lvl8pPr>
            <a:lvl9pPr algn="l">
              <a:defRPr sz="900" b="0">
                <a:solidFill>
                  <a:srgbClr val="6B7689"/>
                </a:solidFill>
                <a:latin typeface="Noto Sans SC"/>
                <a:ea typeface="Noto Sans SC"/>
                <a:cs typeface="Noto Sans SC"/>
              </a:defRPr>
            </a:lvl9pPr>
          </a:lstStyle>
          <a:p xmlns:a="http://schemas.openxmlformats.org/drawingml/2006/main">
            <a:pPr algn="l">
              <a:defRPr sz="900" b="0">
                <a:solidFill>
                  <a:srgbClr val="6B7689"/>
                </a:solidFill>
                <a:latin typeface="Noto Sans SC"/>
                <a:ea typeface="Noto Sans SC"/>
                <a:cs typeface="Noto Sans SC"/>
              </a:defRPr>
            </a:pPr>
            <a:r>
              <a:rPr sz="900" b="0">
                <a:solidFill>
                  <a:srgbClr val="6B7689"/>
                </a:solidFill>
                <a:latin typeface="Noto Sans SC"/>
                <a:ea typeface="Noto Sans SC"/>
                <a:cs typeface="Noto Sans SC"/>
              </a:rPr>
              <a:t>project_reference §2.3；engine.py / legacy_adapter.py</a:t>
            </a:r>
          </a:p>
        </p:txBody>
      </p:sp>
      <p:sp>
        <p:nvSpPr>
          <p:cNvPr id="5" name="o4">
            <a:extLst xmlns:a="http://schemas.openxmlformats.org/drawingml/2006/main">
              <a:ext uri="{FF2B5EF4-FFF2-40B4-BE49-F238E27FC236}">
                <a16:creationId xmlns:a16="http://schemas.microsoft.com/office/drawing/2014/main" id="{6D5E6BE0-1909-446E-B833-7522F750C699}"/>
              </a:ext>
            </a:extLst>
          </p:cNvPr>
          <p:cNvSpPr>
            <a:spLocks xmlns:a="http://schemas.openxmlformats.org/drawingml/2006/main" noGrp="1"/>
          </p:cNvSpPr>
          <p:nvPr/>
        </p:nvSpPr>
        <p:spPr>
          <a:xfrm xmlns:a="http://schemas.openxmlformats.org/drawingml/2006/main">
            <a:off x="10896600" y="6505575"/>
            <a:ext cx="68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6B7689"/>
                </a:solidFill>
                <a:latin typeface="Noto Sans SC"/>
                <a:ea typeface="Noto Sans SC"/>
                <a:cs typeface="Noto Sans SC"/>
              </a:defRPr>
            </a:defPPr>
            <a:lvl1pPr algn="r">
              <a:defRPr sz="1200" b="0">
                <a:solidFill>
                  <a:srgbClr val="6B7689"/>
                </a:solidFill>
                <a:latin typeface="Noto Sans SC"/>
                <a:ea typeface="Noto Sans SC"/>
                <a:cs typeface="Noto Sans SC"/>
              </a:defRPr>
            </a:lvl1pPr>
            <a:lvl2pPr algn="r">
              <a:defRPr sz="1200" b="0">
                <a:solidFill>
                  <a:srgbClr val="6B7689"/>
                </a:solidFill>
                <a:latin typeface="Noto Sans SC"/>
                <a:ea typeface="Noto Sans SC"/>
                <a:cs typeface="Noto Sans SC"/>
              </a:defRPr>
            </a:lvl2pPr>
            <a:lvl3pPr algn="r">
              <a:defRPr sz="1200" b="0">
                <a:solidFill>
                  <a:srgbClr val="6B7689"/>
                </a:solidFill>
                <a:latin typeface="Noto Sans SC"/>
                <a:ea typeface="Noto Sans SC"/>
                <a:cs typeface="Noto Sans SC"/>
              </a:defRPr>
            </a:lvl3pPr>
            <a:lvl4pPr algn="r">
              <a:defRPr sz="1200" b="0">
                <a:solidFill>
                  <a:srgbClr val="6B7689"/>
                </a:solidFill>
                <a:latin typeface="Noto Sans SC"/>
                <a:ea typeface="Noto Sans SC"/>
                <a:cs typeface="Noto Sans SC"/>
              </a:defRPr>
            </a:lvl4pPr>
            <a:lvl5pPr algn="r">
              <a:defRPr sz="1200" b="0">
                <a:solidFill>
                  <a:srgbClr val="6B7689"/>
                </a:solidFill>
                <a:latin typeface="Noto Sans SC"/>
                <a:ea typeface="Noto Sans SC"/>
                <a:cs typeface="Noto Sans SC"/>
              </a:defRPr>
            </a:lvl5pPr>
            <a:lvl6pPr algn="r">
              <a:defRPr sz="1200" b="0">
                <a:solidFill>
                  <a:srgbClr val="6B7689"/>
                </a:solidFill>
                <a:latin typeface="Noto Sans SC"/>
                <a:ea typeface="Noto Sans SC"/>
                <a:cs typeface="Noto Sans SC"/>
              </a:defRPr>
            </a:lvl6pPr>
            <a:lvl7pPr algn="r">
              <a:defRPr sz="1200" b="0">
                <a:solidFill>
                  <a:srgbClr val="6B7689"/>
                </a:solidFill>
                <a:latin typeface="Noto Sans SC"/>
                <a:ea typeface="Noto Sans SC"/>
                <a:cs typeface="Noto Sans SC"/>
              </a:defRPr>
            </a:lvl7pPr>
            <a:lvl8pPr algn="r">
              <a:defRPr sz="1200" b="0">
                <a:solidFill>
                  <a:srgbClr val="6B7689"/>
                </a:solidFill>
                <a:latin typeface="Noto Sans SC"/>
                <a:ea typeface="Noto Sans SC"/>
                <a:cs typeface="Noto Sans SC"/>
              </a:defRPr>
            </a:lvl8pPr>
            <a:lvl9pPr algn="r">
              <a:defRPr sz="1200" b="0">
                <a:solidFill>
                  <a:srgbClr val="6B7689"/>
                </a:solidFill>
                <a:latin typeface="Noto Sans SC"/>
                <a:ea typeface="Noto Sans SC"/>
                <a:cs typeface="Noto Sans SC"/>
              </a:defRPr>
            </a:lvl9pPr>
          </a:lstStyle>
          <a:p xmlns:a="http://schemas.openxmlformats.org/drawingml/2006/main">
            <a:pPr algn="r">
              <a:defRPr sz="1200" b="0">
                <a:solidFill>
                  <a:srgbClr val="6B7689"/>
                </a:solidFill>
                <a:latin typeface="Noto Sans SC"/>
                <a:ea typeface="Noto Sans SC"/>
                <a:cs typeface="Noto Sans SC"/>
              </a:defRPr>
            </a:pPr>
            <a:r>
              <a:rPr sz="1200" b="0">
                <a:solidFill>
                  <a:srgbClr val="6B7689"/>
                </a:solidFill>
                <a:latin typeface="Noto Sans SC"/>
                <a:ea typeface="Noto Sans SC"/>
                <a:cs typeface="Noto Sans SC"/>
              </a:rPr>
              <a:t>03 / 39</a:t>
            </a:r>
          </a:p>
        </p:txBody>
      </p:sp>
      <p:sp>
        <p:nvSpPr>
          <p:cNvPr id="6" name="o5">
            <a:extLst xmlns:a="http://schemas.openxmlformats.org/drawingml/2006/main">
              <a:ext uri="{FF2B5EF4-FFF2-40B4-BE49-F238E27FC236}">
                <a16:creationId xmlns:a16="http://schemas.microsoft.com/office/drawing/2014/main" id="{FBDE6D9F-730A-4E9E-8793-676456D95E21}"/>
              </a:ext>
            </a:extLst>
          </p:cNvPr>
          <p:cNvSpPr>
            <a:spLocks xmlns:a="http://schemas.openxmlformats.org/drawingml/2006/main" noGrp="1"/>
          </p:cNvSpPr>
          <p:nvPr/>
        </p:nvSpPr>
        <p:spPr>
          <a:xfrm xmlns:a="http://schemas.openxmlformats.org/drawingml/2006/main">
            <a:off x="609600" y="5981700"/>
            <a:ext cx="10972800" cy="428625"/>
          </a:xfrm>
          <a:prstGeom xmlns:a="http://schemas.openxmlformats.org/drawingml/2006/main" prst="roundRect">
            <a:avLst>
              <a:gd name="adj" fmla="val 17778"/>
            </a:avLst>
          </a:prstGeom>
          <a:solidFill xmlns:a="http://schemas.openxmlformats.org/drawingml/2006/main">
            <a:srgbClr val="D6E6E5"/>
          </a:solidFill>
          <a:ln xmlns:a="http://schemas.openxmlformats.org/drawingml/2006/main" w="0">
            <a:noFill/>
            <a:prstDash val="solid"/>
          </a:ln>
        </p:spPr>
      </p:sp>
      <p:sp>
        <p:nvSpPr>
          <p:cNvPr id="7" name="o6">
            <a:extLst xmlns:a="http://schemas.openxmlformats.org/drawingml/2006/main">
              <a:ext uri="{FF2B5EF4-FFF2-40B4-BE49-F238E27FC236}">
                <a16:creationId xmlns:a16="http://schemas.microsoft.com/office/drawing/2014/main" id="{2630929C-7AE3-4B77-A2C3-9E7EEEFE74E6}"/>
              </a:ext>
            </a:extLst>
          </p:cNvPr>
          <p:cNvSpPr>
            <a:spLocks xmlns:a="http://schemas.openxmlformats.org/drawingml/2006/main" noGrp="1"/>
          </p:cNvSpPr>
          <p:nvPr/>
        </p:nvSpPr>
        <p:spPr>
          <a:xfrm xmlns:a="http://schemas.openxmlformats.org/drawingml/2006/main">
            <a:off x="781050" y="6029325"/>
            <a:ext cx="10629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75" b="1">
                <a:solidFill>
                  <a:srgbClr val="0F6E73"/>
                </a:solidFill>
                <a:latin typeface="Noto Sans SC"/>
                <a:ea typeface="Noto Sans SC"/>
                <a:cs typeface="Noto Sans SC"/>
              </a:defRPr>
            </a:defPPr>
            <a:lvl1pPr algn="l">
              <a:defRPr sz="1575" b="1">
                <a:solidFill>
                  <a:srgbClr val="0F6E73"/>
                </a:solidFill>
                <a:latin typeface="Noto Sans SC"/>
                <a:ea typeface="Noto Sans SC"/>
                <a:cs typeface="Noto Sans SC"/>
              </a:defRPr>
            </a:lvl1pPr>
            <a:lvl2pPr algn="l">
              <a:defRPr sz="1575" b="1">
                <a:solidFill>
                  <a:srgbClr val="0F6E73"/>
                </a:solidFill>
                <a:latin typeface="Noto Sans SC"/>
                <a:ea typeface="Noto Sans SC"/>
                <a:cs typeface="Noto Sans SC"/>
              </a:defRPr>
            </a:lvl2pPr>
            <a:lvl3pPr algn="l">
              <a:defRPr sz="1575" b="1">
                <a:solidFill>
                  <a:srgbClr val="0F6E73"/>
                </a:solidFill>
                <a:latin typeface="Noto Sans SC"/>
                <a:ea typeface="Noto Sans SC"/>
                <a:cs typeface="Noto Sans SC"/>
              </a:defRPr>
            </a:lvl3pPr>
            <a:lvl4pPr algn="l">
              <a:defRPr sz="1575" b="1">
                <a:solidFill>
                  <a:srgbClr val="0F6E73"/>
                </a:solidFill>
                <a:latin typeface="Noto Sans SC"/>
                <a:ea typeface="Noto Sans SC"/>
                <a:cs typeface="Noto Sans SC"/>
              </a:defRPr>
            </a:lvl4pPr>
            <a:lvl5pPr algn="l">
              <a:defRPr sz="1575" b="1">
                <a:solidFill>
                  <a:srgbClr val="0F6E73"/>
                </a:solidFill>
                <a:latin typeface="Noto Sans SC"/>
                <a:ea typeface="Noto Sans SC"/>
                <a:cs typeface="Noto Sans SC"/>
              </a:defRPr>
            </a:lvl5pPr>
            <a:lvl6pPr algn="l">
              <a:defRPr sz="1575" b="1">
                <a:solidFill>
                  <a:srgbClr val="0F6E73"/>
                </a:solidFill>
                <a:latin typeface="Noto Sans SC"/>
                <a:ea typeface="Noto Sans SC"/>
                <a:cs typeface="Noto Sans SC"/>
              </a:defRPr>
            </a:lvl6pPr>
            <a:lvl7pPr algn="l">
              <a:defRPr sz="1575" b="1">
                <a:solidFill>
                  <a:srgbClr val="0F6E73"/>
                </a:solidFill>
                <a:latin typeface="Noto Sans SC"/>
                <a:ea typeface="Noto Sans SC"/>
                <a:cs typeface="Noto Sans SC"/>
              </a:defRPr>
            </a:lvl7pPr>
            <a:lvl8pPr algn="l">
              <a:defRPr sz="1575" b="1">
                <a:solidFill>
                  <a:srgbClr val="0F6E73"/>
                </a:solidFill>
                <a:latin typeface="Noto Sans SC"/>
                <a:ea typeface="Noto Sans SC"/>
                <a:cs typeface="Noto Sans SC"/>
              </a:defRPr>
            </a:lvl8pPr>
            <a:lvl9pPr algn="l">
              <a:defRPr sz="1575" b="1">
                <a:solidFill>
                  <a:srgbClr val="0F6E73"/>
                </a:solidFill>
                <a:latin typeface="Noto Sans SC"/>
                <a:ea typeface="Noto Sans SC"/>
                <a:cs typeface="Noto Sans SC"/>
              </a:defRPr>
            </a:lvl9pPr>
          </a:lstStyle>
          <a:p xmlns:a="http://schemas.openxmlformats.org/drawingml/2006/main">
            <a:pPr algn="l">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总图编号贯穿后续页面；共享依赖和提前返回都属于算法流程。</a:t>
            </a:r>
          </a:p>
        </p:txBody>
      </p:sp>
      <p:sp>
        <p:nvSpPr>
          <p:cNvPr id="8" name="o7">
            <a:extLst xmlns:a="http://schemas.openxmlformats.org/drawingml/2006/main">
              <a:ext uri="{FF2B5EF4-FFF2-40B4-BE49-F238E27FC236}">
                <a16:creationId xmlns:a16="http://schemas.microsoft.com/office/drawing/2014/main" id="{826F7381-B33A-44C4-96AF-2C66A2F44198}"/>
              </a:ext>
            </a:extLst>
          </p:cNvPr>
          <p:cNvSpPr>
            <a:spLocks xmlns:a="http://schemas.openxmlformats.org/drawingml/2006/main" noGrp="1"/>
          </p:cNvSpPr>
          <p:nvPr/>
        </p:nvSpPr>
        <p:spPr>
          <a:xfrm xmlns:a="http://schemas.openxmlformats.org/drawingml/2006/main">
            <a:off x="609600" y="1562100"/>
            <a:ext cx="2557463" cy="666750"/>
          </a:xfrm>
          <a:prstGeom xmlns:a="http://schemas.openxmlformats.org/drawingml/2006/main" prst="roundRect">
            <a:avLst>
              <a:gd name="adj" fmla="val 11429"/>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① 请求标准化</a:t>
            </a:r>
          </a:p>
        </p:txBody>
      </p:sp>
      <p:sp>
        <p:nvSpPr>
          <p:cNvPr id="9" name="line-7">
            <a:extLst xmlns:a="http://schemas.openxmlformats.org/drawingml/2006/main">
              <a:ext uri="{FF2B5EF4-FFF2-40B4-BE49-F238E27FC236}">
                <a16:creationId xmlns:a16="http://schemas.microsoft.com/office/drawing/2014/main" id="{A7632A83-4CC6-49C6-8560-E10858E82C9D}"/>
              </a:ext>
            </a:extLst>
          </p:cNvPr>
          <p:cNvSpPr>
            <a:spLocks xmlns:a="http://schemas.openxmlformats.org/drawingml/2006/main" noGrp="1"/>
          </p:cNvSpPr>
          <p:nvPr/>
        </p:nvSpPr>
        <p:spPr>
          <a:xfrm xmlns:a="http://schemas.openxmlformats.org/drawingml/2006/main" flipV="0">
            <a:off x="3195638" y="1895475"/>
            <a:ext cx="180975"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0" name="line-7">
            <a:extLst xmlns:a="http://schemas.openxmlformats.org/drawingml/2006/main">
              <a:ext uri="{FF2B5EF4-FFF2-40B4-BE49-F238E27FC236}">
                <a16:creationId xmlns:a16="http://schemas.microsoft.com/office/drawing/2014/main" id="{E05324CB-89DF-402A-B0A0-4D4E70A442C9}"/>
              </a:ext>
            </a:extLst>
          </p:cNvPr>
          <p:cNvSpPr>
            <a:spLocks xmlns:a="http://schemas.openxmlformats.org/drawingml/2006/main" noGrp="1"/>
          </p:cNvSpPr>
          <p:nvPr/>
        </p:nvSpPr>
        <p:spPr>
          <a:xfrm xmlns:a="http://schemas.openxmlformats.org/drawingml/2006/main" flipV="1">
            <a:off x="3301382" y="1895475"/>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1" name="line-7">
            <a:extLst xmlns:a="http://schemas.openxmlformats.org/drawingml/2006/main">
              <a:ext uri="{FF2B5EF4-FFF2-40B4-BE49-F238E27FC236}">
                <a16:creationId xmlns:a16="http://schemas.microsoft.com/office/drawing/2014/main" id="{EC9C6787-593A-4968-B5CC-C65998DF7919}"/>
              </a:ext>
            </a:extLst>
          </p:cNvPr>
          <p:cNvSpPr>
            <a:spLocks xmlns:a="http://schemas.openxmlformats.org/drawingml/2006/main" noGrp="1"/>
          </p:cNvSpPr>
          <p:nvPr/>
        </p:nvSpPr>
        <p:spPr>
          <a:xfrm xmlns:a="http://schemas.openxmlformats.org/drawingml/2006/main" flipV="0">
            <a:off x="3301382" y="1854376"/>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2" name="o11">
            <a:extLst xmlns:a="http://schemas.openxmlformats.org/drawingml/2006/main">
              <a:ext uri="{FF2B5EF4-FFF2-40B4-BE49-F238E27FC236}">
                <a16:creationId xmlns:a16="http://schemas.microsoft.com/office/drawing/2014/main" id="{4C5CA368-F863-4EF1-88B4-698B574AEFA2}"/>
              </a:ext>
            </a:extLst>
          </p:cNvPr>
          <p:cNvSpPr>
            <a:spLocks xmlns:a="http://schemas.openxmlformats.org/drawingml/2006/main" noGrp="1"/>
          </p:cNvSpPr>
          <p:nvPr/>
        </p:nvSpPr>
        <p:spPr>
          <a:xfrm xmlns:a="http://schemas.openxmlformats.org/drawingml/2006/main">
            <a:off x="3414713" y="1562100"/>
            <a:ext cx="2557463" cy="666750"/>
          </a:xfrm>
          <a:prstGeom xmlns:a="http://schemas.openxmlformats.org/drawingml/2006/main" prst="roundRect">
            <a:avLst>
              <a:gd name="adj" fmla="val 11429"/>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② 清洗与双窗口</a:t>
            </a:r>
          </a:p>
        </p:txBody>
      </p:sp>
      <p:sp>
        <p:nvSpPr>
          <p:cNvPr id="13" name="line-8">
            <a:extLst xmlns:a="http://schemas.openxmlformats.org/drawingml/2006/main">
              <a:ext uri="{FF2B5EF4-FFF2-40B4-BE49-F238E27FC236}">
                <a16:creationId xmlns:a16="http://schemas.microsoft.com/office/drawing/2014/main" id="{FDF52D5A-395F-45EF-8EBF-1B6E677D4F32}"/>
              </a:ext>
            </a:extLst>
          </p:cNvPr>
          <p:cNvSpPr>
            <a:spLocks xmlns:a="http://schemas.openxmlformats.org/drawingml/2006/main" noGrp="1"/>
          </p:cNvSpPr>
          <p:nvPr/>
        </p:nvSpPr>
        <p:spPr>
          <a:xfrm xmlns:a="http://schemas.openxmlformats.org/drawingml/2006/main" flipV="0">
            <a:off x="6000750" y="1895475"/>
            <a:ext cx="180975"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4" name="line-8">
            <a:extLst xmlns:a="http://schemas.openxmlformats.org/drawingml/2006/main">
              <a:ext uri="{FF2B5EF4-FFF2-40B4-BE49-F238E27FC236}">
                <a16:creationId xmlns:a16="http://schemas.microsoft.com/office/drawing/2014/main" id="{E13D3AFE-45A6-4B25-AD84-F16B92CDC978}"/>
              </a:ext>
            </a:extLst>
          </p:cNvPr>
          <p:cNvSpPr>
            <a:spLocks xmlns:a="http://schemas.openxmlformats.org/drawingml/2006/main" noGrp="1"/>
          </p:cNvSpPr>
          <p:nvPr/>
        </p:nvSpPr>
        <p:spPr>
          <a:xfrm xmlns:a="http://schemas.openxmlformats.org/drawingml/2006/main" flipV="1">
            <a:off x="6106494" y="1895475"/>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5" name="line-8">
            <a:extLst xmlns:a="http://schemas.openxmlformats.org/drawingml/2006/main">
              <a:ext uri="{FF2B5EF4-FFF2-40B4-BE49-F238E27FC236}">
                <a16:creationId xmlns:a16="http://schemas.microsoft.com/office/drawing/2014/main" id="{8576BB54-69C5-4045-B382-BED3204EAFAE}"/>
              </a:ext>
            </a:extLst>
          </p:cNvPr>
          <p:cNvSpPr>
            <a:spLocks xmlns:a="http://schemas.openxmlformats.org/drawingml/2006/main" noGrp="1"/>
          </p:cNvSpPr>
          <p:nvPr/>
        </p:nvSpPr>
        <p:spPr>
          <a:xfrm xmlns:a="http://schemas.openxmlformats.org/drawingml/2006/main" flipV="0">
            <a:off x="6106494" y="1854376"/>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6" name="o15">
            <a:extLst xmlns:a="http://schemas.openxmlformats.org/drawingml/2006/main">
              <a:ext uri="{FF2B5EF4-FFF2-40B4-BE49-F238E27FC236}">
                <a16:creationId xmlns:a16="http://schemas.microsoft.com/office/drawing/2014/main" id="{052FFB23-436C-4228-A907-3FE2343F6BB1}"/>
              </a:ext>
            </a:extLst>
          </p:cNvPr>
          <p:cNvSpPr>
            <a:spLocks xmlns:a="http://schemas.openxmlformats.org/drawingml/2006/main" noGrp="1"/>
          </p:cNvSpPr>
          <p:nvPr/>
        </p:nvSpPr>
        <p:spPr>
          <a:xfrm xmlns:a="http://schemas.openxmlformats.org/drawingml/2006/main">
            <a:off x="6219825" y="1562100"/>
            <a:ext cx="2557463" cy="666750"/>
          </a:xfrm>
          <a:prstGeom xmlns:a="http://schemas.openxmlformats.org/drawingml/2006/main" prst="roundRect">
            <a:avLst>
              <a:gd name="adj" fmla="val 11429"/>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③ 空间上下文</a:t>
            </a:r>
          </a:p>
        </p:txBody>
      </p:sp>
      <p:sp>
        <p:nvSpPr>
          <p:cNvPr id="17" name="line-9">
            <a:extLst xmlns:a="http://schemas.openxmlformats.org/drawingml/2006/main">
              <a:ext uri="{FF2B5EF4-FFF2-40B4-BE49-F238E27FC236}">
                <a16:creationId xmlns:a16="http://schemas.microsoft.com/office/drawing/2014/main" id="{F3AB5B78-19EB-4A49-A52E-4E18B269C742}"/>
              </a:ext>
            </a:extLst>
          </p:cNvPr>
          <p:cNvSpPr>
            <a:spLocks xmlns:a="http://schemas.openxmlformats.org/drawingml/2006/main" noGrp="1"/>
          </p:cNvSpPr>
          <p:nvPr/>
        </p:nvSpPr>
        <p:spPr>
          <a:xfrm xmlns:a="http://schemas.openxmlformats.org/drawingml/2006/main" flipV="0">
            <a:off x="8805863" y="1895475"/>
            <a:ext cx="180975"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8" name="line-9">
            <a:extLst xmlns:a="http://schemas.openxmlformats.org/drawingml/2006/main">
              <a:ext uri="{FF2B5EF4-FFF2-40B4-BE49-F238E27FC236}">
                <a16:creationId xmlns:a16="http://schemas.microsoft.com/office/drawing/2014/main" id="{9B370B9B-EE4F-4855-9779-06E105F5E6EC}"/>
              </a:ext>
            </a:extLst>
          </p:cNvPr>
          <p:cNvSpPr>
            <a:spLocks xmlns:a="http://schemas.openxmlformats.org/drawingml/2006/main" noGrp="1"/>
          </p:cNvSpPr>
          <p:nvPr/>
        </p:nvSpPr>
        <p:spPr>
          <a:xfrm xmlns:a="http://schemas.openxmlformats.org/drawingml/2006/main" flipV="1">
            <a:off x="8911607" y="1895475"/>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9" name="line-9">
            <a:extLst xmlns:a="http://schemas.openxmlformats.org/drawingml/2006/main">
              <a:ext uri="{FF2B5EF4-FFF2-40B4-BE49-F238E27FC236}">
                <a16:creationId xmlns:a16="http://schemas.microsoft.com/office/drawing/2014/main" id="{B03CF568-75A5-4430-AA7A-C5E79B9D32C4}"/>
              </a:ext>
            </a:extLst>
          </p:cNvPr>
          <p:cNvSpPr>
            <a:spLocks xmlns:a="http://schemas.openxmlformats.org/drawingml/2006/main" noGrp="1"/>
          </p:cNvSpPr>
          <p:nvPr/>
        </p:nvSpPr>
        <p:spPr>
          <a:xfrm xmlns:a="http://schemas.openxmlformats.org/drawingml/2006/main" flipV="0">
            <a:off x="8911607" y="1854376"/>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20" name="o19">
            <a:extLst xmlns:a="http://schemas.openxmlformats.org/drawingml/2006/main">
              <a:ext uri="{FF2B5EF4-FFF2-40B4-BE49-F238E27FC236}">
                <a16:creationId xmlns:a16="http://schemas.microsoft.com/office/drawing/2014/main" id="{78C4370C-2178-44BA-B1F6-09AE4BA864E2}"/>
              </a:ext>
            </a:extLst>
          </p:cNvPr>
          <p:cNvSpPr>
            <a:spLocks xmlns:a="http://schemas.openxmlformats.org/drawingml/2006/main" noGrp="1"/>
          </p:cNvSpPr>
          <p:nvPr/>
        </p:nvSpPr>
        <p:spPr>
          <a:xfrm xmlns:a="http://schemas.openxmlformats.org/drawingml/2006/main">
            <a:off x="9024938" y="1562100"/>
            <a:ext cx="2557463" cy="666750"/>
          </a:xfrm>
          <a:prstGeom xmlns:a="http://schemas.openxmlformats.org/drawingml/2006/main" prst="roundRect">
            <a:avLst>
              <a:gd name="adj" fmla="val 11429"/>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④ 逐目标豁免</a:t>
            </a:r>
          </a:p>
        </p:txBody>
      </p:sp>
      <p:sp>
        <p:nvSpPr>
          <p:cNvPr id="21" name="o20">
            <a:extLst xmlns:a="http://schemas.openxmlformats.org/drawingml/2006/main">
              <a:ext uri="{FF2B5EF4-FFF2-40B4-BE49-F238E27FC236}">
                <a16:creationId xmlns:a16="http://schemas.microsoft.com/office/drawing/2014/main" id="{4B3B6116-66E8-4C52-AEBC-DC76E11370CD}"/>
              </a:ext>
            </a:extLst>
          </p:cNvPr>
          <p:cNvSpPr>
            <a:spLocks xmlns:a="http://schemas.openxmlformats.org/drawingml/2006/main" noGrp="1"/>
          </p:cNvSpPr>
          <p:nvPr/>
        </p:nvSpPr>
        <p:spPr>
          <a:xfrm xmlns:a="http://schemas.openxmlformats.org/drawingml/2006/main">
            <a:off x="609600" y="3714750"/>
            <a:ext cx="2557463" cy="781050"/>
          </a:xfrm>
          <a:prstGeom xmlns:a="http://schemas.openxmlformats.org/drawingml/2006/main" prst="roundRect">
            <a:avLst>
              <a:gd name="adj" fmla="val 9756"/>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⑤ 聚类／队形／行为</a:t>
            </a:r>
          </a:p>
        </p:txBody>
      </p:sp>
      <p:sp>
        <p:nvSpPr>
          <p:cNvPr id="22" name="line-11">
            <a:extLst xmlns:a="http://schemas.openxmlformats.org/drawingml/2006/main">
              <a:ext uri="{FF2B5EF4-FFF2-40B4-BE49-F238E27FC236}">
                <a16:creationId xmlns:a16="http://schemas.microsoft.com/office/drawing/2014/main" id="{79F647F0-486B-49A5-8D41-DE8CC33EBE18}"/>
              </a:ext>
            </a:extLst>
          </p:cNvPr>
          <p:cNvSpPr>
            <a:spLocks xmlns:a="http://schemas.openxmlformats.org/drawingml/2006/main" noGrp="1"/>
          </p:cNvSpPr>
          <p:nvPr/>
        </p:nvSpPr>
        <p:spPr>
          <a:xfrm xmlns:a="http://schemas.openxmlformats.org/drawingml/2006/main" flipV="0">
            <a:off x="3195638" y="4105275"/>
            <a:ext cx="180975"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23" name="line-11">
            <a:extLst xmlns:a="http://schemas.openxmlformats.org/drawingml/2006/main">
              <a:ext uri="{FF2B5EF4-FFF2-40B4-BE49-F238E27FC236}">
                <a16:creationId xmlns:a16="http://schemas.microsoft.com/office/drawing/2014/main" id="{A1B5341A-4E2E-4CB8-A7AE-91900A33D09C}"/>
              </a:ext>
            </a:extLst>
          </p:cNvPr>
          <p:cNvSpPr>
            <a:spLocks xmlns:a="http://schemas.openxmlformats.org/drawingml/2006/main" noGrp="1"/>
          </p:cNvSpPr>
          <p:nvPr/>
        </p:nvSpPr>
        <p:spPr>
          <a:xfrm xmlns:a="http://schemas.openxmlformats.org/drawingml/2006/main" flipV="1">
            <a:off x="3301382" y="4105275"/>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24" name="line-11">
            <a:extLst xmlns:a="http://schemas.openxmlformats.org/drawingml/2006/main">
              <a:ext uri="{FF2B5EF4-FFF2-40B4-BE49-F238E27FC236}">
                <a16:creationId xmlns:a16="http://schemas.microsoft.com/office/drawing/2014/main" id="{0B47209E-848B-4ABA-B78F-063C7104AF64}"/>
              </a:ext>
            </a:extLst>
          </p:cNvPr>
          <p:cNvSpPr>
            <a:spLocks xmlns:a="http://schemas.openxmlformats.org/drawingml/2006/main" noGrp="1"/>
          </p:cNvSpPr>
          <p:nvPr/>
        </p:nvSpPr>
        <p:spPr>
          <a:xfrm xmlns:a="http://schemas.openxmlformats.org/drawingml/2006/main" flipV="0">
            <a:off x="3301382" y="4064176"/>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25" name="o24">
            <a:extLst xmlns:a="http://schemas.openxmlformats.org/drawingml/2006/main">
              <a:ext uri="{FF2B5EF4-FFF2-40B4-BE49-F238E27FC236}">
                <a16:creationId xmlns:a16="http://schemas.microsoft.com/office/drawing/2014/main" id="{F526A296-B1B2-497D-B37B-F928A35D8EEC}"/>
              </a:ext>
            </a:extLst>
          </p:cNvPr>
          <p:cNvSpPr>
            <a:spLocks xmlns:a="http://schemas.openxmlformats.org/drawingml/2006/main" noGrp="1"/>
          </p:cNvSpPr>
          <p:nvPr/>
        </p:nvSpPr>
        <p:spPr>
          <a:xfrm xmlns:a="http://schemas.openxmlformats.org/drawingml/2006/main">
            <a:off x="3414713" y="3714750"/>
            <a:ext cx="2557463" cy="781050"/>
          </a:xfrm>
          <a:prstGeom xmlns:a="http://schemas.openxmlformats.org/drawingml/2006/main" prst="roundRect">
            <a:avLst>
              <a:gd name="adj" fmla="val 9756"/>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⑥ 单机与集群判读</a:t>
            </a:r>
          </a:p>
        </p:txBody>
      </p:sp>
      <p:sp>
        <p:nvSpPr>
          <p:cNvPr id="26" name="line-12">
            <a:extLst xmlns:a="http://schemas.openxmlformats.org/drawingml/2006/main">
              <a:ext uri="{FF2B5EF4-FFF2-40B4-BE49-F238E27FC236}">
                <a16:creationId xmlns:a16="http://schemas.microsoft.com/office/drawing/2014/main" id="{B2FA330C-8886-44BE-8F6B-9AAE1B9A84DF}"/>
              </a:ext>
            </a:extLst>
          </p:cNvPr>
          <p:cNvSpPr>
            <a:spLocks xmlns:a="http://schemas.openxmlformats.org/drawingml/2006/main" noGrp="1"/>
          </p:cNvSpPr>
          <p:nvPr/>
        </p:nvSpPr>
        <p:spPr>
          <a:xfrm xmlns:a="http://schemas.openxmlformats.org/drawingml/2006/main" flipV="0">
            <a:off x="6000750" y="4105275"/>
            <a:ext cx="180975"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27" name="line-12">
            <a:extLst xmlns:a="http://schemas.openxmlformats.org/drawingml/2006/main">
              <a:ext uri="{FF2B5EF4-FFF2-40B4-BE49-F238E27FC236}">
                <a16:creationId xmlns:a16="http://schemas.microsoft.com/office/drawing/2014/main" id="{91643F9C-651D-415C-A9EE-A038A2CC9D2D}"/>
              </a:ext>
            </a:extLst>
          </p:cNvPr>
          <p:cNvSpPr>
            <a:spLocks xmlns:a="http://schemas.openxmlformats.org/drawingml/2006/main" noGrp="1"/>
          </p:cNvSpPr>
          <p:nvPr/>
        </p:nvSpPr>
        <p:spPr>
          <a:xfrm xmlns:a="http://schemas.openxmlformats.org/drawingml/2006/main" flipV="1">
            <a:off x="6106494" y="4105275"/>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28" name="line-12">
            <a:extLst xmlns:a="http://schemas.openxmlformats.org/drawingml/2006/main">
              <a:ext uri="{FF2B5EF4-FFF2-40B4-BE49-F238E27FC236}">
                <a16:creationId xmlns:a16="http://schemas.microsoft.com/office/drawing/2014/main" id="{F0B75189-D60E-4359-910B-D5BAC05E6ADA}"/>
              </a:ext>
            </a:extLst>
          </p:cNvPr>
          <p:cNvSpPr>
            <a:spLocks xmlns:a="http://schemas.openxmlformats.org/drawingml/2006/main" noGrp="1"/>
          </p:cNvSpPr>
          <p:nvPr/>
        </p:nvSpPr>
        <p:spPr>
          <a:xfrm xmlns:a="http://schemas.openxmlformats.org/drawingml/2006/main" flipV="0">
            <a:off x="6106494" y="4064176"/>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29" name="o28">
            <a:extLst xmlns:a="http://schemas.openxmlformats.org/drawingml/2006/main">
              <a:ext uri="{FF2B5EF4-FFF2-40B4-BE49-F238E27FC236}">
                <a16:creationId xmlns:a16="http://schemas.microsoft.com/office/drawing/2014/main" id="{5F8DC4AA-AC3B-4E4C-A8E9-32145429DF79}"/>
              </a:ext>
            </a:extLst>
          </p:cNvPr>
          <p:cNvSpPr>
            <a:spLocks xmlns:a="http://schemas.openxmlformats.org/drawingml/2006/main" noGrp="1"/>
          </p:cNvSpPr>
          <p:nvPr/>
        </p:nvSpPr>
        <p:spPr>
          <a:xfrm xmlns:a="http://schemas.openxmlformats.org/drawingml/2006/main">
            <a:off x="6219825" y="3714750"/>
            <a:ext cx="2557463" cy="781050"/>
          </a:xfrm>
          <a:prstGeom xmlns:a="http://schemas.openxmlformats.org/drawingml/2006/main" prst="roundRect">
            <a:avLst>
              <a:gd name="adj" fmla="val 9756"/>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⑦ 覆盖／资源评估</a:t>
            </a:r>
          </a:p>
        </p:txBody>
      </p:sp>
      <p:sp>
        <p:nvSpPr>
          <p:cNvPr id="30" name="line-13">
            <a:extLst xmlns:a="http://schemas.openxmlformats.org/drawingml/2006/main">
              <a:ext uri="{FF2B5EF4-FFF2-40B4-BE49-F238E27FC236}">
                <a16:creationId xmlns:a16="http://schemas.microsoft.com/office/drawing/2014/main" id="{18FF3F2B-1CA0-474A-990A-44DD3F157286}"/>
              </a:ext>
            </a:extLst>
          </p:cNvPr>
          <p:cNvSpPr>
            <a:spLocks xmlns:a="http://schemas.openxmlformats.org/drawingml/2006/main" noGrp="1"/>
          </p:cNvSpPr>
          <p:nvPr/>
        </p:nvSpPr>
        <p:spPr>
          <a:xfrm xmlns:a="http://schemas.openxmlformats.org/drawingml/2006/main" flipV="0">
            <a:off x="8805863" y="4105275"/>
            <a:ext cx="180975"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31" name="line-13">
            <a:extLst xmlns:a="http://schemas.openxmlformats.org/drawingml/2006/main">
              <a:ext uri="{FF2B5EF4-FFF2-40B4-BE49-F238E27FC236}">
                <a16:creationId xmlns:a16="http://schemas.microsoft.com/office/drawing/2014/main" id="{C46521DF-FAF0-4611-8049-952D65C26015}"/>
              </a:ext>
            </a:extLst>
          </p:cNvPr>
          <p:cNvSpPr>
            <a:spLocks xmlns:a="http://schemas.openxmlformats.org/drawingml/2006/main" noGrp="1"/>
          </p:cNvSpPr>
          <p:nvPr/>
        </p:nvSpPr>
        <p:spPr>
          <a:xfrm xmlns:a="http://schemas.openxmlformats.org/drawingml/2006/main" flipV="1">
            <a:off x="8911607" y="4105275"/>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32" name="line-13">
            <a:extLst xmlns:a="http://schemas.openxmlformats.org/drawingml/2006/main">
              <a:ext uri="{FF2B5EF4-FFF2-40B4-BE49-F238E27FC236}">
                <a16:creationId xmlns:a16="http://schemas.microsoft.com/office/drawing/2014/main" id="{28486E42-2379-4959-9ED0-3F40635D4D26}"/>
              </a:ext>
            </a:extLst>
          </p:cNvPr>
          <p:cNvSpPr>
            <a:spLocks xmlns:a="http://schemas.openxmlformats.org/drawingml/2006/main" noGrp="1"/>
          </p:cNvSpPr>
          <p:nvPr/>
        </p:nvSpPr>
        <p:spPr>
          <a:xfrm xmlns:a="http://schemas.openxmlformats.org/drawingml/2006/main" flipV="0">
            <a:off x="8911607" y="4064176"/>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33" name="o32">
            <a:extLst xmlns:a="http://schemas.openxmlformats.org/drawingml/2006/main">
              <a:ext uri="{FF2B5EF4-FFF2-40B4-BE49-F238E27FC236}">
                <a16:creationId xmlns:a16="http://schemas.microsoft.com/office/drawing/2014/main" id="{724D9C84-0E81-4220-BE8B-F6B46E7F12EC}"/>
              </a:ext>
            </a:extLst>
          </p:cNvPr>
          <p:cNvSpPr>
            <a:spLocks xmlns:a="http://schemas.openxmlformats.org/drawingml/2006/main" noGrp="1"/>
          </p:cNvSpPr>
          <p:nvPr/>
        </p:nvSpPr>
        <p:spPr>
          <a:xfrm xmlns:a="http://schemas.openxmlformats.org/drawingml/2006/main">
            <a:off x="9024938" y="3714750"/>
            <a:ext cx="2557463" cy="781050"/>
          </a:xfrm>
          <a:prstGeom xmlns:a="http://schemas.openxmlformats.org/drawingml/2006/main" prst="roundRect">
            <a:avLst>
              <a:gd name="adj" fmla="val 9756"/>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⑧ 响应与证据</a:t>
            </a:r>
          </a:p>
        </p:txBody>
      </p:sp>
      <p:sp>
        <p:nvSpPr>
          <p:cNvPr id="34" name="line-14">
            <a:extLst xmlns:a="http://schemas.openxmlformats.org/drawingml/2006/main">
              <a:ext uri="{FF2B5EF4-FFF2-40B4-BE49-F238E27FC236}">
                <a16:creationId xmlns:a16="http://schemas.microsoft.com/office/drawing/2014/main" id="{7A5E4CB9-FA2C-4ADB-89A8-6CA56E7D399A}"/>
              </a:ext>
            </a:extLst>
          </p:cNvPr>
          <p:cNvSpPr>
            <a:spLocks xmlns:a="http://schemas.openxmlformats.org/drawingml/2006/main" noGrp="1"/>
          </p:cNvSpPr>
          <p:nvPr/>
        </p:nvSpPr>
        <p:spPr>
          <a:xfrm xmlns:a="http://schemas.openxmlformats.org/drawingml/2006/main" flipV="0">
            <a:off x="10191750" y="2257425"/>
            <a:ext cx="953" cy="409575"/>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35" name="line-14">
            <a:extLst xmlns:a="http://schemas.openxmlformats.org/drawingml/2006/main">
              <a:ext uri="{FF2B5EF4-FFF2-40B4-BE49-F238E27FC236}">
                <a16:creationId xmlns:a16="http://schemas.microsoft.com/office/drawing/2014/main" id="{81A0DAE3-BD2D-4F6C-A95D-15E0B8C27333}"/>
              </a:ext>
            </a:extLst>
          </p:cNvPr>
          <p:cNvSpPr>
            <a:spLocks xmlns:a="http://schemas.openxmlformats.org/drawingml/2006/main" noGrp="1"/>
          </p:cNvSpPr>
          <p:nvPr/>
        </p:nvSpPr>
        <p:spPr>
          <a:xfrm xmlns:a="http://schemas.openxmlformats.org/drawingml/2006/main" flipV="0">
            <a:off x="10150651" y="2591769"/>
            <a:ext cx="41099" cy="75231"/>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36" name="line-14">
            <a:extLst xmlns:a="http://schemas.openxmlformats.org/drawingml/2006/main">
              <a:ext uri="{FF2B5EF4-FFF2-40B4-BE49-F238E27FC236}">
                <a16:creationId xmlns:a16="http://schemas.microsoft.com/office/drawing/2014/main" id="{9785DF67-AB07-4167-BA1C-E398485AD114}"/>
              </a:ext>
            </a:extLst>
          </p:cNvPr>
          <p:cNvSpPr>
            <a:spLocks xmlns:a="http://schemas.openxmlformats.org/drawingml/2006/main" noGrp="1"/>
          </p:cNvSpPr>
          <p:nvPr/>
        </p:nvSpPr>
        <p:spPr>
          <a:xfrm xmlns:a="http://schemas.openxmlformats.org/drawingml/2006/main" flipV="1">
            <a:off x="10191750" y="2591769"/>
            <a:ext cx="41099" cy="75231"/>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37" name="o36">
            <a:extLst xmlns:a="http://schemas.openxmlformats.org/drawingml/2006/main">
              <a:ext uri="{FF2B5EF4-FFF2-40B4-BE49-F238E27FC236}">
                <a16:creationId xmlns:a16="http://schemas.microsoft.com/office/drawing/2014/main" id="{15D685EA-08C9-465B-9FF7-2AB91A65A5B8}"/>
              </a:ext>
            </a:extLst>
          </p:cNvPr>
          <p:cNvSpPr>
            <a:spLocks xmlns:a="http://schemas.openxmlformats.org/drawingml/2006/main" noGrp="1"/>
          </p:cNvSpPr>
          <p:nvPr/>
        </p:nvSpPr>
        <p:spPr>
          <a:xfrm xmlns:a="http://schemas.openxmlformats.org/drawingml/2006/main">
            <a:off x="8439150" y="2686050"/>
            <a:ext cx="3143250" cy="514350"/>
          </a:xfrm>
          <a:prstGeom xmlns:a="http://schemas.openxmlformats.org/drawingml/2006/main" prst="roundRect">
            <a:avLst>
              <a:gd name="adj" fmla="val 14815"/>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00" b="1">
                <a:solidFill>
                  <a:srgbClr val="B85A1E"/>
                </a:solidFill>
                <a:latin typeface="Noto Sans SC"/>
                <a:ea typeface="Noto Sans SC"/>
                <a:cs typeface="Noto Sans SC"/>
              </a:defRPr>
            </a:defPPr>
            <a:lvl1pPr algn="ctr">
              <a:defRPr sz="1500" b="1">
                <a:solidFill>
                  <a:srgbClr val="B85A1E"/>
                </a:solidFill>
                <a:latin typeface="Noto Sans SC"/>
                <a:ea typeface="Noto Sans SC"/>
                <a:cs typeface="Noto Sans SC"/>
              </a:defRPr>
            </a:lvl1pPr>
            <a:lvl2pPr algn="ctr">
              <a:defRPr sz="1500" b="1">
                <a:solidFill>
                  <a:srgbClr val="B85A1E"/>
                </a:solidFill>
                <a:latin typeface="Noto Sans SC"/>
                <a:ea typeface="Noto Sans SC"/>
                <a:cs typeface="Noto Sans SC"/>
              </a:defRPr>
            </a:lvl2pPr>
            <a:lvl3pPr algn="ctr">
              <a:defRPr sz="1500" b="1">
                <a:solidFill>
                  <a:srgbClr val="B85A1E"/>
                </a:solidFill>
                <a:latin typeface="Noto Sans SC"/>
                <a:ea typeface="Noto Sans SC"/>
                <a:cs typeface="Noto Sans SC"/>
              </a:defRPr>
            </a:lvl3pPr>
            <a:lvl4pPr algn="ctr">
              <a:defRPr sz="1500" b="1">
                <a:solidFill>
                  <a:srgbClr val="B85A1E"/>
                </a:solidFill>
                <a:latin typeface="Noto Sans SC"/>
                <a:ea typeface="Noto Sans SC"/>
                <a:cs typeface="Noto Sans SC"/>
              </a:defRPr>
            </a:lvl4pPr>
            <a:lvl5pPr algn="ctr">
              <a:defRPr sz="1500" b="1">
                <a:solidFill>
                  <a:srgbClr val="B85A1E"/>
                </a:solidFill>
                <a:latin typeface="Noto Sans SC"/>
                <a:ea typeface="Noto Sans SC"/>
                <a:cs typeface="Noto Sans SC"/>
              </a:defRPr>
            </a:lvl5pPr>
            <a:lvl6pPr algn="ctr">
              <a:defRPr sz="1500" b="1">
                <a:solidFill>
                  <a:srgbClr val="B85A1E"/>
                </a:solidFill>
                <a:latin typeface="Noto Sans SC"/>
                <a:ea typeface="Noto Sans SC"/>
                <a:cs typeface="Noto Sans SC"/>
              </a:defRPr>
            </a:lvl6pPr>
            <a:lvl7pPr algn="ctr">
              <a:defRPr sz="1500" b="1">
                <a:solidFill>
                  <a:srgbClr val="B85A1E"/>
                </a:solidFill>
                <a:latin typeface="Noto Sans SC"/>
                <a:ea typeface="Noto Sans SC"/>
                <a:cs typeface="Noto Sans SC"/>
              </a:defRPr>
            </a:lvl7pPr>
            <a:lvl8pPr algn="ctr">
              <a:defRPr sz="1500" b="1">
                <a:solidFill>
                  <a:srgbClr val="B85A1E"/>
                </a:solidFill>
                <a:latin typeface="Noto Sans SC"/>
                <a:ea typeface="Noto Sans SC"/>
                <a:cs typeface="Noto Sans SC"/>
              </a:defRPr>
            </a:lvl8pPr>
            <a:lvl9pPr algn="ctr">
              <a:defRPr sz="1500" b="1">
                <a:solidFill>
                  <a:srgbClr val="B85A1E"/>
                </a:solidFill>
                <a:latin typeface="Noto Sans SC"/>
                <a:ea typeface="Noto Sans SC"/>
                <a:cs typeface="Noto Sans SC"/>
              </a:defRPr>
            </a:lvl9pPr>
          </a:lstStyle>
          <a:p xmlns:a="http://schemas.openxmlformats.org/drawingml/2006/main">
            <a:pPr algn="ctr">
              <a:defRPr sz="1500" b="1">
                <a:solidFill>
                  <a:srgbClr val="B85A1E"/>
                </a:solidFill>
                <a:latin typeface="Noto Sans SC"/>
                <a:ea typeface="Noto Sans SC"/>
                <a:cs typeface="Noto Sans SC"/>
              </a:defRPr>
            </a:pPr>
            <a:r>
              <a:rPr sz="1500" b="1">
                <a:solidFill>
                  <a:srgbClr val="B85A1E"/>
                </a:solidFill>
                <a:latin typeface="Noto Sans SC"/>
                <a:ea typeface="Noto Sans SC"/>
                <a:cs typeface="Noto Sans SC"/>
              </a:rPr>
              <a:t>命中豁免：独立结果</a:t>
            </a:r>
          </a:p>
        </p:txBody>
      </p:sp>
      <p:sp>
        <p:nvSpPr>
          <p:cNvPr id="38" name="line-15">
            <a:extLst xmlns:a="http://schemas.openxmlformats.org/drawingml/2006/main">
              <a:ext uri="{FF2B5EF4-FFF2-40B4-BE49-F238E27FC236}">
                <a16:creationId xmlns:a16="http://schemas.microsoft.com/office/drawing/2014/main" id="{769092A9-85E8-412B-B78F-67427108ABD3}"/>
              </a:ext>
            </a:extLst>
          </p:cNvPr>
          <p:cNvSpPr>
            <a:spLocks xmlns:a="http://schemas.openxmlformats.org/drawingml/2006/main" noGrp="1"/>
          </p:cNvSpPr>
          <p:nvPr/>
        </p:nvSpPr>
        <p:spPr>
          <a:xfrm xmlns:a="http://schemas.openxmlformats.org/drawingml/2006/main" flipV="0">
            <a:off x="11582400" y="2933700"/>
            <a:ext cx="152400"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39" name="line-15">
            <a:extLst xmlns:a="http://schemas.openxmlformats.org/drawingml/2006/main">
              <a:ext uri="{FF2B5EF4-FFF2-40B4-BE49-F238E27FC236}">
                <a16:creationId xmlns:a16="http://schemas.microsoft.com/office/drawing/2014/main" id="{CBD23E74-6116-4471-9305-CF412979318D}"/>
              </a:ext>
            </a:extLst>
          </p:cNvPr>
          <p:cNvSpPr>
            <a:spLocks xmlns:a="http://schemas.openxmlformats.org/drawingml/2006/main" noGrp="1"/>
          </p:cNvSpPr>
          <p:nvPr/>
        </p:nvSpPr>
        <p:spPr>
          <a:xfrm xmlns:a="http://schemas.openxmlformats.org/drawingml/2006/main" flipV="1">
            <a:off x="11659569" y="2933700"/>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40" name="line-15">
            <a:extLst xmlns:a="http://schemas.openxmlformats.org/drawingml/2006/main">
              <a:ext uri="{FF2B5EF4-FFF2-40B4-BE49-F238E27FC236}">
                <a16:creationId xmlns:a16="http://schemas.microsoft.com/office/drawing/2014/main" id="{A4ED5568-27ED-4219-90BF-9EAA32E50442}"/>
              </a:ext>
            </a:extLst>
          </p:cNvPr>
          <p:cNvSpPr>
            <a:spLocks xmlns:a="http://schemas.openxmlformats.org/drawingml/2006/main" noGrp="1"/>
          </p:cNvSpPr>
          <p:nvPr/>
        </p:nvSpPr>
        <p:spPr>
          <a:xfrm xmlns:a="http://schemas.openxmlformats.org/drawingml/2006/main" flipV="0">
            <a:off x="11659569" y="2892601"/>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41" name="line-15">
            <a:extLst xmlns:a="http://schemas.openxmlformats.org/drawingml/2006/main">
              <a:ext uri="{FF2B5EF4-FFF2-40B4-BE49-F238E27FC236}">
                <a16:creationId xmlns:a16="http://schemas.microsoft.com/office/drawing/2014/main" id="{B85AE6BC-C100-4C36-BEB5-93485EA550E8}"/>
              </a:ext>
            </a:extLst>
          </p:cNvPr>
          <p:cNvSpPr>
            <a:spLocks xmlns:a="http://schemas.openxmlformats.org/drawingml/2006/main" noGrp="1"/>
          </p:cNvSpPr>
          <p:nvPr/>
        </p:nvSpPr>
        <p:spPr>
          <a:xfrm xmlns:a="http://schemas.openxmlformats.org/drawingml/2006/main" flipV="0">
            <a:off x="11734800" y="2933700"/>
            <a:ext cx="953" cy="1171575"/>
          </a:xfrm>
          <a:prstGeom xmlns:a="http://schemas.openxmlformats.org/drawingml/2006/main" prst="line">
            <a:avLst/>
          </a:prstGeom>
          <a:noFill xmlns:a="http://schemas.openxmlformats.org/drawingml/2006/main"/>
          <a:ln xmlns:a="http://schemas.openxmlformats.org/drawingml/2006/main" w="14288">
            <a:solidFill>
              <a:srgbClr val="B85A1E"/>
            </a:solidFill>
            <a:prstDash val="solid"/>
          </a:ln>
        </p:spPr>
      </p:sp>
      <p:sp>
        <p:nvSpPr>
          <p:cNvPr id="42" name="line-15">
            <a:extLst xmlns:a="http://schemas.openxmlformats.org/drawingml/2006/main">
              <a:ext uri="{FF2B5EF4-FFF2-40B4-BE49-F238E27FC236}">
                <a16:creationId xmlns:a16="http://schemas.microsoft.com/office/drawing/2014/main" id="{2268FC66-79D7-4D4A-87BC-009514CF0E67}"/>
              </a:ext>
            </a:extLst>
          </p:cNvPr>
          <p:cNvSpPr>
            <a:spLocks xmlns:a="http://schemas.openxmlformats.org/drawingml/2006/main" noGrp="1"/>
          </p:cNvSpPr>
          <p:nvPr/>
        </p:nvSpPr>
        <p:spPr>
          <a:xfrm xmlns:a="http://schemas.openxmlformats.org/drawingml/2006/main" flipV="0">
            <a:off x="11582400" y="4105275"/>
            <a:ext cx="152400" cy="953"/>
          </a:xfrm>
          <a:prstGeom xmlns:a="http://schemas.openxmlformats.org/drawingml/2006/main" prst="line">
            <a:avLst/>
          </a:prstGeom>
          <a:noFill xmlns:a="http://schemas.openxmlformats.org/drawingml/2006/main"/>
          <a:ln xmlns:a="http://schemas.openxmlformats.org/drawingml/2006/main" w="19050">
            <a:solidFill>
              <a:srgbClr val="B85A1E"/>
            </a:solidFill>
            <a:prstDash val="solid"/>
          </a:ln>
        </p:spPr>
      </p:sp>
      <p:sp>
        <p:nvSpPr>
          <p:cNvPr id="43" name="line-15">
            <a:extLst xmlns:a="http://schemas.openxmlformats.org/drawingml/2006/main">
              <a:ext uri="{FF2B5EF4-FFF2-40B4-BE49-F238E27FC236}">
                <a16:creationId xmlns:a16="http://schemas.microsoft.com/office/drawing/2014/main" id="{1D5E1DA1-17C9-4049-82C5-E71B7AFA5FC9}"/>
              </a:ext>
            </a:extLst>
          </p:cNvPr>
          <p:cNvSpPr>
            <a:spLocks xmlns:a="http://schemas.openxmlformats.org/drawingml/2006/main" noGrp="1"/>
          </p:cNvSpPr>
          <p:nvPr/>
        </p:nvSpPr>
        <p:spPr>
          <a:xfrm xmlns:a="http://schemas.openxmlformats.org/drawingml/2006/main" flipV="1">
            <a:off x="11582400" y="4064176"/>
            <a:ext cx="75231" cy="41099"/>
          </a:xfrm>
          <a:prstGeom xmlns:a="http://schemas.openxmlformats.org/drawingml/2006/main" prst="line">
            <a:avLst/>
          </a:prstGeom>
          <a:noFill xmlns:a="http://schemas.openxmlformats.org/drawingml/2006/main"/>
          <a:ln xmlns:a="http://schemas.openxmlformats.org/drawingml/2006/main" w="19050">
            <a:solidFill>
              <a:srgbClr val="B85A1E"/>
            </a:solidFill>
            <a:prstDash val="solid"/>
          </a:ln>
        </p:spPr>
      </p:sp>
      <p:sp>
        <p:nvSpPr>
          <p:cNvPr id="44" name="line-15">
            <a:extLst xmlns:a="http://schemas.openxmlformats.org/drawingml/2006/main">
              <a:ext uri="{FF2B5EF4-FFF2-40B4-BE49-F238E27FC236}">
                <a16:creationId xmlns:a16="http://schemas.microsoft.com/office/drawing/2014/main" id="{38143159-3C6C-4205-9036-DE3D29A14D05}"/>
              </a:ext>
            </a:extLst>
          </p:cNvPr>
          <p:cNvSpPr>
            <a:spLocks xmlns:a="http://schemas.openxmlformats.org/drawingml/2006/main" noGrp="1"/>
          </p:cNvSpPr>
          <p:nvPr/>
        </p:nvSpPr>
        <p:spPr>
          <a:xfrm xmlns:a="http://schemas.openxmlformats.org/drawingml/2006/main" flipV="0">
            <a:off x="11582400" y="4105275"/>
            <a:ext cx="75231" cy="41099"/>
          </a:xfrm>
          <a:prstGeom xmlns:a="http://schemas.openxmlformats.org/drawingml/2006/main" prst="line">
            <a:avLst/>
          </a:prstGeom>
          <a:noFill xmlns:a="http://schemas.openxmlformats.org/drawingml/2006/main"/>
          <a:ln xmlns:a="http://schemas.openxmlformats.org/drawingml/2006/main" w="19050">
            <a:solidFill>
              <a:srgbClr val="B85A1E"/>
            </a:solidFill>
            <a:prstDash val="solid"/>
          </a:ln>
        </p:spPr>
      </p:sp>
      <p:sp>
        <p:nvSpPr>
          <p:cNvPr id="45" name="line-15">
            <a:extLst xmlns:a="http://schemas.openxmlformats.org/drawingml/2006/main">
              <a:ext uri="{FF2B5EF4-FFF2-40B4-BE49-F238E27FC236}">
                <a16:creationId xmlns:a16="http://schemas.microsoft.com/office/drawing/2014/main" id="{50506E84-5CCF-44A8-8E32-5AC5FBB1B7CD}"/>
              </a:ext>
            </a:extLst>
          </p:cNvPr>
          <p:cNvSpPr>
            <a:spLocks xmlns:a="http://schemas.openxmlformats.org/drawingml/2006/main" noGrp="1"/>
          </p:cNvSpPr>
          <p:nvPr/>
        </p:nvSpPr>
        <p:spPr>
          <a:xfrm xmlns:a="http://schemas.openxmlformats.org/drawingml/2006/main" flipV="0">
            <a:off x="8096250" y="2228850"/>
            <a:ext cx="953" cy="342900"/>
          </a:xfrm>
          <a:prstGeom xmlns:a="http://schemas.openxmlformats.org/drawingml/2006/main" prst="line">
            <a:avLst/>
          </a:prstGeom>
          <a:noFill xmlns:a="http://schemas.openxmlformats.org/drawingml/2006/main"/>
          <a:ln xmlns:a="http://schemas.openxmlformats.org/drawingml/2006/main" w="14288">
            <a:solidFill>
              <a:srgbClr val="0F6E73"/>
            </a:solidFill>
            <a:prstDash val="solid"/>
          </a:ln>
        </p:spPr>
      </p:sp>
      <p:sp>
        <p:nvSpPr>
          <p:cNvPr id="46" name="line-15">
            <a:extLst xmlns:a="http://schemas.openxmlformats.org/drawingml/2006/main">
              <a:ext uri="{FF2B5EF4-FFF2-40B4-BE49-F238E27FC236}">
                <a16:creationId xmlns:a16="http://schemas.microsoft.com/office/drawing/2014/main" id="{14D082E8-81B2-4231-A8D0-7017C2667C0B}"/>
              </a:ext>
            </a:extLst>
          </p:cNvPr>
          <p:cNvSpPr>
            <a:spLocks xmlns:a="http://schemas.openxmlformats.org/drawingml/2006/main" noGrp="1"/>
          </p:cNvSpPr>
          <p:nvPr/>
        </p:nvSpPr>
        <p:spPr>
          <a:xfrm xmlns:a="http://schemas.openxmlformats.org/drawingml/2006/main" flipV="0">
            <a:off x="4286250" y="2571750"/>
            <a:ext cx="3810000" cy="953"/>
          </a:xfrm>
          <a:prstGeom xmlns:a="http://schemas.openxmlformats.org/drawingml/2006/main" prst="line">
            <a:avLst/>
          </a:prstGeom>
          <a:noFill xmlns:a="http://schemas.openxmlformats.org/drawingml/2006/main"/>
          <a:ln xmlns:a="http://schemas.openxmlformats.org/drawingml/2006/main" w="14288">
            <a:solidFill>
              <a:srgbClr val="0F6E73"/>
            </a:solidFill>
            <a:prstDash val="solid"/>
          </a:ln>
        </p:spPr>
      </p:sp>
      <p:sp>
        <p:nvSpPr>
          <p:cNvPr id="47" name="line-15">
            <a:extLst xmlns:a="http://schemas.openxmlformats.org/drawingml/2006/main">
              <a:ext uri="{FF2B5EF4-FFF2-40B4-BE49-F238E27FC236}">
                <a16:creationId xmlns:a16="http://schemas.microsoft.com/office/drawing/2014/main" id="{C6B06256-C441-4FEE-AD8F-954E9972B7B2}"/>
              </a:ext>
            </a:extLst>
          </p:cNvPr>
          <p:cNvSpPr>
            <a:spLocks xmlns:a="http://schemas.openxmlformats.org/drawingml/2006/main" noGrp="1"/>
          </p:cNvSpPr>
          <p:nvPr/>
        </p:nvSpPr>
        <p:spPr>
          <a:xfrm xmlns:a="http://schemas.openxmlformats.org/drawingml/2006/main" flipV="0">
            <a:off x="4286250" y="2571750"/>
            <a:ext cx="953" cy="1143000"/>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48" name="line-15">
            <a:extLst xmlns:a="http://schemas.openxmlformats.org/drawingml/2006/main">
              <a:ext uri="{FF2B5EF4-FFF2-40B4-BE49-F238E27FC236}">
                <a16:creationId xmlns:a16="http://schemas.microsoft.com/office/drawing/2014/main" id="{691DBC1A-2A07-40A7-92F3-4E079ADD5F3A}"/>
              </a:ext>
            </a:extLst>
          </p:cNvPr>
          <p:cNvSpPr>
            <a:spLocks xmlns:a="http://schemas.openxmlformats.org/drawingml/2006/main" noGrp="1"/>
          </p:cNvSpPr>
          <p:nvPr/>
        </p:nvSpPr>
        <p:spPr>
          <a:xfrm xmlns:a="http://schemas.openxmlformats.org/drawingml/2006/main" flipV="0">
            <a:off x="4245151" y="3639519"/>
            <a:ext cx="41099" cy="75231"/>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49" name="line-15">
            <a:extLst xmlns:a="http://schemas.openxmlformats.org/drawingml/2006/main">
              <a:ext uri="{FF2B5EF4-FFF2-40B4-BE49-F238E27FC236}">
                <a16:creationId xmlns:a16="http://schemas.microsoft.com/office/drawing/2014/main" id="{2A677126-80F5-4FBB-A5B2-993CD79D3DF8}"/>
              </a:ext>
            </a:extLst>
          </p:cNvPr>
          <p:cNvSpPr>
            <a:spLocks xmlns:a="http://schemas.openxmlformats.org/drawingml/2006/main" noGrp="1"/>
          </p:cNvSpPr>
          <p:nvPr/>
        </p:nvSpPr>
        <p:spPr>
          <a:xfrm xmlns:a="http://schemas.openxmlformats.org/drawingml/2006/main" flipV="1">
            <a:off x="4286250" y="3639519"/>
            <a:ext cx="41099" cy="75231"/>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50" name="o49">
            <a:extLst xmlns:a="http://schemas.openxmlformats.org/drawingml/2006/main">
              <a:ext uri="{FF2B5EF4-FFF2-40B4-BE49-F238E27FC236}">
                <a16:creationId xmlns:a16="http://schemas.microsoft.com/office/drawing/2014/main" id="{31CDF951-A1EE-4865-8806-2262AB184DE3}"/>
              </a:ext>
            </a:extLst>
          </p:cNvPr>
          <p:cNvSpPr>
            <a:spLocks xmlns:a="http://schemas.openxmlformats.org/drawingml/2006/main" noGrp="1"/>
          </p:cNvSpPr>
          <p:nvPr/>
        </p:nvSpPr>
        <p:spPr>
          <a:xfrm xmlns:a="http://schemas.openxmlformats.org/drawingml/2006/main">
            <a:off x="4667250" y="26289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0">
                <a:solidFill>
                  <a:srgbClr val="0F6E73"/>
                </a:solidFill>
                <a:latin typeface="Noto Sans SC"/>
                <a:ea typeface="Noto Sans SC"/>
                <a:cs typeface="Noto Sans SC"/>
              </a:defRPr>
            </a:defPPr>
            <a:lvl1pPr algn="l">
              <a:defRPr sz="1425" b="0">
                <a:solidFill>
                  <a:srgbClr val="0F6E73"/>
                </a:solidFill>
                <a:latin typeface="Noto Sans SC"/>
                <a:ea typeface="Noto Sans SC"/>
                <a:cs typeface="Noto Sans SC"/>
              </a:defRPr>
            </a:lvl1pPr>
            <a:lvl2pPr algn="l">
              <a:defRPr sz="1425" b="0">
                <a:solidFill>
                  <a:srgbClr val="0F6E73"/>
                </a:solidFill>
                <a:latin typeface="Noto Sans SC"/>
                <a:ea typeface="Noto Sans SC"/>
                <a:cs typeface="Noto Sans SC"/>
              </a:defRPr>
            </a:lvl2pPr>
            <a:lvl3pPr algn="l">
              <a:defRPr sz="1425" b="0">
                <a:solidFill>
                  <a:srgbClr val="0F6E73"/>
                </a:solidFill>
                <a:latin typeface="Noto Sans SC"/>
                <a:ea typeface="Noto Sans SC"/>
                <a:cs typeface="Noto Sans SC"/>
              </a:defRPr>
            </a:lvl3pPr>
            <a:lvl4pPr algn="l">
              <a:defRPr sz="1425" b="0">
                <a:solidFill>
                  <a:srgbClr val="0F6E73"/>
                </a:solidFill>
                <a:latin typeface="Noto Sans SC"/>
                <a:ea typeface="Noto Sans SC"/>
                <a:cs typeface="Noto Sans SC"/>
              </a:defRPr>
            </a:lvl4pPr>
            <a:lvl5pPr algn="l">
              <a:defRPr sz="1425" b="0">
                <a:solidFill>
                  <a:srgbClr val="0F6E73"/>
                </a:solidFill>
                <a:latin typeface="Noto Sans SC"/>
                <a:ea typeface="Noto Sans SC"/>
                <a:cs typeface="Noto Sans SC"/>
              </a:defRPr>
            </a:lvl5pPr>
            <a:lvl6pPr algn="l">
              <a:defRPr sz="1425" b="0">
                <a:solidFill>
                  <a:srgbClr val="0F6E73"/>
                </a:solidFill>
                <a:latin typeface="Noto Sans SC"/>
                <a:ea typeface="Noto Sans SC"/>
                <a:cs typeface="Noto Sans SC"/>
              </a:defRPr>
            </a:lvl6pPr>
            <a:lvl7pPr algn="l">
              <a:defRPr sz="1425" b="0">
                <a:solidFill>
                  <a:srgbClr val="0F6E73"/>
                </a:solidFill>
                <a:latin typeface="Noto Sans SC"/>
                <a:ea typeface="Noto Sans SC"/>
                <a:cs typeface="Noto Sans SC"/>
              </a:defRPr>
            </a:lvl7pPr>
            <a:lvl8pPr algn="l">
              <a:defRPr sz="1425" b="0">
                <a:solidFill>
                  <a:srgbClr val="0F6E73"/>
                </a:solidFill>
                <a:latin typeface="Noto Sans SC"/>
                <a:ea typeface="Noto Sans SC"/>
                <a:cs typeface="Noto Sans SC"/>
              </a:defRPr>
            </a:lvl8pPr>
            <a:lvl9pPr algn="l">
              <a:defRPr sz="1425" b="0">
                <a:solidFill>
                  <a:srgbClr val="0F6E73"/>
                </a:solidFill>
                <a:latin typeface="Noto Sans SC"/>
                <a:ea typeface="Noto Sans SC"/>
                <a:cs typeface="Noto Sans SC"/>
              </a:defRPr>
            </a:lvl9pPr>
          </a:lstStyle>
          <a:p xmlns:a="http://schemas.openxmlformats.org/drawingml/2006/main">
            <a:pPr algn="l">
              <a:defRPr sz="1425" b="0">
                <a:solidFill>
                  <a:srgbClr val="0F6E73"/>
                </a:solidFill>
                <a:latin typeface="Noto Sans SC"/>
                <a:ea typeface="Noto Sans SC"/>
                <a:cs typeface="Noto Sans SC"/>
              </a:defRPr>
            </a:pPr>
            <a:r>
              <a:rPr sz="1425" b="0">
                <a:solidFill>
                  <a:srgbClr val="0F6E73"/>
                </a:solidFill>
                <a:latin typeface="Noto Sans SC"/>
                <a:ea typeface="Noto Sans SC"/>
                <a:cs typeface="Noto Sans SC"/>
              </a:rPr>
              <a:t>共享空间依据</a:t>
            </a:r>
          </a:p>
        </p:txBody>
      </p:sp>
      <p:sp>
        <p:nvSpPr>
          <p:cNvPr id="51" name="line-16">
            <a:extLst xmlns:a="http://schemas.openxmlformats.org/drawingml/2006/main">
              <a:ext uri="{FF2B5EF4-FFF2-40B4-BE49-F238E27FC236}">
                <a16:creationId xmlns:a16="http://schemas.microsoft.com/office/drawing/2014/main" id="{A91DE4DC-8AA6-41A6-B3E9-C08A10F1A54E}"/>
              </a:ext>
            </a:extLst>
          </p:cNvPr>
          <p:cNvSpPr>
            <a:spLocks xmlns:a="http://schemas.openxmlformats.org/drawingml/2006/main" noGrp="1"/>
          </p:cNvSpPr>
          <p:nvPr/>
        </p:nvSpPr>
        <p:spPr>
          <a:xfrm xmlns:a="http://schemas.openxmlformats.org/drawingml/2006/main" flipV="0">
            <a:off x="9239250" y="2228850"/>
            <a:ext cx="953" cy="180975"/>
          </a:xfrm>
          <a:prstGeom xmlns:a="http://schemas.openxmlformats.org/drawingml/2006/main" prst="line">
            <a:avLst/>
          </a:prstGeom>
          <a:noFill xmlns:a="http://schemas.openxmlformats.org/drawingml/2006/main"/>
          <a:ln xmlns:a="http://schemas.openxmlformats.org/drawingml/2006/main" w="14288">
            <a:solidFill>
              <a:srgbClr val="32668E"/>
            </a:solidFill>
            <a:prstDash val="solid"/>
          </a:ln>
        </p:spPr>
      </p:sp>
      <p:sp>
        <p:nvSpPr>
          <p:cNvPr id="52" name="line-16">
            <a:extLst xmlns:a="http://schemas.openxmlformats.org/drawingml/2006/main">
              <a:ext uri="{FF2B5EF4-FFF2-40B4-BE49-F238E27FC236}">
                <a16:creationId xmlns:a16="http://schemas.microsoft.com/office/drawing/2014/main" id="{B896B252-78E1-4ABC-A997-4E73BC0D5ADF}"/>
              </a:ext>
            </a:extLst>
          </p:cNvPr>
          <p:cNvSpPr>
            <a:spLocks xmlns:a="http://schemas.openxmlformats.org/drawingml/2006/main" noGrp="1"/>
          </p:cNvSpPr>
          <p:nvPr/>
        </p:nvSpPr>
        <p:spPr>
          <a:xfrm xmlns:a="http://schemas.openxmlformats.org/drawingml/2006/main" flipV="0">
            <a:off x="8334375" y="2409825"/>
            <a:ext cx="904875" cy="953"/>
          </a:xfrm>
          <a:prstGeom xmlns:a="http://schemas.openxmlformats.org/drawingml/2006/main" prst="line">
            <a:avLst/>
          </a:prstGeom>
          <a:noFill xmlns:a="http://schemas.openxmlformats.org/drawingml/2006/main"/>
          <a:ln xmlns:a="http://schemas.openxmlformats.org/drawingml/2006/main" w="14288">
            <a:solidFill>
              <a:srgbClr val="32668E"/>
            </a:solidFill>
            <a:prstDash val="solid"/>
          </a:ln>
        </p:spPr>
      </p:sp>
      <p:sp>
        <p:nvSpPr>
          <p:cNvPr id="53" name="line-16">
            <a:extLst xmlns:a="http://schemas.openxmlformats.org/drawingml/2006/main">
              <a:ext uri="{FF2B5EF4-FFF2-40B4-BE49-F238E27FC236}">
                <a16:creationId xmlns:a16="http://schemas.microsoft.com/office/drawing/2014/main" id="{4486902B-04C1-4644-AE8C-4FC77F60A096}"/>
              </a:ext>
            </a:extLst>
          </p:cNvPr>
          <p:cNvSpPr>
            <a:spLocks xmlns:a="http://schemas.openxmlformats.org/drawingml/2006/main" noGrp="1"/>
          </p:cNvSpPr>
          <p:nvPr/>
        </p:nvSpPr>
        <p:spPr>
          <a:xfrm xmlns:a="http://schemas.openxmlformats.org/drawingml/2006/main" flipV="0">
            <a:off x="8334375" y="2409825"/>
            <a:ext cx="953" cy="923925"/>
          </a:xfrm>
          <a:prstGeom xmlns:a="http://schemas.openxmlformats.org/drawingml/2006/main" prst="line">
            <a:avLst/>
          </a:prstGeom>
          <a:noFill xmlns:a="http://schemas.openxmlformats.org/drawingml/2006/main"/>
          <a:ln xmlns:a="http://schemas.openxmlformats.org/drawingml/2006/main" w="14288">
            <a:solidFill>
              <a:srgbClr val="32668E"/>
            </a:solidFill>
            <a:prstDash val="solid"/>
          </a:ln>
        </p:spPr>
      </p:sp>
      <p:sp>
        <p:nvSpPr>
          <p:cNvPr id="54" name="line-16">
            <a:extLst xmlns:a="http://schemas.openxmlformats.org/drawingml/2006/main">
              <a:ext uri="{FF2B5EF4-FFF2-40B4-BE49-F238E27FC236}">
                <a16:creationId xmlns:a16="http://schemas.microsoft.com/office/drawing/2014/main" id="{D1521984-8D1A-4757-B70B-0F8220AAFFE2}"/>
              </a:ext>
            </a:extLst>
          </p:cNvPr>
          <p:cNvSpPr>
            <a:spLocks xmlns:a="http://schemas.openxmlformats.org/drawingml/2006/main" noGrp="1"/>
          </p:cNvSpPr>
          <p:nvPr/>
        </p:nvSpPr>
        <p:spPr>
          <a:xfrm xmlns:a="http://schemas.openxmlformats.org/drawingml/2006/main" flipV="0">
            <a:off x="1962150" y="3333750"/>
            <a:ext cx="6372225" cy="953"/>
          </a:xfrm>
          <a:prstGeom xmlns:a="http://schemas.openxmlformats.org/drawingml/2006/main" prst="line">
            <a:avLst/>
          </a:prstGeom>
          <a:noFill xmlns:a="http://schemas.openxmlformats.org/drawingml/2006/main"/>
          <a:ln xmlns:a="http://schemas.openxmlformats.org/drawingml/2006/main" w="14288">
            <a:solidFill>
              <a:srgbClr val="32668E"/>
            </a:solidFill>
            <a:prstDash val="solid"/>
          </a:ln>
        </p:spPr>
      </p:sp>
      <p:sp>
        <p:nvSpPr>
          <p:cNvPr id="55" name="line-16">
            <a:extLst xmlns:a="http://schemas.openxmlformats.org/drawingml/2006/main">
              <a:ext uri="{FF2B5EF4-FFF2-40B4-BE49-F238E27FC236}">
                <a16:creationId xmlns:a16="http://schemas.microsoft.com/office/drawing/2014/main" id="{F27B737B-4901-4F22-B62F-98C649CC837B}"/>
              </a:ext>
            </a:extLst>
          </p:cNvPr>
          <p:cNvSpPr>
            <a:spLocks xmlns:a="http://schemas.openxmlformats.org/drawingml/2006/main" noGrp="1"/>
          </p:cNvSpPr>
          <p:nvPr/>
        </p:nvSpPr>
        <p:spPr>
          <a:xfrm xmlns:a="http://schemas.openxmlformats.org/drawingml/2006/main" flipV="0">
            <a:off x="1962150" y="3333750"/>
            <a:ext cx="953" cy="381000"/>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56" name="line-16">
            <a:extLst xmlns:a="http://schemas.openxmlformats.org/drawingml/2006/main">
              <a:ext uri="{FF2B5EF4-FFF2-40B4-BE49-F238E27FC236}">
                <a16:creationId xmlns:a16="http://schemas.microsoft.com/office/drawing/2014/main" id="{BC541106-DEDE-4786-BFA9-1CAD2A4211B5}"/>
              </a:ext>
            </a:extLst>
          </p:cNvPr>
          <p:cNvSpPr>
            <a:spLocks xmlns:a="http://schemas.openxmlformats.org/drawingml/2006/main" noGrp="1"/>
          </p:cNvSpPr>
          <p:nvPr/>
        </p:nvSpPr>
        <p:spPr>
          <a:xfrm xmlns:a="http://schemas.openxmlformats.org/drawingml/2006/main" flipV="0">
            <a:off x="1921051" y="3639519"/>
            <a:ext cx="41099" cy="75231"/>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57" name="line-16">
            <a:extLst xmlns:a="http://schemas.openxmlformats.org/drawingml/2006/main">
              <a:ext uri="{FF2B5EF4-FFF2-40B4-BE49-F238E27FC236}">
                <a16:creationId xmlns:a16="http://schemas.microsoft.com/office/drawing/2014/main" id="{2F103102-42A7-4A7A-B263-D3CF238FB891}"/>
              </a:ext>
            </a:extLst>
          </p:cNvPr>
          <p:cNvSpPr>
            <a:spLocks xmlns:a="http://schemas.openxmlformats.org/drawingml/2006/main" noGrp="1"/>
          </p:cNvSpPr>
          <p:nvPr/>
        </p:nvSpPr>
        <p:spPr>
          <a:xfrm xmlns:a="http://schemas.openxmlformats.org/drawingml/2006/main" flipV="1">
            <a:off x="1962150" y="3639519"/>
            <a:ext cx="41099" cy="75231"/>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58" name="o57">
            <a:extLst xmlns:a="http://schemas.openxmlformats.org/drawingml/2006/main">
              <a:ext uri="{FF2B5EF4-FFF2-40B4-BE49-F238E27FC236}">
                <a16:creationId xmlns:a16="http://schemas.microsoft.com/office/drawing/2014/main" id="{62E149AA-5DA6-4638-B941-5CBA56E53E6C}"/>
              </a:ext>
            </a:extLst>
          </p:cNvPr>
          <p:cNvSpPr>
            <a:spLocks xmlns:a="http://schemas.openxmlformats.org/drawingml/2006/main" noGrp="1"/>
          </p:cNvSpPr>
          <p:nvPr/>
        </p:nvSpPr>
        <p:spPr>
          <a:xfrm xmlns:a="http://schemas.openxmlformats.org/drawingml/2006/main">
            <a:off x="2190750" y="30099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0">
                <a:solidFill>
                  <a:srgbClr val="32668E"/>
                </a:solidFill>
                <a:latin typeface="Noto Sans SC"/>
                <a:ea typeface="Noto Sans SC"/>
                <a:cs typeface="Noto Sans SC"/>
              </a:defRPr>
            </a:defPPr>
            <a:lvl1pPr algn="l">
              <a:defRPr sz="1425" b="0">
                <a:solidFill>
                  <a:srgbClr val="32668E"/>
                </a:solidFill>
                <a:latin typeface="Noto Sans SC"/>
                <a:ea typeface="Noto Sans SC"/>
                <a:cs typeface="Noto Sans SC"/>
              </a:defRPr>
            </a:lvl1pPr>
            <a:lvl2pPr algn="l">
              <a:defRPr sz="1425" b="0">
                <a:solidFill>
                  <a:srgbClr val="32668E"/>
                </a:solidFill>
                <a:latin typeface="Noto Sans SC"/>
                <a:ea typeface="Noto Sans SC"/>
                <a:cs typeface="Noto Sans SC"/>
              </a:defRPr>
            </a:lvl2pPr>
            <a:lvl3pPr algn="l">
              <a:defRPr sz="1425" b="0">
                <a:solidFill>
                  <a:srgbClr val="32668E"/>
                </a:solidFill>
                <a:latin typeface="Noto Sans SC"/>
                <a:ea typeface="Noto Sans SC"/>
                <a:cs typeface="Noto Sans SC"/>
              </a:defRPr>
            </a:lvl3pPr>
            <a:lvl4pPr algn="l">
              <a:defRPr sz="1425" b="0">
                <a:solidFill>
                  <a:srgbClr val="32668E"/>
                </a:solidFill>
                <a:latin typeface="Noto Sans SC"/>
                <a:ea typeface="Noto Sans SC"/>
                <a:cs typeface="Noto Sans SC"/>
              </a:defRPr>
            </a:lvl4pPr>
            <a:lvl5pPr algn="l">
              <a:defRPr sz="1425" b="0">
                <a:solidFill>
                  <a:srgbClr val="32668E"/>
                </a:solidFill>
                <a:latin typeface="Noto Sans SC"/>
                <a:ea typeface="Noto Sans SC"/>
                <a:cs typeface="Noto Sans SC"/>
              </a:defRPr>
            </a:lvl5pPr>
            <a:lvl6pPr algn="l">
              <a:defRPr sz="1425" b="0">
                <a:solidFill>
                  <a:srgbClr val="32668E"/>
                </a:solidFill>
                <a:latin typeface="Noto Sans SC"/>
                <a:ea typeface="Noto Sans SC"/>
                <a:cs typeface="Noto Sans SC"/>
              </a:defRPr>
            </a:lvl6pPr>
            <a:lvl7pPr algn="l">
              <a:defRPr sz="1425" b="0">
                <a:solidFill>
                  <a:srgbClr val="32668E"/>
                </a:solidFill>
                <a:latin typeface="Noto Sans SC"/>
                <a:ea typeface="Noto Sans SC"/>
                <a:cs typeface="Noto Sans SC"/>
              </a:defRPr>
            </a:lvl7pPr>
            <a:lvl8pPr algn="l">
              <a:defRPr sz="1425" b="0">
                <a:solidFill>
                  <a:srgbClr val="32668E"/>
                </a:solidFill>
                <a:latin typeface="Noto Sans SC"/>
                <a:ea typeface="Noto Sans SC"/>
                <a:cs typeface="Noto Sans SC"/>
              </a:defRPr>
            </a:lvl8pPr>
            <a:lvl9pPr algn="l">
              <a:defRPr sz="1425" b="0">
                <a:solidFill>
                  <a:srgbClr val="32668E"/>
                </a:solidFill>
                <a:latin typeface="Noto Sans SC"/>
                <a:ea typeface="Noto Sans SC"/>
                <a:cs typeface="Noto Sans SC"/>
              </a:defRPr>
            </a:lvl9pPr>
          </a:lstStyle>
          <a:p xmlns:a="http://schemas.openxmlformats.org/drawingml/2006/main">
            <a:pPr algn="l">
              <a:defRPr sz="1425" b="0">
                <a:solidFill>
                  <a:srgbClr val="32668E"/>
                </a:solidFill>
                <a:latin typeface="Noto Sans SC"/>
                <a:ea typeface="Noto Sans SC"/>
                <a:cs typeface="Noto Sans SC"/>
              </a:defRPr>
            </a:pPr>
            <a:r>
              <a:rPr sz="1425" b="0">
                <a:solidFill>
                  <a:srgbClr val="32668E"/>
                </a:solidFill>
                <a:latin typeface="Noto Sans SC"/>
                <a:ea typeface="Noto Sans SC"/>
                <a:cs typeface="Noto Sans SC"/>
              </a:rPr>
              <a:t>未豁免目标</a:t>
            </a:r>
          </a:p>
        </p:txBody>
      </p:sp>
      <p:sp>
        <p:nvSpPr>
          <p:cNvPr id="59" name="o58">
            <a:extLst xmlns:a="http://schemas.openxmlformats.org/drawingml/2006/main">
              <a:ext uri="{FF2B5EF4-FFF2-40B4-BE49-F238E27FC236}">
                <a16:creationId xmlns:a16="http://schemas.microsoft.com/office/drawing/2014/main" id="{4D67FCC0-9F27-4E13-9363-A8C8F99C3F4A}"/>
              </a:ext>
            </a:extLst>
          </p:cNvPr>
          <p:cNvSpPr>
            <a:spLocks xmlns:a="http://schemas.openxmlformats.org/drawingml/2006/main" noGrp="1"/>
          </p:cNvSpPr>
          <p:nvPr/>
        </p:nvSpPr>
        <p:spPr>
          <a:xfrm xmlns:a="http://schemas.openxmlformats.org/drawingml/2006/main">
            <a:off x="609600" y="4857750"/>
            <a:ext cx="3333750" cy="1028700"/>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60" name="line-18">
            <a:extLst xmlns:a="http://schemas.openxmlformats.org/drawingml/2006/main">
              <a:ext uri="{FF2B5EF4-FFF2-40B4-BE49-F238E27FC236}">
                <a16:creationId xmlns:a16="http://schemas.microsoft.com/office/drawing/2014/main" id="{0F68CAD1-C186-4EDC-9FC0-27943B82943C}"/>
              </a:ext>
            </a:extLst>
          </p:cNvPr>
          <p:cNvSpPr>
            <a:spLocks xmlns:a="http://schemas.openxmlformats.org/drawingml/2006/main" noGrp="1"/>
          </p:cNvSpPr>
          <p:nvPr/>
        </p:nvSpPr>
        <p:spPr>
          <a:xfrm xmlns:a="http://schemas.openxmlformats.org/drawingml/2006/main" flipV="0">
            <a:off x="609600" y="4857750"/>
            <a:ext cx="3333750" cy="953"/>
          </a:xfrm>
          <a:prstGeom xmlns:a="http://schemas.openxmlformats.org/drawingml/2006/main" prst="line">
            <a:avLst/>
          </a:prstGeom>
          <a:noFill xmlns:a="http://schemas.openxmlformats.org/drawingml/2006/main"/>
          <a:ln xmlns:a="http://schemas.openxmlformats.org/drawingml/2006/main" w="28575">
            <a:solidFill>
              <a:srgbClr val="0F6E73"/>
            </a:solidFill>
            <a:prstDash val="solid"/>
          </a:ln>
        </p:spPr>
      </p:sp>
      <p:sp>
        <p:nvSpPr>
          <p:cNvPr id="61" name="o60">
            <a:extLst xmlns:a="http://schemas.openxmlformats.org/drawingml/2006/main">
              <a:ext uri="{FF2B5EF4-FFF2-40B4-BE49-F238E27FC236}">
                <a16:creationId xmlns:a16="http://schemas.microsoft.com/office/drawing/2014/main" id="{5A161ABC-0EF2-4805-B9C6-FEF12CC291CC}"/>
              </a:ext>
            </a:extLst>
          </p:cNvPr>
          <p:cNvSpPr>
            <a:spLocks xmlns:a="http://schemas.openxmlformats.org/drawingml/2006/main" noGrp="1"/>
          </p:cNvSpPr>
          <p:nvPr/>
        </p:nvSpPr>
        <p:spPr>
          <a:xfrm xmlns:a="http://schemas.openxmlformats.org/drawingml/2006/main">
            <a:off x="762000" y="4953000"/>
            <a:ext cx="3028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0F6E73"/>
                </a:solidFill>
                <a:latin typeface="Noto Sans SC"/>
                <a:ea typeface="Noto Sans SC"/>
                <a:cs typeface="Noto Sans SC"/>
              </a:defRPr>
            </a:defPPr>
            <a:lvl1pPr algn="l">
              <a:defRPr sz="1650" b="1">
                <a:solidFill>
                  <a:srgbClr val="0F6E73"/>
                </a:solidFill>
                <a:latin typeface="Noto Sans SC"/>
                <a:ea typeface="Noto Sans SC"/>
                <a:cs typeface="Noto Sans SC"/>
              </a:defRPr>
            </a:lvl1pPr>
            <a:lvl2pPr algn="l">
              <a:defRPr sz="1650" b="1">
                <a:solidFill>
                  <a:srgbClr val="0F6E73"/>
                </a:solidFill>
                <a:latin typeface="Noto Sans SC"/>
                <a:ea typeface="Noto Sans SC"/>
                <a:cs typeface="Noto Sans SC"/>
              </a:defRPr>
            </a:lvl2pPr>
            <a:lvl3pPr algn="l">
              <a:defRPr sz="1650" b="1">
                <a:solidFill>
                  <a:srgbClr val="0F6E73"/>
                </a:solidFill>
                <a:latin typeface="Noto Sans SC"/>
                <a:ea typeface="Noto Sans SC"/>
                <a:cs typeface="Noto Sans SC"/>
              </a:defRPr>
            </a:lvl3pPr>
            <a:lvl4pPr algn="l">
              <a:defRPr sz="1650" b="1">
                <a:solidFill>
                  <a:srgbClr val="0F6E73"/>
                </a:solidFill>
                <a:latin typeface="Noto Sans SC"/>
                <a:ea typeface="Noto Sans SC"/>
                <a:cs typeface="Noto Sans SC"/>
              </a:defRPr>
            </a:lvl4pPr>
            <a:lvl5pPr algn="l">
              <a:defRPr sz="1650" b="1">
                <a:solidFill>
                  <a:srgbClr val="0F6E73"/>
                </a:solidFill>
                <a:latin typeface="Noto Sans SC"/>
                <a:ea typeface="Noto Sans SC"/>
                <a:cs typeface="Noto Sans SC"/>
              </a:defRPr>
            </a:lvl5pPr>
            <a:lvl6pPr algn="l">
              <a:defRPr sz="1650" b="1">
                <a:solidFill>
                  <a:srgbClr val="0F6E73"/>
                </a:solidFill>
                <a:latin typeface="Noto Sans SC"/>
                <a:ea typeface="Noto Sans SC"/>
                <a:cs typeface="Noto Sans SC"/>
              </a:defRPr>
            </a:lvl6pPr>
            <a:lvl7pPr algn="l">
              <a:defRPr sz="1650" b="1">
                <a:solidFill>
                  <a:srgbClr val="0F6E73"/>
                </a:solidFill>
                <a:latin typeface="Noto Sans SC"/>
                <a:ea typeface="Noto Sans SC"/>
                <a:cs typeface="Noto Sans SC"/>
              </a:defRPr>
            </a:lvl7pPr>
            <a:lvl8pPr algn="l">
              <a:defRPr sz="1650" b="1">
                <a:solidFill>
                  <a:srgbClr val="0F6E73"/>
                </a:solidFill>
                <a:latin typeface="Noto Sans SC"/>
                <a:ea typeface="Noto Sans SC"/>
                <a:cs typeface="Noto Sans SC"/>
              </a:defRPr>
            </a:lvl8pPr>
            <a:lvl9pPr algn="l">
              <a:defRPr sz="1650" b="1">
                <a:solidFill>
                  <a:srgbClr val="0F6E73"/>
                </a:solidFill>
                <a:latin typeface="Noto Sans SC"/>
                <a:ea typeface="Noto Sans SC"/>
                <a:cs typeface="Noto Sans SC"/>
              </a:defRPr>
            </a:lvl9pPr>
          </a:lstStyle>
          <a:p xmlns:a="http://schemas.openxmlformats.org/drawingml/2006/main">
            <a:pPr algn="l">
              <a:defRPr sz="1650" b="1">
                <a:solidFill>
                  <a:srgbClr val="0F6E73"/>
                </a:solidFill>
                <a:latin typeface="Noto Sans SC"/>
                <a:ea typeface="Noto Sans SC"/>
                <a:cs typeface="Noto Sans SC"/>
              </a:defRPr>
            </a:pPr>
            <a:r>
              <a:rPr sz="1650" b="1">
                <a:solidFill>
                  <a:srgbClr val="0F6E73"/>
                </a:solidFill>
                <a:latin typeface="Noto Sans SC"/>
                <a:ea typeface="Noto Sans SC"/>
                <a:cs typeface="Noto Sans SC"/>
              </a:rPr>
              <a:t>正常与回退</a:t>
            </a:r>
          </a:p>
        </p:txBody>
      </p:sp>
      <p:sp>
        <p:nvSpPr>
          <p:cNvPr id="62" name="o61">
            <a:extLst xmlns:a="http://schemas.openxmlformats.org/drawingml/2006/main">
              <a:ext uri="{FF2B5EF4-FFF2-40B4-BE49-F238E27FC236}">
                <a16:creationId xmlns:a16="http://schemas.microsoft.com/office/drawing/2014/main" id="{EA168139-94EA-44B4-B6BD-D2720E1013C6}"/>
              </a:ext>
            </a:extLst>
          </p:cNvPr>
          <p:cNvSpPr>
            <a:spLocks xmlns:a="http://schemas.openxmlformats.org/drawingml/2006/main" noGrp="1"/>
          </p:cNvSpPr>
          <p:nvPr/>
        </p:nvSpPr>
        <p:spPr>
          <a:xfrm xmlns:a="http://schemas.openxmlformats.org/drawingml/2006/main">
            <a:off x="762000" y="5305425"/>
            <a:ext cx="30289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36A"/>
                </a:solidFill>
                <a:latin typeface="Noto Sans SC"/>
                <a:ea typeface="Noto Sans SC"/>
                <a:cs typeface="Noto Sans SC"/>
              </a:defRPr>
            </a:defPPr>
            <a:lvl1pPr algn="l">
              <a:defRPr sz="1425" b="0">
                <a:solidFill>
                  <a:srgbClr val="46536A"/>
                </a:solidFill>
                <a:latin typeface="Noto Sans SC"/>
                <a:ea typeface="Noto Sans SC"/>
                <a:cs typeface="Noto Sans SC"/>
              </a:defRPr>
            </a:lvl1pPr>
            <a:lvl2pPr algn="l">
              <a:defRPr sz="1425" b="0">
                <a:solidFill>
                  <a:srgbClr val="46536A"/>
                </a:solidFill>
                <a:latin typeface="Noto Sans SC"/>
                <a:ea typeface="Noto Sans SC"/>
                <a:cs typeface="Noto Sans SC"/>
              </a:defRPr>
            </a:lvl2pPr>
            <a:lvl3pPr algn="l">
              <a:defRPr sz="1425" b="0">
                <a:solidFill>
                  <a:srgbClr val="46536A"/>
                </a:solidFill>
                <a:latin typeface="Noto Sans SC"/>
                <a:ea typeface="Noto Sans SC"/>
                <a:cs typeface="Noto Sans SC"/>
              </a:defRPr>
            </a:lvl3pPr>
            <a:lvl4pPr algn="l">
              <a:defRPr sz="1425" b="0">
                <a:solidFill>
                  <a:srgbClr val="46536A"/>
                </a:solidFill>
                <a:latin typeface="Noto Sans SC"/>
                <a:ea typeface="Noto Sans SC"/>
                <a:cs typeface="Noto Sans SC"/>
              </a:defRPr>
            </a:lvl4pPr>
            <a:lvl5pPr algn="l">
              <a:defRPr sz="1425" b="0">
                <a:solidFill>
                  <a:srgbClr val="46536A"/>
                </a:solidFill>
                <a:latin typeface="Noto Sans SC"/>
                <a:ea typeface="Noto Sans SC"/>
                <a:cs typeface="Noto Sans SC"/>
              </a:defRPr>
            </a:lvl5pPr>
            <a:lvl6pPr algn="l">
              <a:defRPr sz="1425" b="0">
                <a:solidFill>
                  <a:srgbClr val="46536A"/>
                </a:solidFill>
                <a:latin typeface="Noto Sans SC"/>
                <a:ea typeface="Noto Sans SC"/>
                <a:cs typeface="Noto Sans SC"/>
              </a:defRPr>
            </a:lvl6pPr>
            <a:lvl7pPr algn="l">
              <a:defRPr sz="1425" b="0">
                <a:solidFill>
                  <a:srgbClr val="46536A"/>
                </a:solidFill>
                <a:latin typeface="Noto Sans SC"/>
                <a:ea typeface="Noto Sans SC"/>
                <a:cs typeface="Noto Sans SC"/>
              </a:defRPr>
            </a:lvl7pPr>
            <a:lvl8pPr algn="l">
              <a:defRPr sz="1425" b="0">
                <a:solidFill>
                  <a:srgbClr val="46536A"/>
                </a:solidFill>
                <a:latin typeface="Noto Sans SC"/>
                <a:ea typeface="Noto Sans SC"/>
                <a:cs typeface="Noto Sans SC"/>
              </a:defRPr>
            </a:lvl8pPr>
            <a:lvl9pPr algn="l">
              <a:defRPr sz="1425" b="0">
                <a:solidFill>
                  <a:srgbClr val="46536A"/>
                </a:solidFill>
                <a:latin typeface="Noto Sans SC"/>
                <a:ea typeface="Noto Sans SC"/>
                <a:cs typeface="Noto Sans SC"/>
              </a:defRPr>
            </a:lvl9pPr>
          </a:lstStyle>
          <a:p xmlns:a="http://schemas.openxmlformats.org/drawingml/2006/main">
            <a:pPr algn="l">
              <a:defRPr sz="1425" b="0">
                <a:solidFill>
                  <a:srgbClr val="46536A"/>
                </a:solidFill>
                <a:latin typeface="Noto Sans SC"/>
                <a:ea typeface="Noto Sans SC"/>
                <a:cs typeface="Noto Sans SC"/>
              </a:defRPr>
            </a:pPr>
            <a:r>
              <a:rPr sz="1425" b="0">
                <a:solidFill>
                  <a:srgbClr val="46536A"/>
                </a:solidFill>
                <a:latin typeface="Noto Sans SC"/>
                <a:ea typeface="Noto Sans SC"/>
                <a:cs typeface="Noto Sans SC"/>
              </a:rPr>
              <a:t>DBSCAN 正常分组</a:t>
            </a:r>
          </a:p>
          <a:p xmlns:a="http://schemas.openxmlformats.org/drawingml/2006/main">
            <a:pPr algn="l">
              <a:defRPr sz="1425" b="0">
                <a:solidFill>
                  <a:srgbClr val="46536A"/>
                </a:solidFill>
                <a:latin typeface="Noto Sans SC"/>
                <a:ea typeface="Noto Sans SC"/>
                <a:cs typeface="Noto Sans SC"/>
              </a:defRPr>
            </a:pPr>
            <a:r>
              <a:rPr sz="1425" b="0">
                <a:solidFill>
                  <a:srgbClr val="46536A"/>
                </a:solidFill>
                <a:latin typeface="Noto Sans SC"/>
                <a:ea typeface="Noto Sans SC"/>
                <a:cs typeface="Noto Sans SC"/>
              </a:rPr>
              <a:t>无可用分组时条件回退</a:t>
            </a:r>
          </a:p>
        </p:txBody>
      </p:sp>
      <p:sp>
        <p:nvSpPr>
          <p:cNvPr id="63" name="o62">
            <a:extLst xmlns:a="http://schemas.openxmlformats.org/drawingml/2006/main">
              <a:ext uri="{FF2B5EF4-FFF2-40B4-BE49-F238E27FC236}">
                <a16:creationId xmlns:a16="http://schemas.microsoft.com/office/drawing/2014/main" id="{5B8A620D-0541-4402-B752-91E04095DF70}"/>
              </a:ext>
            </a:extLst>
          </p:cNvPr>
          <p:cNvSpPr>
            <a:spLocks xmlns:a="http://schemas.openxmlformats.org/drawingml/2006/main" noGrp="1"/>
          </p:cNvSpPr>
          <p:nvPr/>
        </p:nvSpPr>
        <p:spPr>
          <a:xfrm xmlns:a="http://schemas.openxmlformats.org/drawingml/2006/main">
            <a:off x="4314825" y="4857750"/>
            <a:ext cx="3524250" cy="1028700"/>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64" name="line-21">
            <a:extLst xmlns:a="http://schemas.openxmlformats.org/drawingml/2006/main">
              <a:ext uri="{FF2B5EF4-FFF2-40B4-BE49-F238E27FC236}">
                <a16:creationId xmlns:a16="http://schemas.microsoft.com/office/drawing/2014/main" id="{3740B264-C25D-4D54-9BE4-5774737FA5A2}"/>
              </a:ext>
            </a:extLst>
          </p:cNvPr>
          <p:cNvSpPr>
            <a:spLocks xmlns:a="http://schemas.openxmlformats.org/drawingml/2006/main" noGrp="1"/>
          </p:cNvSpPr>
          <p:nvPr/>
        </p:nvSpPr>
        <p:spPr>
          <a:xfrm xmlns:a="http://schemas.openxmlformats.org/drawingml/2006/main" flipV="0">
            <a:off x="4314825" y="4857750"/>
            <a:ext cx="3524250" cy="953"/>
          </a:xfrm>
          <a:prstGeom xmlns:a="http://schemas.openxmlformats.org/drawingml/2006/main" prst="line">
            <a:avLst/>
          </a:prstGeom>
          <a:noFill xmlns:a="http://schemas.openxmlformats.org/drawingml/2006/main"/>
          <a:ln xmlns:a="http://schemas.openxmlformats.org/drawingml/2006/main" w="28575">
            <a:solidFill>
              <a:srgbClr val="32668E"/>
            </a:solidFill>
            <a:prstDash val="solid"/>
          </a:ln>
        </p:spPr>
      </p:sp>
      <p:sp>
        <p:nvSpPr>
          <p:cNvPr id="65" name="o64">
            <a:extLst xmlns:a="http://schemas.openxmlformats.org/drawingml/2006/main">
              <a:ext uri="{FF2B5EF4-FFF2-40B4-BE49-F238E27FC236}">
                <a16:creationId xmlns:a16="http://schemas.microsoft.com/office/drawing/2014/main" id="{2B4FFBAF-96EB-4C32-8D6A-5A28642B78B3}"/>
              </a:ext>
            </a:extLst>
          </p:cNvPr>
          <p:cNvSpPr>
            <a:spLocks xmlns:a="http://schemas.openxmlformats.org/drawingml/2006/main" noGrp="1"/>
          </p:cNvSpPr>
          <p:nvPr/>
        </p:nvSpPr>
        <p:spPr>
          <a:xfrm xmlns:a="http://schemas.openxmlformats.org/drawingml/2006/main">
            <a:off x="4467225" y="4953000"/>
            <a:ext cx="3219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32668E"/>
                </a:solidFill>
                <a:latin typeface="Noto Sans SC"/>
                <a:ea typeface="Noto Sans SC"/>
                <a:cs typeface="Noto Sans SC"/>
              </a:defRPr>
            </a:defPPr>
            <a:lvl1pPr algn="l">
              <a:defRPr sz="1650" b="1">
                <a:solidFill>
                  <a:srgbClr val="32668E"/>
                </a:solidFill>
                <a:latin typeface="Noto Sans SC"/>
                <a:ea typeface="Noto Sans SC"/>
                <a:cs typeface="Noto Sans SC"/>
              </a:defRPr>
            </a:lvl1pPr>
            <a:lvl2pPr algn="l">
              <a:defRPr sz="1650" b="1">
                <a:solidFill>
                  <a:srgbClr val="32668E"/>
                </a:solidFill>
                <a:latin typeface="Noto Sans SC"/>
                <a:ea typeface="Noto Sans SC"/>
                <a:cs typeface="Noto Sans SC"/>
              </a:defRPr>
            </a:lvl2pPr>
            <a:lvl3pPr algn="l">
              <a:defRPr sz="1650" b="1">
                <a:solidFill>
                  <a:srgbClr val="32668E"/>
                </a:solidFill>
                <a:latin typeface="Noto Sans SC"/>
                <a:ea typeface="Noto Sans SC"/>
                <a:cs typeface="Noto Sans SC"/>
              </a:defRPr>
            </a:lvl3pPr>
            <a:lvl4pPr algn="l">
              <a:defRPr sz="1650" b="1">
                <a:solidFill>
                  <a:srgbClr val="32668E"/>
                </a:solidFill>
                <a:latin typeface="Noto Sans SC"/>
                <a:ea typeface="Noto Sans SC"/>
                <a:cs typeface="Noto Sans SC"/>
              </a:defRPr>
            </a:lvl4pPr>
            <a:lvl5pPr algn="l">
              <a:defRPr sz="1650" b="1">
                <a:solidFill>
                  <a:srgbClr val="32668E"/>
                </a:solidFill>
                <a:latin typeface="Noto Sans SC"/>
                <a:ea typeface="Noto Sans SC"/>
                <a:cs typeface="Noto Sans SC"/>
              </a:defRPr>
            </a:lvl5pPr>
            <a:lvl6pPr algn="l">
              <a:defRPr sz="1650" b="1">
                <a:solidFill>
                  <a:srgbClr val="32668E"/>
                </a:solidFill>
                <a:latin typeface="Noto Sans SC"/>
                <a:ea typeface="Noto Sans SC"/>
                <a:cs typeface="Noto Sans SC"/>
              </a:defRPr>
            </a:lvl6pPr>
            <a:lvl7pPr algn="l">
              <a:defRPr sz="1650" b="1">
                <a:solidFill>
                  <a:srgbClr val="32668E"/>
                </a:solidFill>
                <a:latin typeface="Noto Sans SC"/>
                <a:ea typeface="Noto Sans SC"/>
                <a:cs typeface="Noto Sans SC"/>
              </a:defRPr>
            </a:lvl7pPr>
            <a:lvl8pPr algn="l">
              <a:defRPr sz="1650" b="1">
                <a:solidFill>
                  <a:srgbClr val="32668E"/>
                </a:solidFill>
                <a:latin typeface="Noto Sans SC"/>
                <a:ea typeface="Noto Sans SC"/>
                <a:cs typeface="Noto Sans SC"/>
              </a:defRPr>
            </a:lvl8pPr>
            <a:lvl9pPr algn="l">
              <a:defRPr sz="1650" b="1">
                <a:solidFill>
                  <a:srgbClr val="32668E"/>
                </a:solidFill>
                <a:latin typeface="Noto Sans SC"/>
                <a:ea typeface="Noto Sans SC"/>
                <a:cs typeface="Noto Sans SC"/>
              </a:defRPr>
            </a:lvl9pPr>
          </a:lstStyle>
          <a:p xmlns:a="http://schemas.openxmlformats.org/drawingml/2006/main">
            <a:pPr algn="l">
              <a:defRPr sz="1650" b="1">
                <a:solidFill>
                  <a:srgbClr val="32668E"/>
                </a:solidFill>
                <a:latin typeface="Noto Sans SC"/>
                <a:ea typeface="Noto Sans SC"/>
                <a:cs typeface="Noto Sans SC"/>
              </a:defRPr>
            </a:pPr>
            <a:r>
              <a:rPr sz="1650" b="1">
                <a:solidFill>
                  <a:srgbClr val="32668E"/>
                </a:solidFill>
                <a:latin typeface="Noto Sans SC"/>
                <a:ea typeface="Noto Sans SC"/>
                <a:cs typeface="Noto Sans SC"/>
              </a:rPr>
              <a:t>时间量的产生位置</a:t>
            </a:r>
          </a:p>
        </p:txBody>
      </p:sp>
      <p:sp>
        <p:nvSpPr>
          <p:cNvPr id="66" name="o65">
            <a:extLst xmlns:a="http://schemas.openxmlformats.org/drawingml/2006/main">
              <a:ext uri="{FF2B5EF4-FFF2-40B4-BE49-F238E27FC236}">
                <a16:creationId xmlns:a16="http://schemas.microsoft.com/office/drawing/2014/main" id="{303CA296-1738-410C-BA93-5F385AD61591}"/>
              </a:ext>
            </a:extLst>
          </p:cNvPr>
          <p:cNvSpPr>
            <a:spLocks xmlns:a="http://schemas.openxmlformats.org/drawingml/2006/main" noGrp="1"/>
          </p:cNvSpPr>
          <p:nvPr/>
        </p:nvSpPr>
        <p:spPr>
          <a:xfrm xmlns:a="http://schemas.openxmlformats.org/drawingml/2006/main">
            <a:off x="4467225" y="5305425"/>
            <a:ext cx="32194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36A"/>
                </a:solidFill>
                <a:latin typeface="Noto Sans SC"/>
                <a:ea typeface="Noto Sans SC"/>
                <a:cs typeface="Noto Sans SC"/>
              </a:defRPr>
            </a:defPPr>
            <a:lvl1pPr algn="l">
              <a:defRPr sz="1425" b="0">
                <a:solidFill>
                  <a:srgbClr val="46536A"/>
                </a:solidFill>
                <a:latin typeface="Noto Sans SC"/>
                <a:ea typeface="Noto Sans SC"/>
                <a:cs typeface="Noto Sans SC"/>
              </a:defRPr>
            </a:lvl1pPr>
            <a:lvl2pPr algn="l">
              <a:defRPr sz="1425" b="0">
                <a:solidFill>
                  <a:srgbClr val="46536A"/>
                </a:solidFill>
                <a:latin typeface="Noto Sans SC"/>
                <a:ea typeface="Noto Sans SC"/>
                <a:cs typeface="Noto Sans SC"/>
              </a:defRPr>
            </a:lvl2pPr>
            <a:lvl3pPr algn="l">
              <a:defRPr sz="1425" b="0">
                <a:solidFill>
                  <a:srgbClr val="46536A"/>
                </a:solidFill>
                <a:latin typeface="Noto Sans SC"/>
                <a:ea typeface="Noto Sans SC"/>
                <a:cs typeface="Noto Sans SC"/>
              </a:defRPr>
            </a:lvl3pPr>
            <a:lvl4pPr algn="l">
              <a:defRPr sz="1425" b="0">
                <a:solidFill>
                  <a:srgbClr val="46536A"/>
                </a:solidFill>
                <a:latin typeface="Noto Sans SC"/>
                <a:ea typeface="Noto Sans SC"/>
                <a:cs typeface="Noto Sans SC"/>
              </a:defRPr>
            </a:lvl4pPr>
            <a:lvl5pPr algn="l">
              <a:defRPr sz="1425" b="0">
                <a:solidFill>
                  <a:srgbClr val="46536A"/>
                </a:solidFill>
                <a:latin typeface="Noto Sans SC"/>
                <a:ea typeface="Noto Sans SC"/>
                <a:cs typeface="Noto Sans SC"/>
              </a:defRPr>
            </a:lvl5pPr>
            <a:lvl6pPr algn="l">
              <a:defRPr sz="1425" b="0">
                <a:solidFill>
                  <a:srgbClr val="46536A"/>
                </a:solidFill>
                <a:latin typeface="Noto Sans SC"/>
                <a:ea typeface="Noto Sans SC"/>
                <a:cs typeface="Noto Sans SC"/>
              </a:defRPr>
            </a:lvl6pPr>
            <a:lvl7pPr algn="l">
              <a:defRPr sz="1425" b="0">
                <a:solidFill>
                  <a:srgbClr val="46536A"/>
                </a:solidFill>
                <a:latin typeface="Noto Sans SC"/>
                <a:ea typeface="Noto Sans SC"/>
                <a:cs typeface="Noto Sans SC"/>
              </a:defRPr>
            </a:lvl7pPr>
            <a:lvl8pPr algn="l">
              <a:defRPr sz="1425" b="0">
                <a:solidFill>
                  <a:srgbClr val="46536A"/>
                </a:solidFill>
                <a:latin typeface="Noto Sans SC"/>
                <a:ea typeface="Noto Sans SC"/>
                <a:cs typeface="Noto Sans SC"/>
              </a:defRPr>
            </a:lvl8pPr>
            <a:lvl9pPr algn="l">
              <a:defRPr sz="1425" b="0">
                <a:solidFill>
                  <a:srgbClr val="46536A"/>
                </a:solidFill>
                <a:latin typeface="Noto Sans SC"/>
                <a:ea typeface="Noto Sans SC"/>
                <a:cs typeface="Noto Sans SC"/>
              </a:defRPr>
            </a:lvl9pPr>
          </a:lstStyle>
          <a:p xmlns:a="http://schemas.openxmlformats.org/drawingml/2006/main">
            <a:pPr algn="l">
              <a:defRPr sz="1425" b="0">
                <a:solidFill>
                  <a:srgbClr val="46536A"/>
                </a:solidFill>
                <a:latin typeface="Noto Sans SC"/>
                <a:ea typeface="Noto Sans SC"/>
                <a:cs typeface="Noto Sans SC"/>
              </a:defRPr>
            </a:pPr>
            <a:r>
              <a:rPr sz="1425" b="0">
                <a:solidFill>
                  <a:srgbClr val="46536A"/>
                </a:solidFill>
                <a:latin typeface="Noto Sans SC"/>
                <a:ea typeface="Noto Sans SC"/>
                <a:cs typeface="Noto Sans SC"/>
              </a:rPr>
              <a:t>③ 边界时间　⑤ 设施估计</a:t>
            </a:r>
          </a:p>
          <a:p xmlns:a="http://schemas.openxmlformats.org/drawingml/2006/main">
            <a:pPr algn="l">
              <a:defRPr sz="1425" b="0">
                <a:solidFill>
                  <a:srgbClr val="46536A"/>
                </a:solidFill>
                <a:latin typeface="Noto Sans SC"/>
                <a:ea typeface="Noto Sans SC"/>
                <a:cs typeface="Noto Sans SC"/>
              </a:defRPr>
            </a:pPr>
            <a:r>
              <a:rPr sz="1425" b="0">
                <a:solidFill>
                  <a:srgbClr val="46536A"/>
                </a:solidFill>
                <a:latin typeface="Noto Sans SC"/>
                <a:ea typeface="Noto Sans SC"/>
                <a:cs typeface="Noto Sans SC"/>
              </a:rPr>
              <a:t>⑥ 条件回退，P18 统一解释</a:t>
            </a:r>
          </a:p>
        </p:txBody>
      </p:sp>
      <p:sp>
        <p:nvSpPr>
          <p:cNvPr id="67" name="o66">
            <a:extLst xmlns:a="http://schemas.openxmlformats.org/drawingml/2006/main">
              <a:ext uri="{FF2B5EF4-FFF2-40B4-BE49-F238E27FC236}">
                <a16:creationId xmlns:a16="http://schemas.microsoft.com/office/drawing/2014/main" id="{75CD8A93-CE21-4705-B880-B93366680939}"/>
              </a:ext>
            </a:extLst>
          </p:cNvPr>
          <p:cNvSpPr>
            <a:spLocks xmlns:a="http://schemas.openxmlformats.org/drawingml/2006/main" noGrp="1"/>
          </p:cNvSpPr>
          <p:nvPr/>
        </p:nvSpPr>
        <p:spPr>
          <a:xfrm xmlns:a="http://schemas.openxmlformats.org/drawingml/2006/main">
            <a:off x="8210550" y="4857750"/>
            <a:ext cx="3371850" cy="1028700"/>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68" name="line-24">
            <a:extLst xmlns:a="http://schemas.openxmlformats.org/drawingml/2006/main">
              <a:ext uri="{FF2B5EF4-FFF2-40B4-BE49-F238E27FC236}">
                <a16:creationId xmlns:a16="http://schemas.microsoft.com/office/drawing/2014/main" id="{62DA882C-CB48-4C99-98D7-5E875891213D}"/>
              </a:ext>
            </a:extLst>
          </p:cNvPr>
          <p:cNvSpPr>
            <a:spLocks xmlns:a="http://schemas.openxmlformats.org/drawingml/2006/main" noGrp="1"/>
          </p:cNvSpPr>
          <p:nvPr/>
        </p:nvSpPr>
        <p:spPr>
          <a:xfrm xmlns:a="http://schemas.openxmlformats.org/drawingml/2006/main" flipV="0">
            <a:off x="8210550" y="4857750"/>
            <a:ext cx="3371850" cy="953"/>
          </a:xfrm>
          <a:prstGeom xmlns:a="http://schemas.openxmlformats.org/drawingml/2006/main" prst="line">
            <a:avLst/>
          </a:prstGeom>
          <a:noFill xmlns:a="http://schemas.openxmlformats.org/drawingml/2006/main"/>
          <a:ln xmlns:a="http://schemas.openxmlformats.org/drawingml/2006/main" w="28575">
            <a:solidFill>
              <a:srgbClr val="B85A1E"/>
            </a:solidFill>
            <a:prstDash val="solid"/>
          </a:ln>
        </p:spPr>
      </p:sp>
      <p:sp>
        <p:nvSpPr>
          <p:cNvPr id="69" name="o68">
            <a:extLst xmlns:a="http://schemas.openxmlformats.org/drawingml/2006/main">
              <a:ext uri="{FF2B5EF4-FFF2-40B4-BE49-F238E27FC236}">
                <a16:creationId xmlns:a16="http://schemas.microsoft.com/office/drawing/2014/main" id="{D099F0BE-8277-4406-89B9-A02D4FD283C9}"/>
              </a:ext>
            </a:extLst>
          </p:cNvPr>
          <p:cNvSpPr>
            <a:spLocks xmlns:a="http://schemas.openxmlformats.org/drawingml/2006/main" noGrp="1"/>
          </p:cNvSpPr>
          <p:nvPr/>
        </p:nvSpPr>
        <p:spPr>
          <a:xfrm xmlns:a="http://schemas.openxmlformats.org/drawingml/2006/main">
            <a:off x="8362950" y="4953000"/>
            <a:ext cx="3067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B85A1E"/>
                </a:solidFill>
                <a:latin typeface="Noto Sans SC"/>
                <a:ea typeface="Noto Sans SC"/>
                <a:cs typeface="Noto Sans SC"/>
              </a:defRPr>
            </a:defPPr>
            <a:lvl1pPr algn="l">
              <a:defRPr sz="1650" b="1">
                <a:solidFill>
                  <a:srgbClr val="B85A1E"/>
                </a:solidFill>
                <a:latin typeface="Noto Sans SC"/>
                <a:ea typeface="Noto Sans SC"/>
                <a:cs typeface="Noto Sans SC"/>
              </a:defRPr>
            </a:lvl1pPr>
            <a:lvl2pPr algn="l">
              <a:defRPr sz="1650" b="1">
                <a:solidFill>
                  <a:srgbClr val="B85A1E"/>
                </a:solidFill>
                <a:latin typeface="Noto Sans SC"/>
                <a:ea typeface="Noto Sans SC"/>
                <a:cs typeface="Noto Sans SC"/>
              </a:defRPr>
            </a:lvl2pPr>
            <a:lvl3pPr algn="l">
              <a:defRPr sz="1650" b="1">
                <a:solidFill>
                  <a:srgbClr val="B85A1E"/>
                </a:solidFill>
                <a:latin typeface="Noto Sans SC"/>
                <a:ea typeface="Noto Sans SC"/>
                <a:cs typeface="Noto Sans SC"/>
              </a:defRPr>
            </a:lvl3pPr>
            <a:lvl4pPr algn="l">
              <a:defRPr sz="1650" b="1">
                <a:solidFill>
                  <a:srgbClr val="B85A1E"/>
                </a:solidFill>
                <a:latin typeface="Noto Sans SC"/>
                <a:ea typeface="Noto Sans SC"/>
                <a:cs typeface="Noto Sans SC"/>
              </a:defRPr>
            </a:lvl4pPr>
            <a:lvl5pPr algn="l">
              <a:defRPr sz="1650" b="1">
                <a:solidFill>
                  <a:srgbClr val="B85A1E"/>
                </a:solidFill>
                <a:latin typeface="Noto Sans SC"/>
                <a:ea typeface="Noto Sans SC"/>
                <a:cs typeface="Noto Sans SC"/>
              </a:defRPr>
            </a:lvl5pPr>
            <a:lvl6pPr algn="l">
              <a:defRPr sz="1650" b="1">
                <a:solidFill>
                  <a:srgbClr val="B85A1E"/>
                </a:solidFill>
                <a:latin typeface="Noto Sans SC"/>
                <a:ea typeface="Noto Sans SC"/>
                <a:cs typeface="Noto Sans SC"/>
              </a:defRPr>
            </a:lvl6pPr>
            <a:lvl7pPr algn="l">
              <a:defRPr sz="1650" b="1">
                <a:solidFill>
                  <a:srgbClr val="B85A1E"/>
                </a:solidFill>
                <a:latin typeface="Noto Sans SC"/>
                <a:ea typeface="Noto Sans SC"/>
                <a:cs typeface="Noto Sans SC"/>
              </a:defRPr>
            </a:lvl7pPr>
            <a:lvl8pPr algn="l">
              <a:defRPr sz="1650" b="1">
                <a:solidFill>
                  <a:srgbClr val="B85A1E"/>
                </a:solidFill>
                <a:latin typeface="Noto Sans SC"/>
                <a:ea typeface="Noto Sans SC"/>
                <a:cs typeface="Noto Sans SC"/>
              </a:defRPr>
            </a:lvl8pPr>
            <a:lvl9pPr algn="l">
              <a:defRPr sz="1650" b="1">
                <a:solidFill>
                  <a:srgbClr val="B85A1E"/>
                </a:solidFill>
                <a:latin typeface="Noto Sans SC"/>
                <a:ea typeface="Noto Sans SC"/>
                <a:cs typeface="Noto Sans SC"/>
              </a:defRPr>
            </a:lvl9pPr>
          </a:lstStyle>
          <a:p xmlns:a="http://schemas.openxmlformats.org/drawingml/2006/main">
            <a:pPr algn="l">
              <a:defRPr sz="1650" b="1">
                <a:solidFill>
                  <a:srgbClr val="B85A1E"/>
                </a:solidFill>
                <a:latin typeface="Noto Sans SC"/>
                <a:ea typeface="Noto Sans SC"/>
                <a:cs typeface="Noto Sans SC"/>
              </a:defRPr>
            </a:pPr>
            <a:r>
              <a:rPr sz="1650" b="1">
                <a:solidFill>
                  <a:srgbClr val="B85A1E"/>
                </a:solidFill>
                <a:latin typeface="Noto Sans SC"/>
                <a:ea typeface="Noto Sans SC"/>
                <a:cs typeface="Noto Sans SC"/>
              </a:rPr>
              <a:t>分支与生命周期</a:t>
            </a:r>
          </a:p>
        </p:txBody>
      </p:sp>
      <p:sp>
        <p:nvSpPr>
          <p:cNvPr id="70" name="o69">
            <a:extLst xmlns:a="http://schemas.openxmlformats.org/drawingml/2006/main">
              <a:ext uri="{FF2B5EF4-FFF2-40B4-BE49-F238E27FC236}">
                <a16:creationId xmlns:a16="http://schemas.microsoft.com/office/drawing/2014/main" id="{44C5863E-11C3-4395-8C82-E31136BE6DA4}"/>
              </a:ext>
            </a:extLst>
          </p:cNvPr>
          <p:cNvSpPr>
            <a:spLocks xmlns:a="http://schemas.openxmlformats.org/drawingml/2006/main" noGrp="1"/>
          </p:cNvSpPr>
          <p:nvPr/>
        </p:nvSpPr>
        <p:spPr>
          <a:xfrm xmlns:a="http://schemas.openxmlformats.org/drawingml/2006/main">
            <a:off x="8362950" y="5305425"/>
            <a:ext cx="30670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36A"/>
                </a:solidFill>
                <a:latin typeface="Noto Sans SC"/>
                <a:ea typeface="Noto Sans SC"/>
                <a:cs typeface="Noto Sans SC"/>
              </a:defRPr>
            </a:defPPr>
            <a:lvl1pPr algn="l">
              <a:defRPr sz="1425" b="0">
                <a:solidFill>
                  <a:srgbClr val="46536A"/>
                </a:solidFill>
                <a:latin typeface="Noto Sans SC"/>
                <a:ea typeface="Noto Sans SC"/>
                <a:cs typeface="Noto Sans SC"/>
              </a:defRPr>
            </a:lvl1pPr>
            <a:lvl2pPr algn="l">
              <a:defRPr sz="1425" b="0">
                <a:solidFill>
                  <a:srgbClr val="46536A"/>
                </a:solidFill>
                <a:latin typeface="Noto Sans SC"/>
                <a:ea typeface="Noto Sans SC"/>
                <a:cs typeface="Noto Sans SC"/>
              </a:defRPr>
            </a:lvl2pPr>
            <a:lvl3pPr algn="l">
              <a:defRPr sz="1425" b="0">
                <a:solidFill>
                  <a:srgbClr val="46536A"/>
                </a:solidFill>
                <a:latin typeface="Noto Sans SC"/>
                <a:ea typeface="Noto Sans SC"/>
                <a:cs typeface="Noto Sans SC"/>
              </a:defRPr>
            </a:lvl3pPr>
            <a:lvl4pPr algn="l">
              <a:defRPr sz="1425" b="0">
                <a:solidFill>
                  <a:srgbClr val="46536A"/>
                </a:solidFill>
                <a:latin typeface="Noto Sans SC"/>
                <a:ea typeface="Noto Sans SC"/>
                <a:cs typeface="Noto Sans SC"/>
              </a:defRPr>
            </a:lvl4pPr>
            <a:lvl5pPr algn="l">
              <a:defRPr sz="1425" b="0">
                <a:solidFill>
                  <a:srgbClr val="46536A"/>
                </a:solidFill>
                <a:latin typeface="Noto Sans SC"/>
                <a:ea typeface="Noto Sans SC"/>
                <a:cs typeface="Noto Sans SC"/>
              </a:defRPr>
            </a:lvl5pPr>
            <a:lvl6pPr algn="l">
              <a:defRPr sz="1425" b="0">
                <a:solidFill>
                  <a:srgbClr val="46536A"/>
                </a:solidFill>
                <a:latin typeface="Noto Sans SC"/>
                <a:ea typeface="Noto Sans SC"/>
                <a:cs typeface="Noto Sans SC"/>
              </a:defRPr>
            </a:lvl6pPr>
            <a:lvl7pPr algn="l">
              <a:defRPr sz="1425" b="0">
                <a:solidFill>
                  <a:srgbClr val="46536A"/>
                </a:solidFill>
                <a:latin typeface="Noto Sans SC"/>
                <a:ea typeface="Noto Sans SC"/>
                <a:cs typeface="Noto Sans SC"/>
              </a:defRPr>
            </a:lvl7pPr>
            <a:lvl8pPr algn="l">
              <a:defRPr sz="1425" b="0">
                <a:solidFill>
                  <a:srgbClr val="46536A"/>
                </a:solidFill>
                <a:latin typeface="Noto Sans SC"/>
                <a:ea typeface="Noto Sans SC"/>
                <a:cs typeface="Noto Sans SC"/>
              </a:defRPr>
            </a:lvl8pPr>
            <a:lvl9pPr algn="l">
              <a:defRPr sz="1425" b="0">
                <a:solidFill>
                  <a:srgbClr val="46536A"/>
                </a:solidFill>
                <a:latin typeface="Noto Sans SC"/>
                <a:ea typeface="Noto Sans SC"/>
                <a:cs typeface="Noto Sans SC"/>
              </a:defRPr>
            </a:lvl9pPr>
          </a:lstStyle>
          <a:p xmlns:a="http://schemas.openxmlformats.org/drawingml/2006/main">
            <a:pPr algn="l">
              <a:defRPr sz="1425" b="0">
                <a:solidFill>
                  <a:srgbClr val="46536A"/>
                </a:solidFill>
                <a:latin typeface="Noto Sans SC"/>
                <a:ea typeface="Noto Sans SC"/>
                <a:cs typeface="Noto Sans SC"/>
              </a:defRPr>
            </a:pPr>
            <a:r>
              <a:rPr sz="1425" b="0">
                <a:solidFill>
                  <a:srgbClr val="46536A"/>
                </a:solidFill>
                <a:latin typeface="Noto Sans SC"/>
                <a:ea typeface="Noto Sans SC"/>
                <a:cs typeface="Noto Sans SC"/>
              </a:rPr>
              <a:t>每次请求自带历史</a:t>
            </a:r>
          </a:p>
          <a:p xmlns:a="http://schemas.openxmlformats.org/drawingml/2006/main">
            <a:pPr algn="l">
              <a:defRPr sz="1425" b="0">
                <a:solidFill>
                  <a:srgbClr val="46536A"/>
                </a:solidFill>
                <a:latin typeface="Noto Sans SC"/>
                <a:ea typeface="Noto Sans SC"/>
                <a:cs typeface="Noto Sans SC"/>
              </a:defRPr>
            </a:pPr>
            <a:r>
              <a:rPr sz="1425" b="0">
                <a:solidFill>
                  <a:srgbClr val="46536A"/>
                </a:solidFill>
                <a:latin typeface="Noto Sans SC"/>
                <a:ea typeface="Noto Sans SC"/>
                <a:cs typeface="Noto Sans SC"/>
              </a:rPr>
              <a:t>无跨请求持续轨迹记忆</a:t>
            </a:r>
          </a:p>
        </p:txBody>
      </p:sp>
    </p:spTree>
    <p:extLst>
      <p:ext uri="{BB962C8B-B14F-4D97-AF65-F5344CB8AC3E}">
        <p14:creationId xmlns:p14="http://schemas.microsoft.com/office/powerpoint/2010/main" val="1288338545"/>
      </p:ext>
    </p:extLst>
  </p:cSld>
</p:sld>
</file>

<file path=ppt/slides/slide4.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40" name="o0">
            <a:extLst xmlns:a="http://schemas.openxmlformats.org/drawingml/2006/main">
              <a:ext uri="{FF2B5EF4-FFF2-40B4-BE49-F238E27FC236}">
                <a16:creationId xmlns:a16="http://schemas.microsoft.com/office/drawing/2014/main" id="{E95F9703-4C08-461E-AE2E-EE89D27C0904}"/>
              </a:ext>
            </a:extLst>
          </p:cNvPr>
          <p:cNvSpPr>
            <a:spLocks xmlns:a="http://schemas.openxmlformats.org/drawingml/2006/main" noGrp="1"/>
          </p:cNvSpPr>
          <p:nvPr/>
        </p:nvSpPr>
        <p:spPr>
          <a:xfrm xmlns:a="http://schemas.openxmlformats.org/drawingml/2006/main">
            <a:off x="609600" y="219075"/>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B85A1E"/>
                </a:solidFill>
                <a:latin typeface="Noto Sans SC"/>
                <a:ea typeface="Noto Sans SC"/>
                <a:cs typeface="Noto Sans SC"/>
              </a:defRPr>
            </a:defPPr>
            <a:lvl1pPr algn="l">
              <a:defRPr sz="1275" b="1">
                <a:solidFill>
                  <a:srgbClr val="B85A1E"/>
                </a:solidFill>
                <a:latin typeface="Noto Sans SC"/>
                <a:ea typeface="Noto Sans SC"/>
                <a:cs typeface="Noto Sans SC"/>
              </a:defRPr>
            </a:lvl1pPr>
            <a:lvl2pPr algn="l">
              <a:defRPr sz="1275" b="1">
                <a:solidFill>
                  <a:srgbClr val="B85A1E"/>
                </a:solidFill>
                <a:latin typeface="Noto Sans SC"/>
                <a:ea typeface="Noto Sans SC"/>
                <a:cs typeface="Noto Sans SC"/>
              </a:defRPr>
            </a:lvl2pPr>
            <a:lvl3pPr algn="l">
              <a:defRPr sz="1275" b="1">
                <a:solidFill>
                  <a:srgbClr val="B85A1E"/>
                </a:solidFill>
                <a:latin typeface="Noto Sans SC"/>
                <a:ea typeface="Noto Sans SC"/>
                <a:cs typeface="Noto Sans SC"/>
              </a:defRPr>
            </a:lvl3pPr>
            <a:lvl4pPr algn="l">
              <a:defRPr sz="1275" b="1">
                <a:solidFill>
                  <a:srgbClr val="B85A1E"/>
                </a:solidFill>
                <a:latin typeface="Noto Sans SC"/>
                <a:ea typeface="Noto Sans SC"/>
                <a:cs typeface="Noto Sans SC"/>
              </a:defRPr>
            </a:lvl4pPr>
            <a:lvl5pPr algn="l">
              <a:defRPr sz="1275" b="1">
                <a:solidFill>
                  <a:srgbClr val="B85A1E"/>
                </a:solidFill>
                <a:latin typeface="Noto Sans SC"/>
                <a:ea typeface="Noto Sans SC"/>
                <a:cs typeface="Noto Sans SC"/>
              </a:defRPr>
            </a:lvl5pPr>
            <a:lvl6pPr algn="l">
              <a:defRPr sz="1275" b="1">
                <a:solidFill>
                  <a:srgbClr val="B85A1E"/>
                </a:solidFill>
                <a:latin typeface="Noto Sans SC"/>
                <a:ea typeface="Noto Sans SC"/>
                <a:cs typeface="Noto Sans SC"/>
              </a:defRPr>
            </a:lvl6pPr>
            <a:lvl7pPr algn="l">
              <a:defRPr sz="1275" b="1">
                <a:solidFill>
                  <a:srgbClr val="B85A1E"/>
                </a:solidFill>
                <a:latin typeface="Noto Sans SC"/>
                <a:ea typeface="Noto Sans SC"/>
                <a:cs typeface="Noto Sans SC"/>
              </a:defRPr>
            </a:lvl7pPr>
            <a:lvl8pPr algn="l">
              <a:defRPr sz="1275" b="1">
                <a:solidFill>
                  <a:srgbClr val="B85A1E"/>
                </a:solidFill>
                <a:latin typeface="Noto Sans SC"/>
                <a:ea typeface="Noto Sans SC"/>
                <a:cs typeface="Noto Sans SC"/>
              </a:defRPr>
            </a:lvl8pPr>
            <a:lvl9pPr algn="l">
              <a:defRPr sz="1275" b="1">
                <a:solidFill>
                  <a:srgbClr val="B85A1E"/>
                </a:solidFill>
                <a:latin typeface="Noto Sans SC"/>
                <a:ea typeface="Noto Sans SC"/>
                <a:cs typeface="Noto Sans SC"/>
              </a:defRPr>
            </a:lvl9pPr>
          </a:lstStyle>
          <a:p xmlns:a="http://schemas.openxmlformats.org/drawingml/2006/main">
            <a:pPr algn="l">
              <a:defRPr sz="1275" b="1">
                <a:solidFill>
                  <a:srgbClr val="B85A1E"/>
                </a:solidFill>
                <a:latin typeface="Noto Sans SC"/>
                <a:ea typeface="Noto Sans SC"/>
                <a:cs typeface="Noto Sans SC"/>
              </a:defRPr>
            </a:pPr>
            <a:r>
              <a:rPr sz="1275" b="1">
                <a:solidFill>
                  <a:srgbClr val="B85A1E"/>
                </a:solidFill>
                <a:latin typeface="Noto Sans SC"/>
                <a:ea typeface="Noto Sans SC"/>
                <a:cs typeface="Noto Sans SC"/>
              </a:rPr>
              <a:t>入口 · 请求标准化</a:t>
            </a:r>
          </a:p>
        </p:txBody>
      </p:sp>
      <p:sp>
        <p:nvSpPr>
          <p:cNvPr id="2" name="o1">
            <a:extLst xmlns:a="http://schemas.openxmlformats.org/drawingml/2006/main">
              <a:ext uri="{FF2B5EF4-FFF2-40B4-BE49-F238E27FC236}">
                <a16:creationId xmlns:a16="http://schemas.microsoft.com/office/drawing/2014/main" id="{DDBD5658-9E6D-45FC-A795-4BA80478B954}"/>
              </a:ext>
            </a:extLst>
          </p:cNvPr>
          <p:cNvSpPr>
            <a:spLocks xmlns:a="http://schemas.openxmlformats.org/drawingml/2006/main" noGrp="1"/>
          </p:cNvSpPr>
          <p:nvPr/>
        </p:nvSpPr>
        <p:spPr>
          <a:xfrm xmlns:a="http://schemas.openxmlformats.org/drawingml/2006/main">
            <a:off x="609600" y="6000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700" b="1">
                <a:solidFill>
                  <a:srgbClr val="16243A"/>
                </a:solidFill>
                <a:latin typeface="Noto Serif SC"/>
                <a:ea typeface="Noto Serif SC"/>
                <a:cs typeface="Noto Serif SC"/>
              </a:defRPr>
            </a:defPPr>
            <a:lvl1pPr algn="l">
              <a:defRPr sz="2700" b="1">
                <a:solidFill>
                  <a:srgbClr val="16243A"/>
                </a:solidFill>
                <a:latin typeface="Noto Serif SC"/>
                <a:ea typeface="Noto Serif SC"/>
                <a:cs typeface="Noto Serif SC"/>
              </a:defRPr>
            </a:lvl1pPr>
            <a:lvl2pPr algn="l">
              <a:defRPr sz="2700" b="1">
                <a:solidFill>
                  <a:srgbClr val="16243A"/>
                </a:solidFill>
                <a:latin typeface="Noto Serif SC"/>
                <a:ea typeface="Noto Serif SC"/>
                <a:cs typeface="Noto Serif SC"/>
              </a:defRPr>
            </a:lvl2pPr>
            <a:lvl3pPr algn="l">
              <a:defRPr sz="2700" b="1">
                <a:solidFill>
                  <a:srgbClr val="16243A"/>
                </a:solidFill>
                <a:latin typeface="Noto Serif SC"/>
                <a:ea typeface="Noto Serif SC"/>
                <a:cs typeface="Noto Serif SC"/>
              </a:defRPr>
            </a:lvl3pPr>
            <a:lvl4pPr algn="l">
              <a:defRPr sz="2700" b="1">
                <a:solidFill>
                  <a:srgbClr val="16243A"/>
                </a:solidFill>
                <a:latin typeface="Noto Serif SC"/>
                <a:ea typeface="Noto Serif SC"/>
                <a:cs typeface="Noto Serif SC"/>
              </a:defRPr>
            </a:lvl4pPr>
            <a:lvl5pPr algn="l">
              <a:defRPr sz="2700" b="1">
                <a:solidFill>
                  <a:srgbClr val="16243A"/>
                </a:solidFill>
                <a:latin typeface="Noto Serif SC"/>
                <a:ea typeface="Noto Serif SC"/>
                <a:cs typeface="Noto Serif SC"/>
              </a:defRPr>
            </a:lvl5pPr>
            <a:lvl6pPr algn="l">
              <a:defRPr sz="2700" b="1">
                <a:solidFill>
                  <a:srgbClr val="16243A"/>
                </a:solidFill>
                <a:latin typeface="Noto Serif SC"/>
                <a:ea typeface="Noto Serif SC"/>
                <a:cs typeface="Noto Serif SC"/>
              </a:defRPr>
            </a:lvl6pPr>
            <a:lvl7pPr algn="l">
              <a:defRPr sz="2700" b="1">
                <a:solidFill>
                  <a:srgbClr val="16243A"/>
                </a:solidFill>
                <a:latin typeface="Noto Serif SC"/>
                <a:ea typeface="Noto Serif SC"/>
                <a:cs typeface="Noto Serif SC"/>
              </a:defRPr>
            </a:lvl7pPr>
            <a:lvl8pPr algn="l">
              <a:defRPr sz="2700" b="1">
                <a:solidFill>
                  <a:srgbClr val="16243A"/>
                </a:solidFill>
                <a:latin typeface="Noto Serif SC"/>
                <a:ea typeface="Noto Serif SC"/>
                <a:cs typeface="Noto Serif SC"/>
              </a:defRPr>
            </a:lvl8pPr>
            <a:lvl9pPr algn="l">
              <a:defRPr sz="2700" b="1">
                <a:solidFill>
                  <a:srgbClr val="16243A"/>
                </a:solidFill>
                <a:latin typeface="Noto Serif SC"/>
                <a:ea typeface="Noto Serif SC"/>
                <a:cs typeface="Noto Serif SC"/>
              </a:defRPr>
            </a:lvl9pPr>
          </a:lstStyle>
          <a:p xmlns:a="http://schemas.openxmlformats.org/drawingml/2006/main">
            <a:pPr algn="l">
              <a:defRPr sz="2700" b="1">
                <a:solidFill>
                  <a:srgbClr val="16243A"/>
                </a:solidFill>
                <a:latin typeface="Noto Serif SC"/>
                <a:ea typeface="Noto Serif SC"/>
                <a:cs typeface="Noto Serif SC"/>
              </a:defRPr>
            </a:pPr>
            <a:r>
              <a:rPr sz="2700" b="1">
                <a:solidFill>
                  <a:srgbClr val="16243A"/>
                </a:solidFill>
                <a:latin typeface="Noto Serif SC"/>
                <a:ea typeface="Noto Serif SC"/>
                <a:cs typeface="Noto Serif SC"/>
              </a:rPr>
              <a:t>网关关联身份和地图，形成内部计算请求</a:t>
            </a:r>
          </a:p>
        </p:txBody>
      </p:sp>
      <p:sp>
        <p:nvSpPr>
          <p:cNvPr id="3" name="line-2">
            <a:extLst xmlns:a="http://schemas.openxmlformats.org/drawingml/2006/main">
              <a:ext uri="{FF2B5EF4-FFF2-40B4-BE49-F238E27FC236}">
                <a16:creationId xmlns:a16="http://schemas.microsoft.com/office/drawing/2014/main" id="{9AA3BC05-1978-4E12-BCD8-8E1BD657D0C8}"/>
              </a:ext>
            </a:extLst>
          </p:cNvPr>
          <p:cNvSpPr>
            <a:spLocks xmlns:a="http://schemas.openxmlformats.org/drawingml/2006/main" noGrp="1"/>
          </p:cNvSpPr>
          <p:nvPr/>
        </p:nvSpPr>
        <p:spPr>
          <a:xfrm xmlns:a="http://schemas.openxmlformats.org/drawingml/2006/main" flipV="0">
            <a:off x="609600" y="1200150"/>
            <a:ext cx="10972800" cy="953"/>
          </a:xfrm>
          <a:prstGeom xmlns:a="http://schemas.openxmlformats.org/drawingml/2006/main" prst="line">
            <a:avLst/>
          </a:prstGeom>
          <a:noFill xmlns:a="http://schemas.openxmlformats.org/drawingml/2006/main"/>
          <a:ln xmlns:a="http://schemas.openxmlformats.org/drawingml/2006/main" w="14288">
            <a:solidFill>
              <a:srgbClr val="D5DAE0"/>
            </a:solidFill>
            <a:prstDash val="solid"/>
          </a:ln>
        </p:spPr>
      </p:sp>
      <p:sp>
        <p:nvSpPr>
          <p:cNvPr id="4" name="o3">
            <a:extLst xmlns:a="http://schemas.openxmlformats.org/drawingml/2006/main">
              <a:ext uri="{FF2B5EF4-FFF2-40B4-BE49-F238E27FC236}">
                <a16:creationId xmlns:a16="http://schemas.microsoft.com/office/drawing/2014/main" id="{8015502C-4E3C-4411-9B3A-D6260BEF7D7D}"/>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00" b="0">
                <a:solidFill>
                  <a:srgbClr val="6B7689"/>
                </a:solidFill>
                <a:latin typeface="Noto Sans SC"/>
                <a:ea typeface="Noto Sans SC"/>
                <a:cs typeface="Noto Sans SC"/>
              </a:defRPr>
            </a:defPPr>
            <a:lvl1pPr algn="l">
              <a:defRPr sz="900" b="0">
                <a:solidFill>
                  <a:srgbClr val="6B7689"/>
                </a:solidFill>
                <a:latin typeface="Noto Sans SC"/>
                <a:ea typeface="Noto Sans SC"/>
                <a:cs typeface="Noto Sans SC"/>
              </a:defRPr>
            </a:lvl1pPr>
            <a:lvl2pPr algn="l">
              <a:defRPr sz="900" b="0">
                <a:solidFill>
                  <a:srgbClr val="6B7689"/>
                </a:solidFill>
                <a:latin typeface="Noto Sans SC"/>
                <a:ea typeface="Noto Sans SC"/>
                <a:cs typeface="Noto Sans SC"/>
              </a:defRPr>
            </a:lvl2pPr>
            <a:lvl3pPr algn="l">
              <a:defRPr sz="900" b="0">
                <a:solidFill>
                  <a:srgbClr val="6B7689"/>
                </a:solidFill>
                <a:latin typeface="Noto Sans SC"/>
                <a:ea typeface="Noto Sans SC"/>
                <a:cs typeface="Noto Sans SC"/>
              </a:defRPr>
            </a:lvl3pPr>
            <a:lvl4pPr algn="l">
              <a:defRPr sz="900" b="0">
                <a:solidFill>
                  <a:srgbClr val="6B7689"/>
                </a:solidFill>
                <a:latin typeface="Noto Sans SC"/>
                <a:ea typeface="Noto Sans SC"/>
                <a:cs typeface="Noto Sans SC"/>
              </a:defRPr>
            </a:lvl4pPr>
            <a:lvl5pPr algn="l">
              <a:defRPr sz="900" b="0">
                <a:solidFill>
                  <a:srgbClr val="6B7689"/>
                </a:solidFill>
                <a:latin typeface="Noto Sans SC"/>
                <a:ea typeface="Noto Sans SC"/>
                <a:cs typeface="Noto Sans SC"/>
              </a:defRPr>
            </a:lvl5pPr>
            <a:lvl6pPr algn="l">
              <a:defRPr sz="900" b="0">
                <a:solidFill>
                  <a:srgbClr val="6B7689"/>
                </a:solidFill>
                <a:latin typeface="Noto Sans SC"/>
                <a:ea typeface="Noto Sans SC"/>
                <a:cs typeface="Noto Sans SC"/>
              </a:defRPr>
            </a:lvl6pPr>
            <a:lvl7pPr algn="l">
              <a:defRPr sz="900" b="0">
                <a:solidFill>
                  <a:srgbClr val="6B7689"/>
                </a:solidFill>
                <a:latin typeface="Noto Sans SC"/>
                <a:ea typeface="Noto Sans SC"/>
                <a:cs typeface="Noto Sans SC"/>
              </a:defRPr>
            </a:lvl7pPr>
            <a:lvl8pPr algn="l">
              <a:defRPr sz="900" b="0">
                <a:solidFill>
                  <a:srgbClr val="6B7689"/>
                </a:solidFill>
                <a:latin typeface="Noto Sans SC"/>
                <a:ea typeface="Noto Sans SC"/>
                <a:cs typeface="Noto Sans SC"/>
              </a:defRPr>
            </a:lvl8pPr>
            <a:lvl9pPr algn="l">
              <a:defRPr sz="900" b="0">
                <a:solidFill>
                  <a:srgbClr val="6B7689"/>
                </a:solidFill>
                <a:latin typeface="Noto Sans SC"/>
                <a:ea typeface="Noto Sans SC"/>
                <a:cs typeface="Noto Sans SC"/>
              </a:defRPr>
            </a:lvl9pPr>
          </a:lstStyle>
          <a:p xmlns:a="http://schemas.openxmlformats.org/drawingml/2006/main">
            <a:pPr algn="l">
              <a:defRPr sz="900" b="0">
                <a:solidFill>
                  <a:srgbClr val="6B7689"/>
                </a:solidFill>
                <a:latin typeface="Noto Sans SC"/>
                <a:ea typeface="Noto Sans SC"/>
                <a:cs typeface="Noto Sans SC"/>
              </a:defRPr>
            </a:pPr>
            <a:r>
              <a:rPr sz="900" b="0">
                <a:solidFill>
                  <a:srgbClr val="6B7689"/>
                </a:solidFill>
                <a:latin typeface="Noto Sans SC"/>
                <a:ea typeface="Noto Sans SC"/>
                <a:cs typeface="Noto Sans SC"/>
              </a:rPr>
              <a:t>project_reference §3.1–3.2；v32_gateway.py:normalize_v32_request</a:t>
            </a:r>
          </a:p>
        </p:txBody>
      </p:sp>
      <p:sp>
        <p:nvSpPr>
          <p:cNvPr id="5" name="o4">
            <a:extLst xmlns:a="http://schemas.openxmlformats.org/drawingml/2006/main">
              <a:ext uri="{FF2B5EF4-FFF2-40B4-BE49-F238E27FC236}">
                <a16:creationId xmlns:a16="http://schemas.microsoft.com/office/drawing/2014/main" id="{E9A03C19-1383-470B-85C6-B1EBC82DAFF3}"/>
              </a:ext>
            </a:extLst>
          </p:cNvPr>
          <p:cNvSpPr>
            <a:spLocks xmlns:a="http://schemas.openxmlformats.org/drawingml/2006/main" noGrp="1"/>
          </p:cNvSpPr>
          <p:nvPr/>
        </p:nvSpPr>
        <p:spPr>
          <a:xfrm xmlns:a="http://schemas.openxmlformats.org/drawingml/2006/main">
            <a:off x="10896600" y="6505575"/>
            <a:ext cx="68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6B7689"/>
                </a:solidFill>
                <a:latin typeface="Noto Sans SC"/>
                <a:ea typeface="Noto Sans SC"/>
                <a:cs typeface="Noto Sans SC"/>
              </a:defRPr>
            </a:defPPr>
            <a:lvl1pPr algn="r">
              <a:defRPr sz="1200" b="0">
                <a:solidFill>
                  <a:srgbClr val="6B7689"/>
                </a:solidFill>
                <a:latin typeface="Noto Sans SC"/>
                <a:ea typeface="Noto Sans SC"/>
                <a:cs typeface="Noto Sans SC"/>
              </a:defRPr>
            </a:lvl1pPr>
            <a:lvl2pPr algn="r">
              <a:defRPr sz="1200" b="0">
                <a:solidFill>
                  <a:srgbClr val="6B7689"/>
                </a:solidFill>
                <a:latin typeface="Noto Sans SC"/>
                <a:ea typeface="Noto Sans SC"/>
                <a:cs typeface="Noto Sans SC"/>
              </a:defRPr>
            </a:lvl2pPr>
            <a:lvl3pPr algn="r">
              <a:defRPr sz="1200" b="0">
                <a:solidFill>
                  <a:srgbClr val="6B7689"/>
                </a:solidFill>
                <a:latin typeface="Noto Sans SC"/>
                <a:ea typeface="Noto Sans SC"/>
                <a:cs typeface="Noto Sans SC"/>
              </a:defRPr>
            </a:lvl3pPr>
            <a:lvl4pPr algn="r">
              <a:defRPr sz="1200" b="0">
                <a:solidFill>
                  <a:srgbClr val="6B7689"/>
                </a:solidFill>
                <a:latin typeface="Noto Sans SC"/>
                <a:ea typeface="Noto Sans SC"/>
                <a:cs typeface="Noto Sans SC"/>
              </a:defRPr>
            </a:lvl4pPr>
            <a:lvl5pPr algn="r">
              <a:defRPr sz="1200" b="0">
                <a:solidFill>
                  <a:srgbClr val="6B7689"/>
                </a:solidFill>
                <a:latin typeface="Noto Sans SC"/>
                <a:ea typeface="Noto Sans SC"/>
                <a:cs typeface="Noto Sans SC"/>
              </a:defRPr>
            </a:lvl5pPr>
            <a:lvl6pPr algn="r">
              <a:defRPr sz="1200" b="0">
                <a:solidFill>
                  <a:srgbClr val="6B7689"/>
                </a:solidFill>
                <a:latin typeface="Noto Sans SC"/>
                <a:ea typeface="Noto Sans SC"/>
                <a:cs typeface="Noto Sans SC"/>
              </a:defRPr>
            </a:lvl6pPr>
            <a:lvl7pPr algn="r">
              <a:defRPr sz="1200" b="0">
                <a:solidFill>
                  <a:srgbClr val="6B7689"/>
                </a:solidFill>
                <a:latin typeface="Noto Sans SC"/>
                <a:ea typeface="Noto Sans SC"/>
                <a:cs typeface="Noto Sans SC"/>
              </a:defRPr>
            </a:lvl7pPr>
            <a:lvl8pPr algn="r">
              <a:defRPr sz="1200" b="0">
                <a:solidFill>
                  <a:srgbClr val="6B7689"/>
                </a:solidFill>
                <a:latin typeface="Noto Sans SC"/>
                <a:ea typeface="Noto Sans SC"/>
                <a:cs typeface="Noto Sans SC"/>
              </a:defRPr>
            </a:lvl8pPr>
            <a:lvl9pPr algn="r">
              <a:defRPr sz="1200" b="0">
                <a:solidFill>
                  <a:srgbClr val="6B7689"/>
                </a:solidFill>
                <a:latin typeface="Noto Sans SC"/>
                <a:ea typeface="Noto Sans SC"/>
                <a:cs typeface="Noto Sans SC"/>
              </a:defRPr>
            </a:lvl9pPr>
          </a:lstStyle>
          <a:p xmlns:a="http://schemas.openxmlformats.org/drawingml/2006/main">
            <a:pPr algn="r">
              <a:defRPr sz="1200" b="0">
                <a:solidFill>
                  <a:srgbClr val="6B7689"/>
                </a:solidFill>
                <a:latin typeface="Noto Sans SC"/>
                <a:ea typeface="Noto Sans SC"/>
                <a:cs typeface="Noto Sans SC"/>
              </a:defRPr>
            </a:pPr>
            <a:r>
              <a:rPr sz="1200" b="0">
                <a:solidFill>
                  <a:srgbClr val="6B7689"/>
                </a:solidFill>
                <a:latin typeface="Noto Sans SC"/>
                <a:ea typeface="Noto Sans SC"/>
                <a:cs typeface="Noto Sans SC"/>
              </a:rPr>
              <a:t>04 / 39</a:t>
            </a:r>
          </a:p>
        </p:txBody>
      </p:sp>
      <p:sp>
        <p:nvSpPr>
          <p:cNvPr id="6" name="o5">
            <a:extLst xmlns:a="http://schemas.openxmlformats.org/drawingml/2006/main">
              <a:ext uri="{FF2B5EF4-FFF2-40B4-BE49-F238E27FC236}">
                <a16:creationId xmlns:a16="http://schemas.microsoft.com/office/drawing/2014/main" id="{858122B8-C107-4A9A-AC22-9AD46219DAAC}"/>
              </a:ext>
            </a:extLst>
          </p:cNvPr>
          <p:cNvSpPr>
            <a:spLocks xmlns:a="http://schemas.openxmlformats.org/drawingml/2006/main" noGrp="1"/>
          </p:cNvSpPr>
          <p:nvPr/>
        </p:nvSpPr>
        <p:spPr>
          <a:xfrm xmlns:a="http://schemas.openxmlformats.org/drawingml/2006/main">
            <a:off x="609600" y="5981700"/>
            <a:ext cx="10972800" cy="428625"/>
          </a:xfrm>
          <a:prstGeom xmlns:a="http://schemas.openxmlformats.org/drawingml/2006/main" prst="roundRect">
            <a:avLst>
              <a:gd name="adj" fmla="val 17778"/>
            </a:avLst>
          </a:prstGeom>
          <a:solidFill xmlns:a="http://schemas.openxmlformats.org/drawingml/2006/main">
            <a:srgbClr val="D6E6E5"/>
          </a:solidFill>
          <a:ln xmlns:a="http://schemas.openxmlformats.org/drawingml/2006/main" w="0">
            <a:noFill/>
            <a:prstDash val="solid"/>
          </a:ln>
        </p:spPr>
      </p:sp>
      <p:sp>
        <p:nvSpPr>
          <p:cNvPr id="7" name="o6">
            <a:extLst xmlns:a="http://schemas.openxmlformats.org/drawingml/2006/main">
              <a:ext uri="{FF2B5EF4-FFF2-40B4-BE49-F238E27FC236}">
                <a16:creationId xmlns:a16="http://schemas.microsoft.com/office/drawing/2014/main" id="{CBA13F31-EB27-4916-989F-F6D011E986B7}"/>
              </a:ext>
            </a:extLst>
          </p:cNvPr>
          <p:cNvSpPr>
            <a:spLocks xmlns:a="http://schemas.openxmlformats.org/drawingml/2006/main" noGrp="1"/>
          </p:cNvSpPr>
          <p:nvPr/>
        </p:nvSpPr>
        <p:spPr>
          <a:xfrm xmlns:a="http://schemas.openxmlformats.org/drawingml/2006/main">
            <a:off x="781050" y="6029325"/>
            <a:ext cx="10629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75" b="1">
                <a:solidFill>
                  <a:srgbClr val="0F6E73"/>
                </a:solidFill>
                <a:latin typeface="Noto Sans SC"/>
                <a:ea typeface="Noto Sans SC"/>
                <a:cs typeface="Noto Sans SC"/>
              </a:defRPr>
            </a:defPPr>
            <a:lvl1pPr algn="l">
              <a:defRPr sz="1575" b="1">
                <a:solidFill>
                  <a:srgbClr val="0F6E73"/>
                </a:solidFill>
                <a:latin typeface="Noto Sans SC"/>
                <a:ea typeface="Noto Sans SC"/>
                <a:cs typeface="Noto Sans SC"/>
              </a:defRPr>
            </a:lvl1pPr>
            <a:lvl2pPr algn="l">
              <a:defRPr sz="1575" b="1">
                <a:solidFill>
                  <a:srgbClr val="0F6E73"/>
                </a:solidFill>
                <a:latin typeface="Noto Sans SC"/>
                <a:ea typeface="Noto Sans SC"/>
                <a:cs typeface="Noto Sans SC"/>
              </a:defRPr>
            </a:lvl2pPr>
            <a:lvl3pPr algn="l">
              <a:defRPr sz="1575" b="1">
                <a:solidFill>
                  <a:srgbClr val="0F6E73"/>
                </a:solidFill>
                <a:latin typeface="Noto Sans SC"/>
                <a:ea typeface="Noto Sans SC"/>
                <a:cs typeface="Noto Sans SC"/>
              </a:defRPr>
            </a:lvl3pPr>
            <a:lvl4pPr algn="l">
              <a:defRPr sz="1575" b="1">
                <a:solidFill>
                  <a:srgbClr val="0F6E73"/>
                </a:solidFill>
                <a:latin typeface="Noto Sans SC"/>
                <a:ea typeface="Noto Sans SC"/>
                <a:cs typeface="Noto Sans SC"/>
              </a:defRPr>
            </a:lvl4pPr>
            <a:lvl5pPr algn="l">
              <a:defRPr sz="1575" b="1">
                <a:solidFill>
                  <a:srgbClr val="0F6E73"/>
                </a:solidFill>
                <a:latin typeface="Noto Sans SC"/>
                <a:ea typeface="Noto Sans SC"/>
                <a:cs typeface="Noto Sans SC"/>
              </a:defRPr>
            </a:lvl5pPr>
            <a:lvl6pPr algn="l">
              <a:defRPr sz="1575" b="1">
                <a:solidFill>
                  <a:srgbClr val="0F6E73"/>
                </a:solidFill>
                <a:latin typeface="Noto Sans SC"/>
                <a:ea typeface="Noto Sans SC"/>
                <a:cs typeface="Noto Sans SC"/>
              </a:defRPr>
            </a:lvl6pPr>
            <a:lvl7pPr algn="l">
              <a:defRPr sz="1575" b="1">
                <a:solidFill>
                  <a:srgbClr val="0F6E73"/>
                </a:solidFill>
                <a:latin typeface="Noto Sans SC"/>
                <a:ea typeface="Noto Sans SC"/>
                <a:cs typeface="Noto Sans SC"/>
              </a:defRPr>
            </a:lvl7pPr>
            <a:lvl8pPr algn="l">
              <a:defRPr sz="1575" b="1">
                <a:solidFill>
                  <a:srgbClr val="0F6E73"/>
                </a:solidFill>
                <a:latin typeface="Noto Sans SC"/>
                <a:ea typeface="Noto Sans SC"/>
                <a:cs typeface="Noto Sans SC"/>
              </a:defRPr>
            </a:lvl8pPr>
            <a:lvl9pPr algn="l">
              <a:defRPr sz="1575" b="1">
                <a:solidFill>
                  <a:srgbClr val="0F6E73"/>
                </a:solidFill>
                <a:latin typeface="Noto Sans SC"/>
                <a:ea typeface="Noto Sans SC"/>
                <a:cs typeface="Noto Sans SC"/>
              </a:defRPr>
            </a:lvl9pPr>
          </a:lstStyle>
          <a:p xmlns:a="http://schemas.openxmlformats.org/drawingml/2006/main">
            <a:pPr algn="l">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数据归一解决接口和业务关联；点集坐标归一化在队形模块另行执行。</a:t>
            </a:r>
          </a:p>
        </p:txBody>
      </p:sp>
      <p:sp>
        <p:nvSpPr>
          <p:cNvPr id="8" name="o7">
            <a:extLst xmlns:a="http://schemas.openxmlformats.org/drawingml/2006/main">
              <a:ext uri="{FF2B5EF4-FFF2-40B4-BE49-F238E27FC236}">
                <a16:creationId xmlns:a16="http://schemas.microsoft.com/office/drawing/2014/main" id="{4E88A5FC-B858-4012-82F8-AAE6504D58DB}"/>
              </a:ext>
            </a:extLst>
          </p:cNvPr>
          <p:cNvSpPr>
            <a:spLocks xmlns:a="http://schemas.openxmlformats.org/drawingml/2006/main" noGrp="1"/>
          </p:cNvSpPr>
          <p:nvPr/>
        </p:nvSpPr>
        <p:spPr>
          <a:xfrm xmlns:a="http://schemas.openxmlformats.org/drawingml/2006/main">
            <a:off x="609600" y="1504950"/>
            <a:ext cx="3492500" cy="723900"/>
          </a:xfrm>
          <a:prstGeom xmlns:a="http://schemas.openxmlformats.org/drawingml/2006/main" prst="roundRect">
            <a:avLst>
              <a:gd name="adj" fmla="val 10526"/>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外部 DTO 校验</a:t>
            </a:r>
          </a:p>
        </p:txBody>
      </p:sp>
      <p:sp>
        <p:nvSpPr>
          <p:cNvPr id="9" name="line-7">
            <a:extLst xmlns:a="http://schemas.openxmlformats.org/drawingml/2006/main">
              <a:ext uri="{FF2B5EF4-FFF2-40B4-BE49-F238E27FC236}">
                <a16:creationId xmlns:a16="http://schemas.microsoft.com/office/drawing/2014/main" id="{0198DAB1-5DD6-455E-8836-3EA840910FE6}"/>
              </a:ext>
            </a:extLst>
          </p:cNvPr>
          <p:cNvSpPr>
            <a:spLocks xmlns:a="http://schemas.openxmlformats.org/drawingml/2006/main" noGrp="1"/>
          </p:cNvSpPr>
          <p:nvPr/>
        </p:nvSpPr>
        <p:spPr>
          <a:xfrm xmlns:a="http://schemas.openxmlformats.org/drawingml/2006/main" flipV="0">
            <a:off x="4130675" y="1866900"/>
            <a:ext cx="180975"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0" name="line-7">
            <a:extLst xmlns:a="http://schemas.openxmlformats.org/drawingml/2006/main">
              <a:ext uri="{FF2B5EF4-FFF2-40B4-BE49-F238E27FC236}">
                <a16:creationId xmlns:a16="http://schemas.microsoft.com/office/drawing/2014/main" id="{C9C4FEC2-86A5-4307-BEE9-6045AEDAB797}"/>
              </a:ext>
            </a:extLst>
          </p:cNvPr>
          <p:cNvSpPr>
            <a:spLocks xmlns:a="http://schemas.openxmlformats.org/drawingml/2006/main" noGrp="1"/>
          </p:cNvSpPr>
          <p:nvPr/>
        </p:nvSpPr>
        <p:spPr>
          <a:xfrm xmlns:a="http://schemas.openxmlformats.org/drawingml/2006/main" flipV="1">
            <a:off x="4236419" y="1866900"/>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1" name="line-7">
            <a:extLst xmlns:a="http://schemas.openxmlformats.org/drawingml/2006/main">
              <a:ext uri="{FF2B5EF4-FFF2-40B4-BE49-F238E27FC236}">
                <a16:creationId xmlns:a16="http://schemas.microsoft.com/office/drawing/2014/main" id="{5C1C1E44-29AE-4650-93B5-2935350E40CC}"/>
              </a:ext>
            </a:extLst>
          </p:cNvPr>
          <p:cNvSpPr>
            <a:spLocks xmlns:a="http://schemas.openxmlformats.org/drawingml/2006/main" noGrp="1"/>
          </p:cNvSpPr>
          <p:nvPr/>
        </p:nvSpPr>
        <p:spPr>
          <a:xfrm xmlns:a="http://schemas.openxmlformats.org/drawingml/2006/main" flipV="0">
            <a:off x="4236419" y="1825801"/>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2" name="o11">
            <a:extLst xmlns:a="http://schemas.openxmlformats.org/drawingml/2006/main">
              <a:ext uri="{FF2B5EF4-FFF2-40B4-BE49-F238E27FC236}">
                <a16:creationId xmlns:a16="http://schemas.microsoft.com/office/drawing/2014/main" id="{3ACE4E94-FD6B-4C69-8C11-BF809DB25591}"/>
              </a:ext>
            </a:extLst>
          </p:cNvPr>
          <p:cNvSpPr>
            <a:spLocks xmlns:a="http://schemas.openxmlformats.org/drawingml/2006/main" noGrp="1"/>
          </p:cNvSpPr>
          <p:nvPr/>
        </p:nvSpPr>
        <p:spPr>
          <a:xfrm xmlns:a="http://schemas.openxmlformats.org/drawingml/2006/main">
            <a:off x="4349750" y="1504950"/>
            <a:ext cx="3492500" cy="723900"/>
          </a:xfrm>
          <a:prstGeom xmlns:a="http://schemas.openxmlformats.org/drawingml/2006/main" prst="roundRect">
            <a:avLst>
              <a:gd name="adj" fmla="val 10526"/>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目标 ID 与 SN 关联</a:t>
            </a:r>
          </a:p>
        </p:txBody>
      </p:sp>
      <p:sp>
        <p:nvSpPr>
          <p:cNvPr id="13" name="line-8">
            <a:extLst xmlns:a="http://schemas.openxmlformats.org/drawingml/2006/main">
              <a:ext uri="{FF2B5EF4-FFF2-40B4-BE49-F238E27FC236}">
                <a16:creationId xmlns:a16="http://schemas.microsoft.com/office/drawing/2014/main" id="{644BFB06-071D-48A6-890B-5F8334A13CAD}"/>
              </a:ext>
            </a:extLst>
          </p:cNvPr>
          <p:cNvSpPr>
            <a:spLocks xmlns:a="http://schemas.openxmlformats.org/drawingml/2006/main" noGrp="1"/>
          </p:cNvSpPr>
          <p:nvPr/>
        </p:nvSpPr>
        <p:spPr>
          <a:xfrm xmlns:a="http://schemas.openxmlformats.org/drawingml/2006/main" flipV="0">
            <a:off x="7870825" y="1866900"/>
            <a:ext cx="180975"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4" name="line-8">
            <a:extLst xmlns:a="http://schemas.openxmlformats.org/drawingml/2006/main">
              <a:ext uri="{FF2B5EF4-FFF2-40B4-BE49-F238E27FC236}">
                <a16:creationId xmlns:a16="http://schemas.microsoft.com/office/drawing/2014/main" id="{B54E596F-B04C-4663-AEA8-B49162BB00F8}"/>
              </a:ext>
            </a:extLst>
          </p:cNvPr>
          <p:cNvSpPr>
            <a:spLocks xmlns:a="http://schemas.openxmlformats.org/drawingml/2006/main" noGrp="1"/>
          </p:cNvSpPr>
          <p:nvPr/>
        </p:nvSpPr>
        <p:spPr>
          <a:xfrm xmlns:a="http://schemas.openxmlformats.org/drawingml/2006/main" flipV="1">
            <a:off x="7976569" y="1866900"/>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5" name="line-8">
            <a:extLst xmlns:a="http://schemas.openxmlformats.org/drawingml/2006/main">
              <a:ext uri="{FF2B5EF4-FFF2-40B4-BE49-F238E27FC236}">
                <a16:creationId xmlns:a16="http://schemas.microsoft.com/office/drawing/2014/main" id="{F1909446-318B-4B7D-832E-DC52BBCA04E4}"/>
              </a:ext>
            </a:extLst>
          </p:cNvPr>
          <p:cNvSpPr>
            <a:spLocks xmlns:a="http://schemas.openxmlformats.org/drawingml/2006/main" noGrp="1"/>
          </p:cNvSpPr>
          <p:nvPr/>
        </p:nvSpPr>
        <p:spPr>
          <a:xfrm xmlns:a="http://schemas.openxmlformats.org/drawingml/2006/main" flipV="0">
            <a:off x="7976569" y="1825801"/>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6" name="o15">
            <a:extLst xmlns:a="http://schemas.openxmlformats.org/drawingml/2006/main">
              <a:ext uri="{FF2B5EF4-FFF2-40B4-BE49-F238E27FC236}">
                <a16:creationId xmlns:a16="http://schemas.microsoft.com/office/drawing/2014/main" id="{27CA3508-775B-489D-9ED3-1DD3641536AB}"/>
              </a:ext>
            </a:extLst>
          </p:cNvPr>
          <p:cNvSpPr>
            <a:spLocks xmlns:a="http://schemas.openxmlformats.org/drawingml/2006/main" noGrp="1"/>
          </p:cNvSpPr>
          <p:nvPr/>
        </p:nvSpPr>
        <p:spPr>
          <a:xfrm xmlns:a="http://schemas.openxmlformats.org/drawingml/2006/main">
            <a:off x="8089900" y="1504950"/>
            <a:ext cx="3492500" cy="723900"/>
          </a:xfrm>
          <a:prstGeom xmlns:a="http://schemas.openxmlformats.org/drawingml/2006/main" prst="roundRect">
            <a:avLst>
              <a:gd name="adj" fmla="val 10526"/>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内部 payload</a:t>
            </a:r>
          </a:p>
        </p:txBody>
      </p:sp>
      <p:sp>
        <p:nvSpPr>
          <p:cNvPr id="17" name="o16">
            <a:extLst xmlns:a="http://schemas.openxmlformats.org/drawingml/2006/main">
              <a:ext uri="{FF2B5EF4-FFF2-40B4-BE49-F238E27FC236}">
                <a16:creationId xmlns:a16="http://schemas.microsoft.com/office/drawing/2014/main" id="{1F1BD5E5-F4C3-4C10-845C-A8012891376E}"/>
              </a:ext>
            </a:extLst>
          </p:cNvPr>
          <p:cNvSpPr>
            <a:spLocks xmlns:a="http://schemas.openxmlformats.org/drawingml/2006/main" noGrp="1"/>
          </p:cNvSpPr>
          <p:nvPr/>
        </p:nvSpPr>
        <p:spPr>
          <a:xfrm xmlns:a="http://schemas.openxmlformats.org/drawingml/2006/main">
            <a:off x="1143000" y="2876550"/>
            <a:ext cx="1714500" cy="552450"/>
          </a:xfrm>
          <a:prstGeom xmlns:a="http://schemas.openxmlformats.org/drawingml/2006/main" prst="roundRect">
            <a:avLst>
              <a:gd name="adj" fmla="val 13793"/>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650" b="1">
                <a:solidFill>
                  <a:srgbClr val="32668E"/>
                </a:solidFill>
                <a:latin typeface="Noto Sans SC"/>
                <a:ea typeface="Noto Sans SC"/>
                <a:cs typeface="Noto Sans SC"/>
              </a:defRPr>
            </a:defPPr>
            <a:lvl1pPr algn="ctr">
              <a:defRPr sz="1650" b="1">
                <a:solidFill>
                  <a:srgbClr val="32668E"/>
                </a:solidFill>
                <a:latin typeface="Noto Sans SC"/>
                <a:ea typeface="Noto Sans SC"/>
                <a:cs typeface="Noto Sans SC"/>
              </a:defRPr>
            </a:lvl1pPr>
            <a:lvl2pPr algn="ctr">
              <a:defRPr sz="1650" b="1">
                <a:solidFill>
                  <a:srgbClr val="32668E"/>
                </a:solidFill>
                <a:latin typeface="Noto Sans SC"/>
                <a:ea typeface="Noto Sans SC"/>
                <a:cs typeface="Noto Sans SC"/>
              </a:defRPr>
            </a:lvl2pPr>
            <a:lvl3pPr algn="ctr">
              <a:defRPr sz="1650" b="1">
                <a:solidFill>
                  <a:srgbClr val="32668E"/>
                </a:solidFill>
                <a:latin typeface="Noto Sans SC"/>
                <a:ea typeface="Noto Sans SC"/>
                <a:cs typeface="Noto Sans SC"/>
              </a:defRPr>
            </a:lvl3pPr>
            <a:lvl4pPr algn="ctr">
              <a:defRPr sz="1650" b="1">
                <a:solidFill>
                  <a:srgbClr val="32668E"/>
                </a:solidFill>
                <a:latin typeface="Noto Sans SC"/>
                <a:ea typeface="Noto Sans SC"/>
                <a:cs typeface="Noto Sans SC"/>
              </a:defRPr>
            </a:lvl4pPr>
            <a:lvl5pPr algn="ctr">
              <a:defRPr sz="1650" b="1">
                <a:solidFill>
                  <a:srgbClr val="32668E"/>
                </a:solidFill>
                <a:latin typeface="Noto Sans SC"/>
                <a:ea typeface="Noto Sans SC"/>
                <a:cs typeface="Noto Sans SC"/>
              </a:defRPr>
            </a:lvl5pPr>
            <a:lvl6pPr algn="ctr">
              <a:defRPr sz="1650" b="1">
                <a:solidFill>
                  <a:srgbClr val="32668E"/>
                </a:solidFill>
                <a:latin typeface="Noto Sans SC"/>
                <a:ea typeface="Noto Sans SC"/>
                <a:cs typeface="Noto Sans SC"/>
              </a:defRPr>
            </a:lvl6pPr>
            <a:lvl7pPr algn="ctr">
              <a:defRPr sz="1650" b="1">
                <a:solidFill>
                  <a:srgbClr val="32668E"/>
                </a:solidFill>
                <a:latin typeface="Noto Sans SC"/>
                <a:ea typeface="Noto Sans SC"/>
                <a:cs typeface="Noto Sans SC"/>
              </a:defRPr>
            </a:lvl7pPr>
            <a:lvl8pPr algn="ctr">
              <a:defRPr sz="1650" b="1">
                <a:solidFill>
                  <a:srgbClr val="32668E"/>
                </a:solidFill>
                <a:latin typeface="Noto Sans SC"/>
                <a:ea typeface="Noto Sans SC"/>
                <a:cs typeface="Noto Sans SC"/>
              </a:defRPr>
            </a:lvl8pPr>
            <a:lvl9pPr algn="ctr">
              <a:defRPr sz="1650" b="1">
                <a:solidFill>
                  <a:srgbClr val="32668E"/>
                </a:solidFill>
                <a:latin typeface="Noto Sans SC"/>
                <a:ea typeface="Noto Sans SC"/>
                <a:cs typeface="Noto Sans SC"/>
              </a:defRPr>
            </a:lvl9pPr>
          </a:lstStyle>
          <a:p xmlns:a="http://schemas.openxmlformats.org/drawingml/2006/main">
            <a:pPr algn="ctr">
              <a:defRPr sz="1650" b="1">
                <a:solidFill>
                  <a:srgbClr val="32668E"/>
                </a:solidFill>
                <a:latin typeface="Noto Sans SC"/>
                <a:ea typeface="Noto Sans SC"/>
                <a:cs typeface="Noto Sans SC"/>
              </a:defRPr>
            </a:pPr>
            <a:r>
              <a:rPr sz="1650" b="1">
                <a:solidFill>
                  <a:srgbClr val="32668E"/>
                </a:solidFill>
                <a:latin typeface="Noto Sans SC"/>
                <a:ea typeface="Noto Sans SC"/>
                <a:cs typeface="Noto Sans SC"/>
              </a:rPr>
              <a:t>设备</a:t>
            </a:r>
          </a:p>
        </p:txBody>
      </p:sp>
      <p:sp>
        <p:nvSpPr>
          <p:cNvPr id="18" name="o17">
            <a:extLst xmlns:a="http://schemas.openxmlformats.org/drawingml/2006/main">
              <a:ext uri="{FF2B5EF4-FFF2-40B4-BE49-F238E27FC236}">
                <a16:creationId xmlns:a16="http://schemas.microsoft.com/office/drawing/2014/main" id="{BBC37F83-DCD6-4E10-9C46-86DD64C53AF2}"/>
              </a:ext>
            </a:extLst>
          </p:cNvPr>
          <p:cNvSpPr>
            <a:spLocks xmlns:a="http://schemas.openxmlformats.org/drawingml/2006/main" noGrp="1"/>
          </p:cNvSpPr>
          <p:nvPr/>
        </p:nvSpPr>
        <p:spPr>
          <a:xfrm xmlns:a="http://schemas.openxmlformats.org/drawingml/2006/main">
            <a:off x="1143000" y="4019550"/>
            <a:ext cx="1714500" cy="552450"/>
          </a:xfrm>
          <a:prstGeom xmlns:a="http://schemas.openxmlformats.org/drawingml/2006/main" prst="roundRect">
            <a:avLst>
              <a:gd name="adj" fmla="val 13793"/>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650" b="1">
                <a:solidFill>
                  <a:srgbClr val="32668E"/>
                </a:solidFill>
                <a:latin typeface="Noto Sans SC"/>
                <a:ea typeface="Noto Sans SC"/>
                <a:cs typeface="Noto Sans SC"/>
              </a:defRPr>
            </a:defPPr>
            <a:lvl1pPr algn="ctr">
              <a:defRPr sz="1650" b="1">
                <a:solidFill>
                  <a:srgbClr val="32668E"/>
                </a:solidFill>
                <a:latin typeface="Noto Sans SC"/>
                <a:ea typeface="Noto Sans SC"/>
                <a:cs typeface="Noto Sans SC"/>
              </a:defRPr>
            </a:lvl1pPr>
            <a:lvl2pPr algn="ctr">
              <a:defRPr sz="1650" b="1">
                <a:solidFill>
                  <a:srgbClr val="32668E"/>
                </a:solidFill>
                <a:latin typeface="Noto Sans SC"/>
                <a:ea typeface="Noto Sans SC"/>
                <a:cs typeface="Noto Sans SC"/>
              </a:defRPr>
            </a:lvl2pPr>
            <a:lvl3pPr algn="ctr">
              <a:defRPr sz="1650" b="1">
                <a:solidFill>
                  <a:srgbClr val="32668E"/>
                </a:solidFill>
                <a:latin typeface="Noto Sans SC"/>
                <a:ea typeface="Noto Sans SC"/>
                <a:cs typeface="Noto Sans SC"/>
              </a:defRPr>
            </a:lvl3pPr>
            <a:lvl4pPr algn="ctr">
              <a:defRPr sz="1650" b="1">
                <a:solidFill>
                  <a:srgbClr val="32668E"/>
                </a:solidFill>
                <a:latin typeface="Noto Sans SC"/>
                <a:ea typeface="Noto Sans SC"/>
                <a:cs typeface="Noto Sans SC"/>
              </a:defRPr>
            </a:lvl4pPr>
            <a:lvl5pPr algn="ctr">
              <a:defRPr sz="1650" b="1">
                <a:solidFill>
                  <a:srgbClr val="32668E"/>
                </a:solidFill>
                <a:latin typeface="Noto Sans SC"/>
                <a:ea typeface="Noto Sans SC"/>
                <a:cs typeface="Noto Sans SC"/>
              </a:defRPr>
            </a:lvl5pPr>
            <a:lvl6pPr algn="ctr">
              <a:defRPr sz="1650" b="1">
                <a:solidFill>
                  <a:srgbClr val="32668E"/>
                </a:solidFill>
                <a:latin typeface="Noto Sans SC"/>
                <a:ea typeface="Noto Sans SC"/>
                <a:cs typeface="Noto Sans SC"/>
              </a:defRPr>
            </a:lvl6pPr>
            <a:lvl7pPr algn="ctr">
              <a:defRPr sz="1650" b="1">
                <a:solidFill>
                  <a:srgbClr val="32668E"/>
                </a:solidFill>
                <a:latin typeface="Noto Sans SC"/>
                <a:ea typeface="Noto Sans SC"/>
                <a:cs typeface="Noto Sans SC"/>
              </a:defRPr>
            </a:lvl7pPr>
            <a:lvl8pPr algn="ctr">
              <a:defRPr sz="1650" b="1">
                <a:solidFill>
                  <a:srgbClr val="32668E"/>
                </a:solidFill>
                <a:latin typeface="Noto Sans SC"/>
                <a:ea typeface="Noto Sans SC"/>
                <a:cs typeface="Noto Sans SC"/>
              </a:defRPr>
            </a:lvl8pPr>
            <a:lvl9pPr algn="ctr">
              <a:defRPr sz="1650" b="1">
                <a:solidFill>
                  <a:srgbClr val="32668E"/>
                </a:solidFill>
                <a:latin typeface="Noto Sans SC"/>
                <a:ea typeface="Noto Sans SC"/>
                <a:cs typeface="Noto Sans SC"/>
              </a:defRPr>
            </a:lvl9pPr>
          </a:lstStyle>
          <a:p xmlns:a="http://schemas.openxmlformats.org/drawingml/2006/main">
            <a:pPr algn="ctr">
              <a:defRPr sz="1650" b="1">
                <a:solidFill>
                  <a:srgbClr val="32668E"/>
                </a:solidFill>
                <a:latin typeface="Noto Sans SC"/>
                <a:ea typeface="Noto Sans SC"/>
                <a:cs typeface="Noto Sans SC"/>
              </a:defRPr>
            </a:pPr>
            <a:r>
              <a:rPr sz="1650" b="1">
                <a:solidFill>
                  <a:srgbClr val="32668E"/>
                </a:solidFill>
                <a:latin typeface="Noto Sans SC"/>
                <a:ea typeface="Noto Sans SC"/>
                <a:cs typeface="Noto Sans SC"/>
              </a:rPr>
              <a:t>飞手</a:t>
            </a:r>
          </a:p>
        </p:txBody>
      </p:sp>
      <p:sp>
        <p:nvSpPr>
          <p:cNvPr id="19" name="line-11">
            <a:extLst xmlns:a="http://schemas.openxmlformats.org/drawingml/2006/main">
              <a:ext uri="{FF2B5EF4-FFF2-40B4-BE49-F238E27FC236}">
                <a16:creationId xmlns:a16="http://schemas.microsoft.com/office/drawing/2014/main" id="{000F4D9E-F326-4FE4-A7A7-F8625C64AC51}"/>
              </a:ext>
            </a:extLst>
          </p:cNvPr>
          <p:cNvSpPr>
            <a:spLocks xmlns:a="http://schemas.openxmlformats.org/drawingml/2006/main" noGrp="1"/>
          </p:cNvSpPr>
          <p:nvPr/>
        </p:nvSpPr>
        <p:spPr>
          <a:xfrm xmlns:a="http://schemas.openxmlformats.org/drawingml/2006/main" flipV="0">
            <a:off x="2000250" y="3429000"/>
            <a:ext cx="953" cy="590550"/>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20" name="line-11">
            <a:extLst xmlns:a="http://schemas.openxmlformats.org/drawingml/2006/main">
              <a:ext uri="{FF2B5EF4-FFF2-40B4-BE49-F238E27FC236}">
                <a16:creationId xmlns:a16="http://schemas.microsoft.com/office/drawing/2014/main" id="{D1EAA15D-6026-4FCA-BA8F-CD259DDC7CAC}"/>
              </a:ext>
            </a:extLst>
          </p:cNvPr>
          <p:cNvSpPr>
            <a:spLocks xmlns:a="http://schemas.openxmlformats.org/drawingml/2006/main" noGrp="1"/>
          </p:cNvSpPr>
          <p:nvPr/>
        </p:nvSpPr>
        <p:spPr>
          <a:xfrm xmlns:a="http://schemas.openxmlformats.org/drawingml/2006/main" flipV="0">
            <a:off x="1959151" y="3944319"/>
            <a:ext cx="41099" cy="75231"/>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21" name="line-11">
            <a:extLst xmlns:a="http://schemas.openxmlformats.org/drawingml/2006/main">
              <a:ext uri="{FF2B5EF4-FFF2-40B4-BE49-F238E27FC236}">
                <a16:creationId xmlns:a16="http://schemas.microsoft.com/office/drawing/2014/main" id="{18952257-A3FE-4138-BF38-A75ECA248A31}"/>
              </a:ext>
            </a:extLst>
          </p:cNvPr>
          <p:cNvSpPr>
            <a:spLocks xmlns:a="http://schemas.openxmlformats.org/drawingml/2006/main" noGrp="1"/>
          </p:cNvSpPr>
          <p:nvPr/>
        </p:nvSpPr>
        <p:spPr>
          <a:xfrm xmlns:a="http://schemas.openxmlformats.org/drawingml/2006/main" flipV="1">
            <a:off x="2000250" y="3944319"/>
            <a:ext cx="41099" cy="75231"/>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22" name="o21">
            <a:extLst xmlns:a="http://schemas.openxmlformats.org/drawingml/2006/main">
              <a:ext uri="{FF2B5EF4-FFF2-40B4-BE49-F238E27FC236}">
                <a16:creationId xmlns:a16="http://schemas.microsoft.com/office/drawing/2014/main" id="{29798B7E-B12E-4E4F-870A-1A64203D3604}"/>
              </a:ext>
            </a:extLst>
          </p:cNvPr>
          <p:cNvSpPr>
            <a:spLocks xmlns:a="http://schemas.openxmlformats.org/drawingml/2006/main" noGrp="1"/>
          </p:cNvSpPr>
          <p:nvPr/>
        </p:nvSpPr>
        <p:spPr>
          <a:xfrm xmlns:a="http://schemas.openxmlformats.org/drawingml/2006/main">
            <a:off x="3714750" y="2876550"/>
            <a:ext cx="2381250" cy="552450"/>
          </a:xfrm>
          <a:prstGeom xmlns:a="http://schemas.openxmlformats.org/drawingml/2006/main" prst="roundRect">
            <a:avLst>
              <a:gd name="adj" fmla="val 13793"/>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650" b="1">
                <a:solidFill>
                  <a:srgbClr val="0F6E73"/>
                </a:solidFill>
                <a:latin typeface="Noto Sans SC"/>
                <a:ea typeface="Noto Sans SC"/>
                <a:cs typeface="Noto Sans SC"/>
              </a:defRPr>
            </a:defPPr>
            <a:lvl1pPr algn="ctr">
              <a:defRPr sz="1650" b="1">
                <a:solidFill>
                  <a:srgbClr val="0F6E73"/>
                </a:solidFill>
                <a:latin typeface="Noto Sans SC"/>
                <a:ea typeface="Noto Sans SC"/>
                <a:cs typeface="Noto Sans SC"/>
              </a:defRPr>
            </a:lvl1pPr>
            <a:lvl2pPr algn="ctr">
              <a:defRPr sz="1650" b="1">
                <a:solidFill>
                  <a:srgbClr val="0F6E73"/>
                </a:solidFill>
                <a:latin typeface="Noto Sans SC"/>
                <a:ea typeface="Noto Sans SC"/>
                <a:cs typeface="Noto Sans SC"/>
              </a:defRPr>
            </a:lvl2pPr>
            <a:lvl3pPr algn="ctr">
              <a:defRPr sz="1650" b="1">
                <a:solidFill>
                  <a:srgbClr val="0F6E73"/>
                </a:solidFill>
                <a:latin typeface="Noto Sans SC"/>
                <a:ea typeface="Noto Sans SC"/>
                <a:cs typeface="Noto Sans SC"/>
              </a:defRPr>
            </a:lvl3pPr>
            <a:lvl4pPr algn="ctr">
              <a:defRPr sz="1650" b="1">
                <a:solidFill>
                  <a:srgbClr val="0F6E73"/>
                </a:solidFill>
                <a:latin typeface="Noto Sans SC"/>
                <a:ea typeface="Noto Sans SC"/>
                <a:cs typeface="Noto Sans SC"/>
              </a:defRPr>
            </a:lvl4pPr>
            <a:lvl5pPr algn="ctr">
              <a:defRPr sz="1650" b="1">
                <a:solidFill>
                  <a:srgbClr val="0F6E73"/>
                </a:solidFill>
                <a:latin typeface="Noto Sans SC"/>
                <a:ea typeface="Noto Sans SC"/>
                <a:cs typeface="Noto Sans SC"/>
              </a:defRPr>
            </a:lvl5pPr>
            <a:lvl6pPr algn="ctr">
              <a:defRPr sz="1650" b="1">
                <a:solidFill>
                  <a:srgbClr val="0F6E73"/>
                </a:solidFill>
                <a:latin typeface="Noto Sans SC"/>
                <a:ea typeface="Noto Sans SC"/>
                <a:cs typeface="Noto Sans SC"/>
              </a:defRPr>
            </a:lvl6pPr>
            <a:lvl7pPr algn="ctr">
              <a:defRPr sz="1650" b="1">
                <a:solidFill>
                  <a:srgbClr val="0F6E73"/>
                </a:solidFill>
                <a:latin typeface="Noto Sans SC"/>
                <a:ea typeface="Noto Sans SC"/>
                <a:cs typeface="Noto Sans SC"/>
              </a:defRPr>
            </a:lvl7pPr>
            <a:lvl8pPr algn="ctr">
              <a:defRPr sz="1650" b="1">
                <a:solidFill>
                  <a:srgbClr val="0F6E73"/>
                </a:solidFill>
                <a:latin typeface="Noto Sans SC"/>
                <a:ea typeface="Noto Sans SC"/>
                <a:cs typeface="Noto Sans SC"/>
              </a:defRPr>
            </a:lvl8pPr>
            <a:lvl9pPr algn="ctr">
              <a:defRPr sz="1650" b="1">
                <a:solidFill>
                  <a:srgbClr val="0F6E73"/>
                </a:solidFill>
                <a:latin typeface="Noto Sans SC"/>
                <a:ea typeface="Noto Sans SC"/>
                <a:cs typeface="Noto Sans SC"/>
              </a:defRPr>
            </a:lvl9pPr>
          </a:lstStyle>
          <a:p xmlns:a="http://schemas.openxmlformats.org/drawingml/2006/main">
            <a:pPr algn="ctr">
              <a:defRPr sz="1650" b="1">
                <a:solidFill>
                  <a:srgbClr val="0F6E73"/>
                </a:solidFill>
                <a:latin typeface="Noto Sans SC"/>
                <a:ea typeface="Noto Sans SC"/>
                <a:cs typeface="Noto Sans SC"/>
              </a:defRPr>
            </a:pPr>
            <a:r>
              <a:rPr sz="1650" b="1">
                <a:solidFill>
                  <a:srgbClr val="0F6E73"/>
                </a:solidFill>
                <a:latin typeface="Noto Sans SC"/>
                <a:ea typeface="Noto Sans SC"/>
                <a:cs typeface="Noto Sans SC"/>
              </a:rPr>
              <a:t>规范化 SN</a:t>
            </a:r>
          </a:p>
        </p:txBody>
      </p:sp>
      <p:sp>
        <p:nvSpPr>
          <p:cNvPr id="23" name="line-12">
            <a:extLst xmlns:a="http://schemas.openxmlformats.org/drawingml/2006/main">
              <a:ext uri="{FF2B5EF4-FFF2-40B4-BE49-F238E27FC236}">
                <a16:creationId xmlns:a16="http://schemas.microsoft.com/office/drawing/2014/main" id="{2513ED27-001C-458A-B16D-93C2804C3092}"/>
              </a:ext>
            </a:extLst>
          </p:cNvPr>
          <p:cNvSpPr>
            <a:spLocks xmlns:a="http://schemas.openxmlformats.org/drawingml/2006/main" noGrp="1"/>
          </p:cNvSpPr>
          <p:nvPr/>
        </p:nvSpPr>
        <p:spPr>
          <a:xfrm xmlns:a="http://schemas.openxmlformats.org/drawingml/2006/main" flipV="0">
            <a:off x="2857500" y="3143250"/>
            <a:ext cx="857250"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24" name="line-12">
            <a:extLst xmlns:a="http://schemas.openxmlformats.org/drawingml/2006/main">
              <a:ext uri="{FF2B5EF4-FFF2-40B4-BE49-F238E27FC236}">
                <a16:creationId xmlns:a16="http://schemas.microsoft.com/office/drawing/2014/main" id="{960FD9AE-4C76-45C8-8BE9-A2E29D7DA398}"/>
              </a:ext>
            </a:extLst>
          </p:cNvPr>
          <p:cNvSpPr>
            <a:spLocks xmlns:a="http://schemas.openxmlformats.org/drawingml/2006/main" noGrp="1"/>
          </p:cNvSpPr>
          <p:nvPr/>
        </p:nvSpPr>
        <p:spPr>
          <a:xfrm xmlns:a="http://schemas.openxmlformats.org/drawingml/2006/main" flipV="1">
            <a:off x="2857500" y="3102151"/>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25" name="line-12">
            <a:extLst xmlns:a="http://schemas.openxmlformats.org/drawingml/2006/main">
              <a:ext uri="{FF2B5EF4-FFF2-40B4-BE49-F238E27FC236}">
                <a16:creationId xmlns:a16="http://schemas.microsoft.com/office/drawing/2014/main" id="{263EAEC5-8FC5-4384-BCA1-44FDF9F4626E}"/>
              </a:ext>
            </a:extLst>
          </p:cNvPr>
          <p:cNvSpPr>
            <a:spLocks xmlns:a="http://schemas.openxmlformats.org/drawingml/2006/main" noGrp="1"/>
          </p:cNvSpPr>
          <p:nvPr/>
        </p:nvSpPr>
        <p:spPr>
          <a:xfrm xmlns:a="http://schemas.openxmlformats.org/drawingml/2006/main" flipV="0">
            <a:off x="2857500" y="3143250"/>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26" name="o25">
            <a:extLst xmlns:a="http://schemas.openxmlformats.org/drawingml/2006/main">
              <a:ext uri="{FF2B5EF4-FFF2-40B4-BE49-F238E27FC236}">
                <a16:creationId xmlns:a16="http://schemas.microsoft.com/office/drawing/2014/main" id="{0D9C43D6-9F18-47BE-BAB4-654D59D3A563}"/>
              </a:ext>
            </a:extLst>
          </p:cNvPr>
          <p:cNvSpPr>
            <a:spLocks xmlns:a="http://schemas.openxmlformats.org/drawingml/2006/main" noGrp="1"/>
          </p:cNvSpPr>
          <p:nvPr/>
        </p:nvSpPr>
        <p:spPr>
          <a:xfrm xmlns:a="http://schemas.openxmlformats.org/drawingml/2006/main">
            <a:off x="6953250" y="2876550"/>
            <a:ext cx="2571750" cy="552450"/>
          </a:xfrm>
          <a:prstGeom xmlns:a="http://schemas.openxmlformats.org/drawingml/2006/main" prst="roundRect">
            <a:avLst>
              <a:gd name="adj" fmla="val 13793"/>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650" b="1">
                <a:solidFill>
                  <a:srgbClr val="0F6E73"/>
                </a:solidFill>
                <a:latin typeface="Noto Sans SC"/>
                <a:ea typeface="Noto Sans SC"/>
                <a:cs typeface="Noto Sans SC"/>
              </a:defRPr>
            </a:defPPr>
            <a:lvl1pPr algn="ctr">
              <a:defRPr sz="1650" b="1">
                <a:solidFill>
                  <a:srgbClr val="0F6E73"/>
                </a:solidFill>
                <a:latin typeface="Noto Sans SC"/>
                <a:ea typeface="Noto Sans SC"/>
                <a:cs typeface="Noto Sans SC"/>
              </a:defRPr>
            </a:lvl1pPr>
            <a:lvl2pPr algn="ctr">
              <a:defRPr sz="1650" b="1">
                <a:solidFill>
                  <a:srgbClr val="0F6E73"/>
                </a:solidFill>
                <a:latin typeface="Noto Sans SC"/>
                <a:ea typeface="Noto Sans SC"/>
                <a:cs typeface="Noto Sans SC"/>
              </a:defRPr>
            </a:lvl2pPr>
            <a:lvl3pPr algn="ctr">
              <a:defRPr sz="1650" b="1">
                <a:solidFill>
                  <a:srgbClr val="0F6E73"/>
                </a:solidFill>
                <a:latin typeface="Noto Sans SC"/>
                <a:ea typeface="Noto Sans SC"/>
                <a:cs typeface="Noto Sans SC"/>
              </a:defRPr>
            </a:lvl3pPr>
            <a:lvl4pPr algn="ctr">
              <a:defRPr sz="1650" b="1">
                <a:solidFill>
                  <a:srgbClr val="0F6E73"/>
                </a:solidFill>
                <a:latin typeface="Noto Sans SC"/>
                <a:ea typeface="Noto Sans SC"/>
                <a:cs typeface="Noto Sans SC"/>
              </a:defRPr>
            </a:lvl4pPr>
            <a:lvl5pPr algn="ctr">
              <a:defRPr sz="1650" b="1">
                <a:solidFill>
                  <a:srgbClr val="0F6E73"/>
                </a:solidFill>
                <a:latin typeface="Noto Sans SC"/>
                <a:ea typeface="Noto Sans SC"/>
                <a:cs typeface="Noto Sans SC"/>
              </a:defRPr>
            </a:lvl5pPr>
            <a:lvl6pPr algn="ctr">
              <a:defRPr sz="1650" b="1">
                <a:solidFill>
                  <a:srgbClr val="0F6E73"/>
                </a:solidFill>
                <a:latin typeface="Noto Sans SC"/>
                <a:ea typeface="Noto Sans SC"/>
                <a:cs typeface="Noto Sans SC"/>
              </a:defRPr>
            </a:lvl6pPr>
            <a:lvl7pPr algn="ctr">
              <a:defRPr sz="1650" b="1">
                <a:solidFill>
                  <a:srgbClr val="0F6E73"/>
                </a:solidFill>
                <a:latin typeface="Noto Sans SC"/>
                <a:ea typeface="Noto Sans SC"/>
                <a:cs typeface="Noto Sans SC"/>
              </a:defRPr>
            </a:lvl7pPr>
            <a:lvl8pPr algn="ctr">
              <a:defRPr sz="1650" b="1">
                <a:solidFill>
                  <a:srgbClr val="0F6E73"/>
                </a:solidFill>
                <a:latin typeface="Noto Sans SC"/>
                <a:ea typeface="Noto Sans SC"/>
                <a:cs typeface="Noto Sans SC"/>
              </a:defRPr>
            </a:lvl8pPr>
            <a:lvl9pPr algn="ctr">
              <a:defRPr sz="1650" b="1">
                <a:solidFill>
                  <a:srgbClr val="0F6E73"/>
                </a:solidFill>
                <a:latin typeface="Noto Sans SC"/>
                <a:ea typeface="Noto Sans SC"/>
                <a:cs typeface="Noto Sans SC"/>
              </a:defRPr>
            </a:lvl9pPr>
          </a:lstStyle>
          <a:p xmlns:a="http://schemas.openxmlformats.org/drawingml/2006/main">
            <a:pPr algn="ctr">
              <a:defRPr sz="1650" b="1">
                <a:solidFill>
                  <a:srgbClr val="0F6E73"/>
                </a:solidFill>
                <a:latin typeface="Noto Sans SC"/>
                <a:ea typeface="Noto Sans SC"/>
                <a:cs typeface="Noto Sans SC"/>
              </a:defRPr>
            </a:pPr>
            <a:r>
              <a:rPr sz="1650" b="1">
                <a:solidFill>
                  <a:srgbClr val="0F6E73"/>
                </a:solidFill>
                <a:latin typeface="Noto Sans SC"/>
                <a:ea typeface="Noto Sans SC"/>
                <a:cs typeface="Noto Sans SC"/>
              </a:rPr>
              <a:t>白名单／计划</a:t>
            </a:r>
          </a:p>
        </p:txBody>
      </p:sp>
      <p:sp>
        <p:nvSpPr>
          <p:cNvPr id="27" name="line-13">
            <a:extLst xmlns:a="http://schemas.openxmlformats.org/drawingml/2006/main">
              <a:ext uri="{FF2B5EF4-FFF2-40B4-BE49-F238E27FC236}">
                <a16:creationId xmlns:a16="http://schemas.microsoft.com/office/drawing/2014/main" id="{4C160897-CE6D-474B-B7C2-23EC504D27AC}"/>
              </a:ext>
            </a:extLst>
          </p:cNvPr>
          <p:cNvSpPr>
            <a:spLocks xmlns:a="http://schemas.openxmlformats.org/drawingml/2006/main" noGrp="1"/>
          </p:cNvSpPr>
          <p:nvPr/>
        </p:nvSpPr>
        <p:spPr>
          <a:xfrm xmlns:a="http://schemas.openxmlformats.org/drawingml/2006/main" flipV="0">
            <a:off x="6096000" y="3143250"/>
            <a:ext cx="857250"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28" name="line-13">
            <a:extLst xmlns:a="http://schemas.openxmlformats.org/drawingml/2006/main">
              <a:ext uri="{FF2B5EF4-FFF2-40B4-BE49-F238E27FC236}">
                <a16:creationId xmlns:a16="http://schemas.microsoft.com/office/drawing/2014/main" id="{1ABA88AB-A817-4AA5-BC5A-C227DF17B01C}"/>
              </a:ext>
            </a:extLst>
          </p:cNvPr>
          <p:cNvSpPr>
            <a:spLocks xmlns:a="http://schemas.openxmlformats.org/drawingml/2006/main" noGrp="1"/>
          </p:cNvSpPr>
          <p:nvPr/>
        </p:nvSpPr>
        <p:spPr>
          <a:xfrm xmlns:a="http://schemas.openxmlformats.org/drawingml/2006/main" flipV="1">
            <a:off x="6878019" y="3143250"/>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29" name="line-13">
            <a:extLst xmlns:a="http://schemas.openxmlformats.org/drawingml/2006/main">
              <a:ext uri="{FF2B5EF4-FFF2-40B4-BE49-F238E27FC236}">
                <a16:creationId xmlns:a16="http://schemas.microsoft.com/office/drawing/2014/main" id="{A8DAF84C-DD6D-4A7A-98D2-15F5CE46B4CB}"/>
              </a:ext>
            </a:extLst>
          </p:cNvPr>
          <p:cNvSpPr>
            <a:spLocks xmlns:a="http://schemas.openxmlformats.org/drawingml/2006/main" noGrp="1"/>
          </p:cNvSpPr>
          <p:nvPr/>
        </p:nvSpPr>
        <p:spPr>
          <a:xfrm xmlns:a="http://schemas.openxmlformats.org/drawingml/2006/main" flipV="0">
            <a:off x="6878019" y="3102151"/>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30" name="o29">
            <a:extLst xmlns:a="http://schemas.openxmlformats.org/drawingml/2006/main">
              <a:ext uri="{FF2B5EF4-FFF2-40B4-BE49-F238E27FC236}">
                <a16:creationId xmlns:a16="http://schemas.microsoft.com/office/drawing/2014/main" id="{E77CC3AA-A3EE-4401-A6AB-4ADDECB0ADE2}"/>
              </a:ext>
            </a:extLst>
          </p:cNvPr>
          <p:cNvSpPr>
            <a:spLocks xmlns:a="http://schemas.openxmlformats.org/drawingml/2006/main" noGrp="1"/>
          </p:cNvSpPr>
          <p:nvPr/>
        </p:nvSpPr>
        <p:spPr>
          <a:xfrm xmlns:a="http://schemas.openxmlformats.org/drawingml/2006/main">
            <a:off x="2190750" y="35909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b="0">
                <a:solidFill>
                  <a:srgbClr val="32668E"/>
                </a:solidFill>
                <a:latin typeface="Noto Sans SC"/>
                <a:ea typeface="Noto Sans SC"/>
                <a:cs typeface="Noto Sans SC"/>
              </a:defRPr>
            </a:defPPr>
            <a:lvl1pPr algn="l">
              <a:defRPr sz="1350" b="0">
                <a:solidFill>
                  <a:srgbClr val="32668E"/>
                </a:solidFill>
                <a:latin typeface="Noto Sans SC"/>
                <a:ea typeface="Noto Sans SC"/>
                <a:cs typeface="Noto Sans SC"/>
              </a:defRPr>
            </a:lvl1pPr>
            <a:lvl2pPr algn="l">
              <a:defRPr sz="1350" b="0">
                <a:solidFill>
                  <a:srgbClr val="32668E"/>
                </a:solidFill>
                <a:latin typeface="Noto Sans SC"/>
                <a:ea typeface="Noto Sans SC"/>
                <a:cs typeface="Noto Sans SC"/>
              </a:defRPr>
            </a:lvl2pPr>
            <a:lvl3pPr algn="l">
              <a:defRPr sz="1350" b="0">
                <a:solidFill>
                  <a:srgbClr val="32668E"/>
                </a:solidFill>
                <a:latin typeface="Noto Sans SC"/>
                <a:ea typeface="Noto Sans SC"/>
                <a:cs typeface="Noto Sans SC"/>
              </a:defRPr>
            </a:lvl3pPr>
            <a:lvl4pPr algn="l">
              <a:defRPr sz="1350" b="0">
                <a:solidFill>
                  <a:srgbClr val="32668E"/>
                </a:solidFill>
                <a:latin typeface="Noto Sans SC"/>
                <a:ea typeface="Noto Sans SC"/>
                <a:cs typeface="Noto Sans SC"/>
              </a:defRPr>
            </a:lvl4pPr>
            <a:lvl5pPr algn="l">
              <a:defRPr sz="1350" b="0">
                <a:solidFill>
                  <a:srgbClr val="32668E"/>
                </a:solidFill>
                <a:latin typeface="Noto Sans SC"/>
                <a:ea typeface="Noto Sans SC"/>
                <a:cs typeface="Noto Sans SC"/>
              </a:defRPr>
            </a:lvl5pPr>
            <a:lvl6pPr algn="l">
              <a:defRPr sz="1350" b="0">
                <a:solidFill>
                  <a:srgbClr val="32668E"/>
                </a:solidFill>
                <a:latin typeface="Noto Sans SC"/>
                <a:ea typeface="Noto Sans SC"/>
                <a:cs typeface="Noto Sans SC"/>
              </a:defRPr>
            </a:lvl6pPr>
            <a:lvl7pPr algn="l">
              <a:defRPr sz="1350" b="0">
                <a:solidFill>
                  <a:srgbClr val="32668E"/>
                </a:solidFill>
                <a:latin typeface="Noto Sans SC"/>
                <a:ea typeface="Noto Sans SC"/>
                <a:cs typeface="Noto Sans SC"/>
              </a:defRPr>
            </a:lvl7pPr>
            <a:lvl8pPr algn="l">
              <a:defRPr sz="1350" b="0">
                <a:solidFill>
                  <a:srgbClr val="32668E"/>
                </a:solidFill>
                <a:latin typeface="Noto Sans SC"/>
                <a:ea typeface="Noto Sans SC"/>
                <a:cs typeface="Noto Sans SC"/>
              </a:defRPr>
            </a:lvl8pPr>
            <a:lvl9pPr algn="l">
              <a:defRPr sz="1350" b="0">
                <a:solidFill>
                  <a:srgbClr val="32668E"/>
                </a:solidFill>
                <a:latin typeface="Noto Sans SC"/>
                <a:ea typeface="Noto Sans SC"/>
                <a:cs typeface="Noto Sans SC"/>
              </a:defRPr>
            </a:lvl9pPr>
          </a:lstStyle>
          <a:p xmlns:a="http://schemas.openxmlformats.org/drawingml/2006/main">
            <a:pPr algn="l">
              <a:defRPr sz="1350" b="0">
                <a:solidFill>
                  <a:srgbClr val="32668E"/>
                </a:solidFill>
                <a:latin typeface="Noto Sans SC"/>
                <a:ea typeface="Noto Sans SC"/>
                <a:cs typeface="Noto Sans SC"/>
              </a:defRPr>
            </a:pPr>
            <a:r>
              <a:rPr sz="1350" b="0">
                <a:solidFill>
                  <a:srgbClr val="32668E"/>
                </a:solidFill>
                <a:latin typeface="Noto Sans SC"/>
                <a:ea typeface="Noto Sans SC"/>
                <a:cs typeface="Noto Sans SC"/>
              </a:rPr>
              <a:t>personId</a:t>
            </a:r>
          </a:p>
        </p:txBody>
      </p:sp>
      <p:sp>
        <p:nvSpPr>
          <p:cNvPr id="31" name="o30">
            <a:extLst xmlns:a="http://schemas.openxmlformats.org/drawingml/2006/main">
              <a:ext uri="{FF2B5EF4-FFF2-40B4-BE49-F238E27FC236}">
                <a16:creationId xmlns:a16="http://schemas.microsoft.com/office/drawing/2014/main" id="{352B7D24-4478-4134-B8D8-2B4B6FFE36EA}"/>
              </a:ext>
            </a:extLst>
          </p:cNvPr>
          <p:cNvSpPr>
            <a:spLocks xmlns:a="http://schemas.openxmlformats.org/drawingml/2006/main" noGrp="1"/>
          </p:cNvSpPr>
          <p:nvPr/>
        </p:nvSpPr>
        <p:spPr>
          <a:xfrm xmlns:a="http://schemas.openxmlformats.org/drawingml/2006/main">
            <a:off x="3714750" y="3829050"/>
            <a:ext cx="619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1">
                <a:solidFill>
                  <a:srgbClr val="0F6E73"/>
                </a:solidFill>
                <a:latin typeface="Noto Sans SC"/>
                <a:ea typeface="Noto Sans SC"/>
                <a:cs typeface="Noto Sans SC"/>
              </a:defRPr>
            </a:defPPr>
            <a:lvl1pPr algn="l">
              <a:defRPr sz="1725" b="1">
                <a:solidFill>
                  <a:srgbClr val="0F6E73"/>
                </a:solidFill>
                <a:latin typeface="Noto Sans SC"/>
                <a:ea typeface="Noto Sans SC"/>
                <a:cs typeface="Noto Sans SC"/>
              </a:defRPr>
            </a:lvl1pPr>
            <a:lvl2pPr algn="l">
              <a:defRPr sz="1725" b="1">
                <a:solidFill>
                  <a:srgbClr val="0F6E73"/>
                </a:solidFill>
                <a:latin typeface="Noto Sans SC"/>
                <a:ea typeface="Noto Sans SC"/>
                <a:cs typeface="Noto Sans SC"/>
              </a:defRPr>
            </a:lvl2pPr>
            <a:lvl3pPr algn="l">
              <a:defRPr sz="1725" b="1">
                <a:solidFill>
                  <a:srgbClr val="0F6E73"/>
                </a:solidFill>
                <a:latin typeface="Noto Sans SC"/>
                <a:ea typeface="Noto Sans SC"/>
                <a:cs typeface="Noto Sans SC"/>
              </a:defRPr>
            </a:lvl3pPr>
            <a:lvl4pPr algn="l">
              <a:defRPr sz="1725" b="1">
                <a:solidFill>
                  <a:srgbClr val="0F6E73"/>
                </a:solidFill>
                <a:latin typeface="Noto Sans SC"/>
                <a:ea typeface="Noto Sans SC"/>
                <a:cs typeface="Noto Sans SC"/>
              </a:defRPr>
            </a:lvl4pPr>
            <a:lvl5pPr algn="l">
              <a:defRPr sz="1725" b="1">
                <a:solidFill>
                  <a:srgbClr val="0F6E73"/>
                </a:solidFill>
                <a:latin typeface="Noto Sans SC"/>
                <a:ea typeface="Noto Sans SC"/>
                <a:cs typeface="Noto Sans SC"/>
              </a:defRPr>
            </a:lvl5pPr>
            <a:lvl6pPr algn="l">
              <a:defRPr sz="1725" b="1">
                <a:solidFill>
                  <a:srgbClr val="0F6E73"/>
                </a:solidFill>
                <a:latin typeface="Noto Sans SC"/>
                <a:ea typeface="Noto Sans SC"/>
                <a:cs typeface="Noto Sans SC"/>
              </a:defRPr>
            </a:lvl6pPr>
            <a:lvl7pPr algn="l">
              <a:defRPr sz="1725" b="1">
                <a:solidFill>
                  <a:srgbClr val="0F6E73"/>
                </a:solidFill>
                <a:latin typeface="Noto Sans SC"/>
                <a:ea typeface="Noto Sans SC"/>
                <a:cs typeface="Noto Sans SC"/>
              </a:defRPr>
            </a:lvl7pPr>
            <a:lvl8pPr algn="l">
              <a:defRPr sz="1725" b="1">
                <a:solidFill>
                  <a:srgbClr val="0F6E73"/>
                </a:solidFill>
                <a:latin typeface="Noto Sans SC"/>
                <a:ea typeface="Noto Sans SC"/>
                <a:cs typeface="Noto Sans SC"/>
              </a:defRPr>
            </a:lvl8pPr>
            <a:lvl9pPr algn="l">
              <a:defRPr sz="1725" b="1">
                <a:solidFill>
                  <a:srgbClr val="0F6E73"/>
                </a:solidFill>
                <a:latin typeface="Noto Sans SC"/>
                <a:ea typeface="Noto Sans SC"/>
                <a:cs typeface="Noto Sans SC"/>
              </a:defRPr>
            </a:lvl9pPr>
          </a:lstStyle>
          <a:p xmlns:a="http://schemas.openxmlformats.org/drawingml/2006/main">
            <a:pPr algn="l">
              <a:defRPr sz="1725" b="1">
                <a:solidFill>
                  <a:srgbClr val="0F6E73"/>
                </a:solidFill>
                <a:latin typeface="Noto Sans SC"/>
                <a:ea typeface="Noto Sans SC"/>
                <a:cs typeface="Noto Sans SC"/>
              </a:defRPr>
            </a:pPr>
            <a:r>
              <a:rPr sz="1725" b="1">
                <a:solidFill>
                  <a:srgbClr val="0F6E73"/>
                </a:solidFill>
                <a:latin typeface="Noto Sans SC"/>
                <a:ea typeface="Noto Sans SC"/>
                <a:cs typeface="Noto Sans SC"/>
              </a:rPr>
              <a:t>targetAttributes + 内部业务集合</a:t>
            </a:r>
          </a:p>
        </p:txBody>
      </p:sp>
      <p:sp>
        <p:nvSpPr>
          <p:cNvPr id="32" name="o31">
            <a:extLst xmlns:a="http://schemas.openxmlformats.org/drawingml/2006/main">
              <a:ext uri="{FF2B5EF4-FFF2-40B4-BE49-F238E27FC236}">
                <a16:creationId xmlns:a16="http://schemas.microsoft.com/office/drawing/2014/main" id="{52FBDF1C-D444-4C57-883B-D829693177EC}"/>
              </a:ext>
            </a:extLst>
          </p:cNvPr>
          <p:cNvSpPr>
            <a:spLocks xmlns:a="http://schemas.openxmlformats.org/drawingml/2006/main" noGrp="1"/>
          </p:cNvSpPr>
          <p:nvPr/>
        </p:nvSpPr>
        <p:spPr>
          <a:xfrm xmlns:a="http://schemas.openxmlformats.org/drawingml/2006/main">
            <a:off x="609600" y="4781550"/>
            <a:ext cx="5143500" cy="1028700"/>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33" name="line-16">
            <a:extLst xmlns:a="http://schemas.openxmlformats.org/drawingml/2006/main">
              <a:ext uri="{FF2B5EF4-FFF2-40B4-BE49-F238E27FC236}">
                <a16:creationId xmlns:a16="http://schemas.microsoft.com/office/drawing/2014/main" id="{D79DABE3-1FDF-4F62-9599-375EEC80FC2A}"/>
              </a:ext>
            </a:extLst>
          </p:cNvPr>
          <p:cNvSpPr>
            <a:spLocks xmlns:a="http://schemas.openxmlformats.org/drawingml/2006/main" noGrp="1"/>
          </p:cNvSpPr>
          <p:nvPr/>
        </p:nvSpPr>
        <p:spPr>
          <a:xfrm xmlns:a="http://schemas.openxmlformats.org/drawingml/2006/main" flipV="0">
            <a:off x="609600" y="4781550"/>
            <a:ext cx="5143500" cy="953"/>
          </a:xfrm>
          <a:prstGeom xmlns:a="http://schemas.openxmlformats.org/drawingml/2006/main" prst="line">
            <a:avLst/>
          </a:prstGeom>
          <a:noFill xmlns:a="http://schemas.openxmlformats.org/drawingml/2006/main"/>
          <a:ln xmlns:a="http://schemas.openxmlformats.org/drawingml/2006/main" w="28575">
            <a:solidFill>
              <a:srgbClr val="B85A1E"/>
            </a:solidFill>
            <a:prstDash val="solid"/>
          </a:ln>
        </p:spPr>
      </p:sp>
      <p:sp>
        <p:nvSpPr>
          <p:cNvPr id="34" name="o33">
            <a:extLst xmlns:a="http://schemas.openxmlformats.org/drawingml/2006/main">
              <a:ext uri="{FF2B5EF4-FFF2-40B4-BE49-F238E27FC236}">
                <a16:creationId xmlns:a16="http://schemas.microsoft.com/office/drawing/2014/main" id="{6050E38F-EC61-4F20-919D-AF3AABFB0A17}"/>
              </a:ext>
            </a:extLst>
          </p:cNvPr>
          <p:cNvSpPr>
            <a:spLocks xmlns:a="http://schemas.openxmlformats.org/drawingml/2006/main" noGrp="1"/>
          </p:cNvSpPr>
          <p:nvPr/>
        </p:nvSpPr>
        <p:spPr>
          <a:xfrm xmlns:a="http://schemas.openxmlformats.org/drawingml/2006/main">
            <a:off x="762000" y="4876800"/>
            <a:ext cx="4838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B85A1E"/>
                </a:solidFill>
                <a:latin typeface="Noto Sans SC"/>
                <a:ea typeface="Noto Sans SC"/>
                <a:cs typeface="Noto Sans SC"/>
              </a:defRPr>
            </a:defPPr>
            <a:lvl1pPr algn="l">
              <a:defRPr sz="1650" b="1">
                <a:solidFill>
                  <a:srgbClr val="B85A1E"/>
                </a:solidFill>
                <a:latin typeface="Noto Sans SC"/>
                <a:ea typeface="Noto Sans SC"/>
                <a:cs typeface="Noto Sans SC"/>
              </a:defRPr>
            </a:lvl1pPr>
            <a:lvl2pPr algn="l">
              <a:defRPr sz="1650" b="1">
                <a:solidFill>
                  <a:srgbClr val="B85A1E"/>
                </a:solidFill>
                <a:latin typeface="Noto Sans SC"/>
                <a:ea typeface="Noto Sans SC"/>
                <a:cs typeface="Noto Sans SC"/>
              </a:defRPr>
            </a:lvl2pPr>
            <a:lvl3pPr algn="l">
              <a:defRPr sz="1650" b="1">
                <a:solidFill>
                  <a:srgbClr val="B85A1E"/>
                </a:solidFill>
                <a:latin typeface="Noto Sans SC"/>
                <a:ea typeface="Noto Sans SC"/>
                <a:cs typeface="Noto Sans SC"/>
              </a:defRPr>
            </a:lvl3pPr>
            <a:lvl4pPr algn="l">
              <a:defRPr sz="1650" b="1">
                <a:solidFill>
                  <a:srgbClr val="B85A1E"/>
                </a:solidFill>
                <a:latin typeface="Noto Sans SC"/>
                <a:ea typeface="Noto Sans SC"/>
                <a:cs typeface="Noto Sans SC"/>
              </a:defRPr>
            </a:lvl4pPr>
            <a:lvl5pPr algn="l">
              <a:defRPr sz="1650" b="1">
                <a:solidFill>
                  <a:srgbClr val="B85A1E"/>
                </a:solidFill>
                <a:latin typeface="Noto Sans SC"/>
                <a:ea typeface="Noto Sans SC"/>
                <a:cs typeface="Noto Sans SC"/>
              </a:defRPr>
            </a:lvl5pPr>
            <a:lvl6pPr algn="l">
              <a:defRPr sz="1650" b="1">
                <a:solidFill>
                  <a:srgbClr val="B85A1E"/>
                </a:solidFill>
                <a:latin typeface="Noto Sans SC"/>
                <a:ea typeface="Noto Sans SC"/>
                <a:cs typeface="Noto Sans SC"/>
              </a:defRPr>
            </a:lvl6pPr>
            <a:lvl7pPr algn="l">
              <a:defRPr sz="1650" b="1">
                <a:solidFill>
                  <a:srgbClr val="B85A1E"/>
                </a:solidFill>
                <a:latin typeface="Noto Sans SC"/>
                <a:ea typeface="Noto Sans SC"/>
                <a:cs typeface="Noto Sans SC"/>
              </a:defRPr>
            </a:lvl7pPr>
            <a:lvl8pPr algn="l">
              <a:defRPr sz="1650" b="1">
                <a:solidFill>
                  <a:srgbClr val="B85A1E"/>
                </a:solidFill>
                <a:latin typeface="Noto Sans SC"/>
                <a:ea typeface="Noto Sans SC"/>
                <a:cs typeface="Noto Sans SC"/>
              </a:defRPr>
            </a:lvl8pPr>
            <a:lvl9pPr algn="l">
              <a:defRPr sz="1650" b="1">
                <a:solidFill>
                  <a:srgbClr val="B85A1E"/>
                </a:solidFill>
                <a:latin typeface="Noto Sans SC"/>
                <a:ea typeface="Noto Sans SC"/>
                <a:cs typeface="Noto Sans SC"/>
              </a:defRPr>
            </a:lvl9pPr>
          </a:lstStyle>
          <a:p xmlns:a="http://schemas.openxmlformats.org/drawingml/2006/main">
            <a:pPr algn="l">
              <a:defRPr sz="1650" b="1">
                <a:solidFill>
                  <a:srgbClr val="B85A1E"/>
                </a:solidFill>
                <a:latin typeface="Noto Sans SC"/>
                <a:ea typeface="Noto Sans SC"/>
                <a:cs typeface="Noto Sans SC"/>
              </a:defRPr>
            </a:pPr>
            <a:r>
              <a:rPr sz="1650" b="1">
                <a:solidFill>
                  <a:srgbClr val="B85A1E"/>
                </a:solidFill>
                <a:latin typeface="Noto Sans SC"/>
                <a:ea typeface="Noto Sans SC"/>
                <a:cs typeface="Noto Sans SC"/>
              </a:rPr>
              <a:t>地图与诊断</a:t>
            </a:r>
          </a:p>
        </p:txBody>
      </p:sp>
      <p:sp>
        <p:nvSpPr>
          <p:cNvPr id="35" name="o34">
            <a:extLst xmlns:a="http://schemas.openxmlformats.org/drawingml/2006/main">
              <a:ext uri="{FF2B5EF4-FFF2-40B4-BE49-F238E27FC236}">
                <a16:creationId xmlns:a16="http://schemas.microsoft.com/office/drawing/2014/main" id="{BD714523-E409-44B2-9D69-324CC8DADB83}"/>
              </a:ext>
            </a:extLst>
          </p:cNvPr>
          <p:cNvSpPr>
            <a:spLocks xmlns:a="http://schemas.openxmlformats.org/drawingml/2006/main" noGrp="1"/>
          </p:cNvSpPr>
          <p:nvPr/>
        </p:nvSpPr>
        <p:spPr>
          <a:xfrm xmlns:a="http://schemas.openxmlformats.org/drawingml/2006/main">
            <a:off x="762000" y="5229225"/>
            <a:ext cx="48387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36A"/>
                </a:solidFill>
                <a:latin typeface="Noto Sans SC"/>
                <a:ea typeface="Noto Sans SC"/>
                <a:cs typeface="Noto Sans SC"/>
              </a:defRPr>
            </a:defPPr>
            <a:lvl1pPr algn="l">
              <a:defRPr sz="1425" b="0">
                <a:solidFill>
                  <a:srgbClr val="46536A"/>
                </a:solidFill>
                <a:latin typeface="Noto Sans SC"/>
                <a:ea typeface="Noto Sans SC"/>
                <a:cs typeface="Noto Sans SC"/>
              </a:defRPr>
            </a:lvl1pPr>
            <a:lvl2pPr algn="l">
              <a:defRPr sz="1425" b="0">
                <a:solidFill>
                  <a:srgbClr val="46536A"/>
                </a:solidFill>
                <a:latin typeface="Noto Sans SC"/>
                <a:ea typeface="Noto Sans SC"/>
                <a:cs typeface="Noto Sans SC"/>
              </a:defRPr>
            </a:lvl2pPr>
            <a:lvl3pPr algn="l">
              <a:defRPr sz="1425" b="0">
                <a:solidFill>
                  <a:srgbClr val="46536A"/>
                </a:solidFill>
                <a:latin typeface="Noto Sans SC"/>
                <a:ea typeface="Noto Sans SC"/>
                <a:cs typeface="Noto Sans SC"/>
              </a:defRPr>
            </a:lvl3pPr>
            <a:lvl4pPr algn="l">
              <a:defRPr sz="1425" b="0">
                <a:solidFill>
                  <a:srgbClr val="46536A"/>
                </a:solidFill>
                <a:latin typeface="Noto Sans SC"/>
                <a:ea typeface="Noto Sans SC"/>
                <a:cs typeface="Noto Sans SC"/>
              </a:defRPr>
            </a:lvl4pPr>
            <a:lvl5pPr algn="l">
              <a:defRPr sz="1425" b="0">
                <a:solidFill>
                  <a:srgbClr val="46536A"/>
                </a:solidFill>
                <a:latin typeface="Noto Sans SC"/>
                <a:ea typeface="Noto Sans SC"/>
                <a:cs typeface="Noto Sans SC"/>
              </a:defRPr>
            </a:lvl5pPr>
            <a:lvl6pPr algn="l">
              <a:defRPr sz="1425" b="0">
                <a:solidFill>
                  <a:srgbClr val="46536A"/>
                </a:solidFill>
                <a:latin typeface="Noto Sans SC"/>
                <a:ea typeface="Noto Sans SC"/>
                <a:cs typeface="Noto Sans SC"/>
              </a:defRPr>
            </a:lvl6pPr>
            <a:lvl7pPr algn="l">
              <a:defRPr sz="1425" b="0">
                <a:solidFill>
                  <a:srgbClr val="46536A"/>
                </a:solidFill>
                <a:latin typeface="Noto Sans SC"/>
                <a:ea typeface="Noto Sans SC"/>
                <a:cs typeface="Noto Sans SC"/>
              </a:defRPr>
            </a:lvl7pPr>
            <a:lvl8pPr algn="l">
              <a:defRPr sz="1425" b="0">
                <a:solidFill>
                  <a:srgbClr val="46536A"/>
                </a:solidFill>
                <a:latin typeface="Noto Sans SC"/>
                <a:ea typeface="Noto Sans SC"/>
                <a:cs typeface="Noto Sans SC"/>
              </a:defRPr>
            </a:lvl8pPr>
            <a:lvl9pPr algn="l">
              <a:defRPr sz="1425" b="0">
                <a:solidFill>
                  <a:srgbClr val="46536A"/>
                </a:solidFill>
                <a:latin typeface="Noto Sans SC"/>
                <a:ea typeface="Noto Sans SC"/>
                <a:cs typeface="Noto Sans SC"/>
              </a:defRPr>
            </a:lvl9pPr>
          </a:lstStyle>
          <a:p xmlns:a="http://schemas.openxmlformats.org/drawingml/2006/main">
            <a:pPr algn="l">
              <a:defRPr sz="1425" b="0">
                <a:solidFill>
                  <a:srgbClr val="46536A"/>
                </a:solidFill>
                <a:latin typeface="Noto Sans SC"/>
                <a:ea typeface="Noto Sans SC"/>
                <a:cs typeface="Noto Sans SC"/>
              </a:defRPr>
            </a:pPr>
            <a:r>
              <a:rPr sz="1425" b="0">
                <a:solidFill>
                  <a:srgbClr val="46536A"/>
                </a:solidFill>
                <a:latin typeface="Noto Sans SC"/>
                <a:ea typeface="Noto Sans SC"/>
                <a:cs typeface="Noto Sans SC"/>
              </a:rPr>
              <a:t>请求地图 / 默认地图</a:t>
            </a:r>
          </a:p>
          <a:p xmlns:a="http://schemas.openxmlformats.org/drawingml/2006/main">
            <a:pPr algn="l">
              <a:defRPr sz="1425" b="0">
                <a:solidFill>
                  <a:srgbClr val="46536A"/>
                </a:solidFill>
                <a:latin typeface="Noto Sans SC"/>
                <a:ea typeface="Noto Sans SC"/>
                <a:cs typeface="Noto Sans SC"/>
              </a:defRPr>
            </a:pPr>
            <a:r>
              <a:rPr sz="1425" b="0">
                <a:solidFill>
                  <a:srgbClr val="46536A"/>
                </a:solidFill>
                <a:latin typeface="Noto Sans SC"/>
                <a:ea typeface="Noto Sans SC"/>
                <a:cs typeface="Noto Sans SC"/>
              </a:rPr>
              <a:t>来源、数量及冲突进入诊断</a:t>
            </a:r>
          </a:p>
        </p:txBody>
      </p:sp>
      <p:sp>
        <p:nvSpPr>
          <p:cNvPr id="36" name="o35">
            <a:extLst xmlns:a="http://schemas.openxmlformats.org/drawingml/2006/main">
              <a:ext uri="{FF2B5EF4-FFF2-40B4-BE49-F238E27FC236}">
                <a16:creationId xmlns:a16="http://schemas.microsoft.com/office/drawing/2014/main" id="{4C451880-ACA1-43DF-A2D0-24FA58EA9B02}"/>
              </a:ext>
            </a:extLst>
          </p:cNvPr>
          <p:cNvSpPr>
            <a:spLocks xmlns:a="http://schemas.openxmlformats.org/drawingml/2006/main" noGrp="1"/>
          </p:cNvSpPr>
          <p:nvPr/>
        </p:nvSpPr>
        <p:spPr>
          <a:xfrm xmlns:a="http://schemas.openxmlformats.org/drawingml/2006/main">
            <a:off x="6115050" y="4781550"/>
            <a:ext cx="5467350" cy="1028700"/>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37" name="line-19">
            <a:extLst xmlns:a="http://schemas.openxmlformats.org/drawingml/2006/main">
              <a:ext uri="{FF2B5EF4-FFF2-40B4-BE49-F238E27FC236}">
                <a16:creationId xmlns:a16="http://schemas.microsoft.com/office/drawing/2014/main" id="{5FA3EED4-CD10-4C54-B5A6-C951736402B2}"/>
              </a:ext>
            </a:extLst>
          </p:cNvPr>
          <p:cNvSpPr>
            <a:spLocks xmlns:a="http://schemas.openxmlformats.org/drawingml/2006/main" noGrp="1"/>
          </p:cNvSpPr>
          <p:nvPr/>
        </p:nvSpPr>
        <p:spPr>
          <a:xfrm xmlns:a="http://schemas.openxmlformats.org/drawingml/2006/main" flipV="0">
            <a:off x="6115050" y="4781550"/>
            <a:ext cx="5467350" cy="953"/>
          </a:xfrm>
          <a:prstGeom xmlns:a="http://schemas.openxmlformats.org/drawingml/2006/main" prst="line">
            <a:avLst/>
          </a:prstGeom>
          <a:noFill xmlns:a="http://schemas.openxmlformats.org/drawingml/2006/main"/>
          <a:ln xmlns:a="http://schemas.openxmlformats.org/drawingml/2006/main" w="28575">
            <a:solidFill>
              <a:srgbClr val="32668E"/>
            </a:solidFill>
            <a:prstDash val="solid"/>
          </a:ln>
        </p:spPr>
      </p:sp>
      <p:sp>
        <p:nvSpPr>
          <p:cNvPr id="38" name="o37">
            <a:extLst xmlns:a="http://schemas.openxmlformats.org/drawingml/2006/main">
              <a:ext uri="{FF2B5EF4-FFF2-40B4-BE49-F238E27FC236}">
                <a16:creationId xmlns:a16="http://schemas.microsoft.com/office/drawing/2014/main" id="{9DFADE25-8EFC-47C3-8EF1-415B1EA7B463}"/>
              </a:ext>
            </a:extLst>
          </p:cNvPr>
          <p:cNvSpPr>
            <a:spLocks xmlns:a="http://schemas.openxmlformats.org/drawingml/2006/main" noGrp="1"/>
          </p:cNvSpPr>
          <p:nvPr/>
        </p:nvSpPr>
        <p:spPr>
          <a:xfrm xmlns:a="http://schemas.openxmlformats.org/drawingml/2006/main">
            <a:off x="6267450" y="4876800"/>
            <a:ext cx="5162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32668E"/>
                </a:solidFill>
                <a:latin typeface="Noto Sans SC"/>
                <a:ea typeface="Noto Sans SC"/>
                <a:cs typeface="Noto Sans SC"/>
              </a:defRPr>
            </a:defPPr>
            <a:lvl1pPr algn="l">
              <a:defRPr sz="1650" b="1">
                <a:solidFill>
                  <a:srgbClr val="32668E"/>
                </a:solidFill>
                <a:latin typeface="Noto Sans SC"/>
                <a:ea typeface="Noto Sans SC"/>
                <a:cs typeface="Noto Sans SC"/>
              </a:defRPr>
            </a:lvl1pPr>
            <a:lvl2pPr algn="l">
              <a:defRPr sz="1650" b="1">
                <a:solidFill>
                  <a:srgbClr val="32668E"/>
                </a:solidFill>
                <a:latin typeface="Noto Sans SC"/>
                <a:ea typeface="Noto Sans SC"/>
                <a:cs typeface="Noto Sans SC"/>
              </a:defRPr>
            </a:lvl2pPr>
            <a:lvl3pPr algn="l">
              <a:defRPr sz="1650" b="1">
                <a:solidFill>
                  <a:srgbClr val="32668E"/>
                </a:solidFill>
                <a:latin typeface="Noto Sans SC"/>
                <a:ea typeface="Noto Sans SC"/>
                <a:cs typeface="Noto Sans SC"/>
              </a:defRPr>
            </a:lvl3pPr>
            <a:lvl4pPr algn="l">
              <a:defRPr sz="1650" b="1">
                <a:solidFill>
                  <a:srgbClr val="32668E"/>
                </a:solidFill>
                <a:latin typeface="Noto Sans SC"/>
                <a:ea typeface="Noto Sans SC"/>
                <a:cs typeface="Noto Sans SC"/>
              </a:defRPr>
            </a:lvl4pPr>
            <a:lvl5pPr algn="l">
              <a:defRPr sz="1650" b="1">
                <a:solidFill>
                  <a:srgbClr val="32668E"/>
                </a:solidFill>
                <a:latin typeface="Noto Sans SC"/>
                <a:ea typeface="Noto Sans SC"/>
                <a:cs typeface="Noto Sans SC"/>
              </a:defRPr>
            </a:lvl5pPr>
            <a:lvl6pPr algn="l">
              <a:defRPr sz="1650" b="1">
                <a:solidFill>
                  <a:srgbClr val="32668E"/>
                </a:solidFill>
                <a:latin typeface="Noto Sans SC"/>
                <a:ea typeface="Noto Sans SC"/>
                <a:cs typeface="Noto Sans SC"/>
              </a:defRPr>
            </a:lvl6pPr>
            <a:lvl7pPr algn="l">
              <a:defRPr sz="1650" b="1">
                <a:solidFill>
                  <a:srgbClr val="32668E"/>
                </a:solidFill>
                <a:latin typeface="Noto Sans SC"/>
                <a:ea typeface="Noto Sans SC"/>
                <a:cs typeface="Noto Sans SC"/>
              </a:defRPr>
            </a:lvl7pPr>
            <a:lvl8pPr algn="l">
              <a:defRPr sz="1650" b="1">
                <a:solidFill>
                  <a:srgbClr val="32668E"/>
                </a:solidFill>
                <a:latin typeface="Noto Sans SC"/>
                <a:ea typeface="Noto Sans SC"/>
                <a:cs typeface="Noto Sans SC"/>
              </a:defRPr>
            </a:lvl8pPr>
            <a:lvl9pPr algn="l">
              <a:defRPr sz="1650" b="1">
                <a:solidFill>
                  <a:srgbClr val="32668E"/>
                </a:solidFill>
                <a:latin typeface="Noto Sans SC"/>
                <a:ea typeface="Noto Sans SC"/>
                <a:cs typeface="Noto Sans SC"/>
              </a:defRPr>
            </a:lvl9pPr>
          </a:lstStyle>
          <a:p xmlns:a="http://schemas.openxmlformats.org/drawingml/2006/main">
            <a:pPr algn="l">
              <a:defRPr sz="1650" b="1">
                <a:solidFill>
                  <a:srgbClr val="32668E"/>
                </a:solidFill>
                <a:latin typeface="Noto Sans SC"/>
                <a:ea typeface="Noto Sans SC"/>
                <a:cs typeface="Noto Sans SC"/>
              </a:defRPr>
            </a:pPr>
            <a:r>
              <a:rPr sz="1650" b="1">
                <a:solidFill>
                  <a:srgbClr val="32668E"/>
                </a:solidFill>
                <a:latin typeface="Noto Sans SC"/>
                <a:ea typeface="Noto Sans SC"/>
                <a:cs typeface="Noto Sans SC"/>
              </a:rPr>
              <a:t>引擎入口缓存旁路</a:t>
            </a:r>
          </a:p>
        </p:txBody>
      </p:sp>
      <p:sp>
        <p:nvSpPr>
          <p:cNvPr id="39" name="o38">
            <a:extLst xmlns:a="http://schemas.openxmlformats.org/drawingml/2006/main">
              <a:ext uri="{FF2B5EF4-FFF2-40B4-BE49-F238E27FC236}">
                <a16:creationId xmlns:a16="http://schemas.microsoft.com/office/drawing/2014/main" id="{580CFCAC-3F87-4CC6-856F-8864F1B1F26E}"/>
              </a:ext>
            </a:extLst>
          </p:cNvPr>
          <p:cNvSpPr>
            <a:spLocks xmlns:a="http://schemas.openxmlformats.org/drawingml/2006/main" noGrp="1"/>
          </p:cNvSpPr>
          <p:nvPr/>
        </p:nvSpPr>
        <p:spPr>
          <a:xfrm xmlns:a="http://schemas.openxmlformats.org/drawingml/2006/main">
            <a:off x="6267450" y="5229225"/>
            <a:ext cx="51625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36A"/>
                </a:solidFill>
                <a:latin typeface="Noto Sans SC"/>
                <a:ea typeface="Noto Sans SC"/>
                <a:cs typeface="Noto Sans SC"/>
              </a:defRPr>
            </a:defPPr>
            <a:lvl1pPr algn="l">
              <a:defRPr sz="1425" b="0">
                <a:solidFill>
                  <a:srgbClr val="46536A"/>
                </a:solidFill>
                <a:latin typeface="Noto Sans SC"/>
                <a:ea typeface="Noto Sans SC"/>
                <a:cs typeface="Noto Sans SC"/>
              </a:defRPr>
            </a:lvl1pPr>
            <a:lvl2pPr algn="l">
              <a:defRPr sz="1425" b="0">
                <a:solidFill>
                  <a:srgbClr val="46536A"/>
                </a:solidFill>
                <a:latin typeface="Noto Sans SC"/>
                <a:ea typeface="Noto Sans SC"/>
                <a:cs typeface="Noto Sans SC"/>
              </a:defRPr>
            </a:lvl2pPr>
            <a:lvl3pPr algn="l">
              <a:defRPr sz="1425" b="0">
                <a:solidFill>
                  <a:srgbClr val="46536A"/>
                </a:solidFill>
                <a:latin typeface="Noto Sans SC"/>
                <a:ea typeface="Noto Sans SC"/>
                <a:cs typeface="Noto Sans SC"/>
              </a:defRPr>
            </a:lvl3pPr>
            <a:lvl4pPr algn="l">
              <a:defRPr sz="1425" b="0">
                <a:solidFill>
                  <a:srgbClr val="46536A"/>
                </a:solidFill>
                <a:latin typeface="Noto Sans SC"/>
                <a:ea typeface="Noto Sans SC"/>
                <a:cs typeface="Noto Sans SC"/>
              </a:defRPr>
            </a:lvl4pPr>
            <a:lvl5pPr algn="l">
              <a:defRPr sz="1425" b="0">
                <a:solidFill>
                  <a:srgbClr val="46536A"/>
                </a:solidFill>
                <a:latin typeface="Noto Sans SC"/>
                <a:ea typeface="Noto Sans SC"/>
                <a:cs typeface="Noto Sans SC"/>
              </a:defRPr>
            </a:lvl5pPr>
            <a:lvl6pPr algn="l">
              <a:defRPr sz="1425" b="0">
                <a:solidFill>
                  <a:srgbClr val="46536A"/>
                </a:solidFill>
                <a:latin typeface="Noto Sans SC"/>
                <a:ea typeface="Noto Sans SC"/>
                <a:cs typeface="Noto Sans SC"/>
              </a:defRPr>
            </a:lvl6pPr>
            <a:lvl7pPr algn="l">
              <a:defRPr sz="1425" b="0">
                <a:solidFill>
                  <a:srgbClr val="46536A"/>
                </a:solidFill>
                <a:latin typeface="Noto Sans SC"/>
                <a:ea typeface="Noto Sans SC"/>
                <a:cs typeface="Noto Sans SC"/>
              </a:defRPr>
            </a:lvl7pPr>
            <a:lvl8pPr algn="l">
              <a:defRPr sz="1425" b="0">
                <a:solidFill>
                  <a:srgbClr val="46536A"/>
                </a:solidFill>
                <a:latin typeface="Noto Sans SC"/>
                <a:ea typeface="Noto Sans SC"/>
                <a:cs typeface="Noto Sans SC"/>
              </a:defRPr>
            </a:lvl8pPr>
            <a:lvl9pPr algn="l">
              <a:defRPr sz="1425" b="0">
                <a:solidFill>
                  <a:srgbClr val="46536A"/>
                </a:solidFill>
                <a:latin typeface="Noto Sans SC"/>
                <a:ea typeface="Noto Sans SC"/>
                <a:cs typeface="Noto Sans SC"/>
              </a:defRPr>
            </a:lvl9pPr>
          </a:lstStyle>
          <a:p xmlns:a="http://schemas.openxmlformats.org/drawingml/2006/main">
            <a:pPr algn="l">
              <a:defRPr sz="1425" b="0">
                <a:solidFill>
                  <a:srgbClr val="46536A"/>
                </a:solidFill>
                <a:latin typeface="Noto Sans SC"/>
                <a:ea typeface="Noto Sans SC"/>
                <a:cs typeface="Noto Sans SC"/>
              </a:defRPr>
            </a:pPr>
            <a:r>
              <a:rPr sz="1425" b="0">
                <a:solidFill>
                  <a:srgbClr val="46536A"/>
                </a:solidFill>
                <a:latin typeface="Noto Sans SC"/>
                <a:ea typeface="Noto Sans SC"/>
                <a:cs typeface="Noto Sans SC"/>
              </a:rPr>
              <a:t>请求摘要检查 → 命中复用 / 未命中计算</a:t>
            </a:r>
          </a:p>
          <a:p xmlns:a="http://schemas.openxmlformats.org/drawingml/2006/main">
            <a:pPr algn="l">
              <a:defRPr sz="1425" b="0">
                <a:solidFill>
                  <a:srgbClr val="46536A"/>
                </a:solidFill>
                <a:latin typeface="Noto Sans SC"/>
                <a:ea typeface="Noto Sans SC"/>
                <a:cs typeface="Noto Sans SC"/>
              </a:defRPr>
            </a:pPr>
            <a:r>
              <a:rPr sz="1425" b="0">
                <a:solidFill>
                  <a:srgbClr val="46536A"/>
                </a:solidFill>
                <a:latin typeface="Noto Sans SC"/>
                <a:ea typeface="Noto Sans SC"/>
                <a:cs typeface="Noto Sans SC"/>
              </a:rPr>
              <a:t>已实现，未独立量化本页收益</a:t>
            </a:r>
          </a:p>
        </p:txBody>
      </p:sp>
    </p:spTree>
    <p:extLst>
      <p:ext uri="{BB962C8B-B14F-4D97-AF65-F5344CB8AC3E}">
        <p14:creationId xmlns:p14="http://schemas.microsoft.com/office/powerpoint/2010/main" val="347842544"/>
      </p:ext>
    </p:extLst>
  </p:cSld>
</p:sld>
</file>

<file path=ppt/slides/slide5.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36" name="o0">
            <a:extLst xmlns:a="http://schemas.openxmlformats.org/drawingml/2006/main">
              <a:ext uri="{FF2B5EF4-FFF2-40B4-BE49-F238E27FC236}">
                <a16:creationId xmlns:a16="http://schemas.microsoft.com/office/drawing/2014/main" id="{CB68A9E7-FBE9-4EAE-AD61-6095D7798170}"/>
              </a:ext>
            </a:extLst>
          </p:cNvPr>
          <p:cNvSpPr>
            <a:spLocks xmlns:a="http://schemas.openxmlformats.org/drawingml/2006/main" noGrp="1"/>
          </p:cNvSpPr>
          <p:nvPr/>
        </p:nvSpPr>
        <p:spPr>
          <a:xfrm xmlns:a="http://schemas.openxmlformats.org/drawingml/2006/main">
            <a:off x="609600" y="219075"/>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B85A1E"/>
                </a:solidFill>
                <a:latin typeface="Noto Sans SC"/>
                <a:ea typeface="Noto Sans SC"/>
                <a:cs typeface="Noto Sans SC"/>
              </a:defRPr>
            </a:defPPr>
            <a:lvl1pPr algn="l">
              <a:defRPr sz="1275" b="1">
                <a:solidFill>
                  <a:srgbClr val="B85A1E"/>
                </a:solidFill>
                <a:latin typeface="Noto Sans SC"/>
                <a:ea typeface="Noto Sans SC"/>
                <a:cs typeface="Noto Sans SC"/>
              </a:defRPr>
            </a:lvl1pPr>
            <a:lvl2pPr algn="l">
              <a:defRPr sz="1275" b="1">
                <a:solidFill>
                  <a:srgbClr val="B85A1E"/>
                </a:solidFill>
                <a:latin typeface="Noto Sans SC"/>
                <a:ea typeface="Noto Sans SC"/>
                <a:cs typeface="Noto Sans SC"/>
              </a:defRPr>
            </a:lvl2pPr>
            <a:lvl3pPr algn="l">
              <a:defRPr sz="1275" b="1">
                <a:solidFill>
                  <a:srgbClr val="B85A1E"/>
                </a:solidFill>
                <a:latin typeface="Noto Sans SC"/>
                <a:ea typeface="Noto Sans SC"/>
                <a:cs typeface="Noto Sans SC"/>
              </a:defRPr>
            </a:lvl3pPr>
            <a:lvl4pPr algn="l">
              <a:defRPr sz="1275" b="1">
                <a:solidFill>
                  <a:srgbClr val="B85A1E"/>
                </a:solidFill>
                <a:latin typeface="Noto Sans SC"/>
                <a:ea typeface="Noto Sans SC"/>
                <a:cs typeface="Noto Sans SC"/>
              </a:defRPr>
            </a:lvl4pPr>
            <a:lvl5pPr algn="l">
              <a:defRPr sz="1275" b="1">
                <a:solidFill>
                  <a:srgbClr val="B85A1E"/>
                </a:solidFill>
                <a:latin typeface="Noto Sans SC"/>
                <a:ea typeface="Noto Sans SC"/>
                <a:cs typeface="Noto Sans SC"/>
              </a:defRPr>
            </a:lvl5pPr>
            <a:lvl6pPr algn="l">
              <a:defRPr sz="1275" b="1">
                <a:solidFill>
                  <a:srgbClr val="B85A1E"/>
                </a:solidFill>
                <a:latin typeface="Noto Sans SC"/>
                <a:ea typeface="Noto Sans SC"/>
                <a:cs typeface="Noto Sans SC"/>
              </a:defRPr>
            </a:lvl6pPr>
            <a:lvl7pPr algn="l">
              <a:defRPr sz="1275" b="1">
                <a:solidFill>
                  <a:srgbClr val="B85A1E"/>
                </a:solidFill>
                <a:latin typeface="Noto Sans SC"/>
                <a:ea typeface="Noto Sans SC"/>
                <a:cs typeface="Noto Sans SC"/>
              </a:defRPr>
            </a:lvl7pPr>
            <a:lvl8pPr algn="l">
              <a:defRPr sz="1275" b="1">
                <a:solidFill>
                  <a:srgbClr val="B85A1E"/>
                </a:solidFill>
                <a:latin typeface="Noto Sans SC"/>
                <a:ea typeface="Noto Sans SC"/>
                <a:cs typeface="Noto Sans SC"/>
              </a:defRPr>
            </a:lvl8pPr>
            <a:lvl9pPr algn="l">
              <a:defRPr sz="1275" b="1">
                <a:solidFill>
                  <a:srgbClr val="B85A1E"/>
                </a:solidFill>
                <a:latin typeface="Noto Sans SC"/>
                <a:ea typeface="Noto Sans SC"/>
                <a:cs typeface="Noto Sans SC"/>
              </a:defRPr>
            </a:lvl9pPr>
          </a:lstStyle>
          <a:p xmlns:a="http://schemas.openxmlformats.org/drawingml/2006/main">
            <a:pPr algn="l">
              <a:defRPr sz="1275" b="1">
                <a:solidFill>
                  <a:srgbClr val="B85A1E"/>
                </a:solidFill>
                <a:latin typeface="Noto Sans SC"/>
                <a:ea typeface="Noto Sans SC"/>
                <a:cs typeface="Noto Sans SC"/>
              </a:defRPr>
            </a:pPr>
            <a:r>
              <a:rPr sz="1275" b="1">
                <a:solidFill>
                  <a:srgbClr val="B85A1E"/>
                </a:solidFill>
                <a:latin typeface="Noto Sans SC"/>
                <a:ea typeface="Noto Sans SC"/>
                <a:cs typeface="Noto Sans SC"/>
              </a:rPr>
              <a:t>预处理 · 清洗与双窗口</a:t>
            </a:r>
          </a:p>
        </p:txBody>
      </p:sp>
      <p:sp>
        <p:nvSpPr>
          <p:cNvPr id="2" name="o1">
            <a:extLst xmlns:a="http://schemas.openxmlformats.org/drawingml/2006/main">
              <a:ext uri="{FF2B5EF4-FFF2-40B4-BE49-F238E27FC236}">
                <a16:creationId xmlns:a16="http://schemas.microsoft.com/office/drawing/2014/main" id="{1333A284-C342-4832-82D6-454D4E326873}"/>
              </a:ext>
            </a:extLst>
          </p:cNvPr>
          <p:cNvSpPr>
            <a:spLocks xmlns:a="http://schemas.openxmlformats.org/drawingml/2006/main" noGrp="1"/>
          </p:cNvSpPr>
          <p:nvPr/>
        </p:nvSpPr>
        <p:spPr>
          <a:xfrm xmlns:a="http://schemas.openxmlformats.org/drawingml/2006/main">
            <a:off x="609600" y="6000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700" b="1">
                <a:solidFill>
                  <a:srgbClr val="16243A"/>
                </a:solidFill>
                <a:latin typeface="Noto Serif SC"/>
                <a:ea typeface="Noto Serif SC"/>
                <a:cs typeface="Noto Serif SC"/>
              </a:defRPr>
            </a:defPPr>
            <a:lvl1pPr algn="l">
              <a:defRPr sz="2700" b="1">
                <a:solidFill>
                  <a:srgbClr val="16243A"/>
                </a:solidFill>
                <a:latin typeface="Noto Serif SC"/>
                <a:ea typeface="Noto Serif SC"/>
                <a:cs typeface="Noto Serif SC"/>
              </a:defRPr>
            </a:lvl1pPr>
            <a:lvl2pPr algn="l">
              <a:defRPr sz="2700" b="1">
                <a:solidFill>
                  <a:srgbClr val="16243A"/>
                </a:solidFill>
                <a:latin typeface="Noto Serif SC"/>
                <a:ea typeface="Noto Serif SC"/>
                <a:cs typeface="Noto Serif SC"/>
              </a:defRPr>
            </a:lvl2pPr>
            <a:lvl3pPr algn="l">
              <a:defRPr sz="2700" b="1">
                <a:solidFill>
                  <a:srgbClr val="16243A"/>
                </a:solidFill>
                <a:latin typeface="Noto Serif SC"/>
                <a:ea typeface="Noto Serif SC"/>
                <a:cs typeface="Noto Serif SC"/>
              </a:defRPr>
            </a:lvl3pPr>
            <a:lvl4pPr algn="l">
              <a:defRPr sz="2700" b="1">
                <a:solidFill>
                  <a:srgbClr val="16243A"/>
                </a:solidFill>
                <a:latin typeface="Noto Serif SC"/>
                <a:ea typeface="Noto Serif SC"/>
                <a:cs typeface="Noto Serif SC"/>
              </a:defRPr>
            </a:lvl4pPr>
            <a:lvl5pPr algn="l">
              <a:defRPr sz="2700" b="1">
                <a:solidFill>
                  <a:srgbClr val="16243A"/>
                </a:solidFill>
                <a:latin typeface="Noto Serif SC"/>
                <a:ea typeface="Noto Serif SC"/>
                <a:cs typeface="Noto Serif SC"/>
              </a:defRPr>
            </a:lvl5pPr>
            <a:lvl6pPr algn="l">
              <a:defRPr sz="2700" b="1">
                <a:solidFill>
                  <a:srgbClr val="16243A"/>
                </a:solidFill>
                <a:latin typeface="Noto Serif SC"/>
                <a:ea typeface="Noto Serif SC"/>
                <a:cs typeface="Noto Serif SC"/>
              </a:defRPr>
            </a:lvl6pPr>
            <a:lvl7pPr algn="l">
              <a:defRPr sz="2700" b="1">
                <a:solidFill>
                  <a:srgbClr val="16243A"/>
                </a:solidFill>
                <a:latin typeface="Noto Serif SC"/>
                <a:ea typeface="Noto Serif SC"/>
                <a:cs typeface="Noto Serif SC"/>
              </a:defRPr>
            </a:lvl7pPr>
            <a:lvl8pPr algn="l">
              <a:defRPr sz="2700" b="1">
                <a:solidFill>
                  <a:srgbClr val="16243A"/>
                </a:solidFill>
                <a:latin typeface="Noto Serif SC"/>
                <a:ea typeface="Noto Serif SC"/>
                <a:cs typeface="Noto Serif SC"/>
              </a:defRPr>
            </a:lvl8pPr>
            <a:lvl9pPr algn="l">
              <a:defRPr sz="2700" b="1">
                <a:solidFill>
                  <a:srgbClr val="16243A"/>
                </a:solidFill>
                <a:latin typeface="Noto Serif SC"/>
                <a:ea typeface="Noto Serif SC"/>
                <a:cs typeface="Noto Serif SC"/>
              </a:defRPr>
            </a:lvl9pPr>
          </a:lstStyle>
          <a:p xmlns:a="http://schemas.openxmlformats.org/drawingml/2006/main">
            <a:pPr algn="l">
              <a:defRPr sz="2700" b="1">
                <a:solidFill>
                  <a:srgbClr val="16243A"/>
                </a:solidFill>
                <a:latin typeface="Noto Serif SC"/>
                <a:ea typeface="Noto Serif SC"/>
                <a:cs typeface="Noto Serif SC"/>
              </a:defRPr>
            </a:pPr>
            <a:r>
              <a:rPr sz="2700" b="1">
                <a:solidFill>
                  <a:srgbClr val="16243A"/>
                </a:solidFill>
                <a:latin typeface="Noto Serif SC"/>
                <a:ea typeface="Noto Serif SC"/>
                <a:cs typeface="Noto Serif SC"/>
              </a:rPr>
              <a:t>保留真实静止观测，分离历史窗与运动窗</a:t>
            </a:r>
          </a:p>
        </p:txBody>
      </p:sp>
      <p:sp>
        <p:nvSpPr>
          <p:cNvPr id="3" name="line-2">
            <a:extLst xmlns:a="http://schemas.openxmlformats.org/drawingml/2006/main">
              <a:ext uri="{FF2B5EF4-FFF2-40B4-BE49-F238E27FC236}">
                <a16:creationId xmlns:a16="http://schemas.microsoft.com/office/drawing/2014/main" id="{DFEE16F5-FEE2-4826-80E4-BE410D07066A}"/>
              </a:ext>
            </a:extLst>
          </p:cNvPr>
          <p:cNvSpPr>
            <a:spLocks xmlns:a="http://schemas.openxmlformats.org/drawingml/2006/main" noGrp="1"/>
          </p:cNvSpPr>
          <p:nvPr/>
        </p:nvSpPr>
        <p:spPr>
          <a:xfrm xmlns:a="http://schemas.openxmlformats.org/drawingml/2006/main" flipV="0">
            <a:off x="609600" y="1200150"/>
            <a:ext cx="10972800" cy="953"/>
          </a:xfrm>
          <a:prstGeom xmlns:a="http://schemas.openxmlformats.org/drawingml/2006/main" prst="line">
            <a:avLst/>
          </a:prstGeom>
          <a:noFill xmlns:a="http://schemas.openxmlformats.org/drawingml/2006/main"/>
          <a:ln xmlns:a="http://schemas.openxmlformats.org/drawingml/2006/main" w="14288">
            <a:solidFill>
              <a:srgbClr val="D5DAE0"/>
            </a:solidFill>
            <a:prstDash val="solid"/>
          </a:ln>
        </p:spPr>
      </p:sp>
      <p:sp>
        <p:nvSpPr>
          <p:cNvPr id="4" name="o3">
            <a:extLst xmlns:a="http://schemas.openxmlformats.org/drawingml/2006/main">
              <a:ext uri="{FF2B5EF4-FFF2-40B4-BE49-F238E27FC236}">
                <a16:creationId xmlns:a16="http://schemas.microsoft.com/office/drawing/2014/main" id="{936D0A2A-8EBF-43B9-82EB-6AC089730E99}"/>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00" b="0">
                <a:solidFill>
                  <a:srgbClr val="6B7689"/>
                </a:solidFill>
                <a:latin typeface="Noto Sans SC"/>
                <a:ea typeface="Noto Sans SC"/>
                <a:cs typeface="Noto Sans SC"/>
              </a:defRPr>
            </a:defPPr>
            <a:lvl1pPr algn="l">
              <a:defRPr sz="900" b="0">
                <a:solidFill>
                  <a:srgbClr val="6B7689"/>
                </a:solidFill>
                <a:latin typeface="Noto Sans SC"/>
                <a:ea typeface="Noto Sans SC"/>
                <a:cs typeface="Noto Sans SC"/>
              </a:defRPr>
            </a:lvl1pPr>
            <a:lvl2pPr algn="l">
              <a:defRPr sz="900" b="0">
                <a:solidFill>
                  <a:srgbClr val="6B7689"/>
                </a:solidFill>
                <a:latin typeface="Noto Sans SC"/>
                <a:ea typeface="Noto Sans SC"/>
                <a:cs typeface="Noto Sans SC"/>
              </a:defRPr>
            </a:lvl2pPr>
            <a:lvl3pPr algn="l">
              <a:defRPr sz="900" b="0">
                <a:solidFill>
                  <a:srgbClr val="6B7689"/>
                </a:solidFill>
                <a:latin typeface="Noto Sans SC"/>
                <a:ea typeface="Noto Sans SC"/>
                <a:cs typeface="Noto Sans SC"/>
              </a:defRPr>
            </a:lvl3pPr>
            <a:lvl4pPr algn="l">
              <a:defRPr sz="900" b="0">
                <a:solidFill>
                  <a:srgbClr val="6B7689"/>
                </a:solidFill>
                <a:latin typeface="Noto Sans SC"/>
                <a:ea typeface="Noto Sans SC"/>
                <a:cs typeface="Noto Sans SC"/>
              </a:defRPr>
            </a:lvl4pPr>
            <a:lvl5pPr algn="l">
              <a:defRPr sz="900" b="0">
                <a:solidFill>
                  <a:srgbClr val="6B7689"/>
                </a:solidFill>
                <a:latin typeface="Noto Sans SC"/>
                <a:ea typeface="Noto Sans SC"/>
                <a:cs typeface="Noto Sans SC"/>
              </a:defRPr>
            </a:lvl5pPr>
            <a:lvl6pPr algn="l">
              <a:defRPr sz="900" b="0">
                <a:solidFill>
                  <a:srgbClr val="6B7689"/>
                </a:solidFill>
                <a:latin typeface="Noto Sans SC"/>
                <a:ea typeface="Noto Sans SC"/>
                <a:cs typeface="Noto Sans SC"/>
              </a:defRPr>
            </a:lvl6pPr>
            <a:lvl7pPr algn="l">
              <a:defRPr sz="900" b="0">
                <a:solidFill>
                  <a:srgbClr val="6B7689"/>
                </a:solidFill>
                <a:latin typeface="Noto Sans SC"/>
                <a:ea typeface="Noto Sans SC"/>
                <a:cs typeface="Noto Sans SC"/>
              </a:defRPr>
            </a:lvl7pPr>
            <a:lvl8pPr algn="l">
              <a:defRPr sz="900" b="0">
                <a:solidFill>
                  <a:srgbClr val="6B7689"/>
                </a:solidFill>
                <a:latin typeface="Noto Sans SC"/>
                <a:ea typeface="Noto Sans SC"/>
                <a:cs typeface="Noto Sans SC"/>
              </a:defRPr>
            </a:lvl8pPr>
            <a:lvl9pPr algn="l">
              <a:defRPr sz="900" b="0">
                <a:solidFill>
                  <a:srgbClr val="6B7689"/>
                </a:solidFill>
                <a:latin typeface="Noto Sans SC"/>
                <a:ea typeface="Noto Sans SC"/>
                <a:cs typeface="Noto Sans SC"/>
              </a:defRPr>
            </a:lvl9pPr>
          </a:lstStyle>
          <a:p xmlns:a="http://schemas.openxmlformats.org/drawingml/2006/main">
            <a:pPr algn="l">
              <a:defRPr sz="900" b="0">
                <a:solidFill>
                  <a:srgbClr val="6B7689"/>
                </a:solidFill>
                <a:latin typeface="Noto Sans SC"/>
                <a:ea typeface="Noto Sans SC"/>
                <a:cs typeface="Noto Sans SC"/>
              </a:defRPr>
            </a:pPr>
            <a:r>
              <a:rPr sz="900" b="0">
                <a:solidFill>
                  <a:srgbClr val="6B7689"/>
                </a:solidFill>
                <a:latin typeface="Noto Sans SC"/>
                <a:ea typeface="Noto Sans SC"/>
                <a:cs typeface="Noto Sans SC"/>
              </a:rPr>
              <a:t>project_reference §3.3；engine.py:_parse_target</a:t>
            </a:r>
          </a:p>
        </p:txBody>
      </p:sp>
      <p:sp>
        <p:nvSpPr>
          <p:cNvPr id="5" name="o4">
            <a:extLst xmlns:a="http://schemas.openxmlformats.org/drawingml/2006/main">
              <a:ext uri="{FF2B5EF4-FFF2-40B4-BE49-F238E27FC236}">
                <a16:creationId xmlns:a16="http://schemas.microsoft.com/office/drawing/2014/main" id="{DF0CD6F9-6C22-44D1-BBC8-FCACBE9144B7}"/>
              </a:ext>
            </a:extLst>
          </p:cNvPr>
          <p:cNvSpPr>
            <a:spLocks xmlns:a="http://schemas.openxmlformats.org/drawingml/2006/main" noGrp="1"/>
          </p:cNvSpPr>
          <p:nvPr/>
        </p:nvSpPr>
        <p:spPr>
          <a:xfrm xmlns:a="http://schemas.openxmlformats.org/drawingml/2006/main">
            <a:off x="10896600" y="6505575"/>
            <a:ext cx="68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6B7689"/>
                </a:solidFill>
                <a:latin typeface="Noto Sans SC"/>
                <a:ea typeface="Noto Sans SC"/>
                <a:cs typeface="Noto Sans SC"/>
              </a:defRPr>
            </a:defPPr>
            <a:lvl1pPr algn="r">
              <a:defRPr sz="1200" b="0">
                <a:solidFill>
                  <a:srgbClr val="6B7689"/>
                </a:solidFill>
                <a:latin typeface="Noto Sans SC"/>
                <a:ea typeface="Noto Sans SC"/>
                <a:cs typeface="Noto Sans SC"/>
              </a:defRPr>
            </a:lvl1pPr>
            <a:lvl2pPr algn="r">
              <a:defRPr sz="1200" b="0">
                <a:solidFill>
                  <a:srgbClr val="6B7689"/>
                </a:solidFill>
                <a:latin typeface="Noto Sans SC"/>
                <a:ea typeface="Noto Sans SC"/>
                <a:cs typeface="Noto Sans SC"/>
              </a:defRPr>
            </a:lvl2pPr>
            <a:lvl3pPr algn="r">
              <a:defRPr sz="1200" b="0">
                <a:solidFill>
                  <a:srgbClr val="6B7689"/>
                </a:solidFill>
                <a:latin typeface="Noto Sans SC"/>
                <a:ea typeface="Noto Sans SC"/>
                <a:cs typeface="Noto Sans SC"/>
              </a:defRPr>
            </a:lvl3pPr>
            <a:lvl4pPr algn="r">
              <a:defRPr sz="1200" b="0">
                <a:solidFill>
                  <a:srgbClr val="6B7689"/>
                </a:solidFill>
                <a:latin typeface="Noto Sans SC"/>
                <a:ea typeface="Noto Sans SC"/>
                <a:cs typeface="Noto Sans SC"/>
              </a:defRPr>
            </a:lvl4pPr>
            <a:lvl5pPr algn="r">
              <a:defRPr sz="1200" b="0">
                <a:solidFill>
                  <a:srgbClr val="6B7689"/>
                </a:solidFill>
                <a:latin typeface="Noto Sans SC"/>
                <a:ea typeface="Noto Sans SC"/>
                <a:cs typeface="Noto Sans SC"/>
              </a:defRPr>
            </a:lvl5pPr>
            <a:lvl6pPr algn="r">
              <a:defRPr sz="1200" b="0">
                <a:solidFill>
                  <a:srgbClr val="6B7689"/>
                </a:solidFill>
                <a:latin typeface="Noto Sans SC"/>
                <a:ea typeface="Noto Sans SC"/>
                <a:cs typeface="Noto Sans SC"/>
              </a:defRPr>
            </a:lvl6pPr>
            <a:lvl7pPr algn="r">
              <a:defRPr sz="1200" b="0">
                <a:solidFill>
                  <a:srgbClr val="6B7689"/>
                </a:solidFill>
                <a:latin typeface="Noto Sans SC"/>
                <a:ea typeface="Noto Sans SC"/>
                <a:cs typeface="Noto Sans SC"/>
              </a:defRPr>
            </a:lvl7pPr>
            <a:lvl8pPr algn="r">
              <a:defRPr sz="1200" b="0">
                <a:solidFill>
                  <a:srgbClr val="6B7689"/>
                </a:solidFill>
                <a:latin typeface="Noto Sans SC"/>
                <a:ea typeface="Noto Sans SC"/>
                <a:cs typeface="Noto Sans SC"/>
              </a:defRPr>
            </a:lvl8pPr>
            <a:lvl9pPr algn="r">
              <a:defRPr sz="1200" b="0">
                <a:solidFill>
                  <a:srgbClr val="6B7689"/>
                </a:solidFill>
                <a:latin typeface="Noto Sans SC"/>
                <a:ea typeface="Noto Sans SC"/>
                <a:cs typeface="Noto Sans SC"/>
              </a:defRPr>
            </a:lvl9pPr>
          </a:lstStyle>
          <a:p xmlns:a="http://schemas.openxmlformats.org/drawingml/2006/main">
            <a:pPr algn="r">
              <a:defRPr sz="1200" b="0">
                <a:solidFill>
                  <a:srgbClr val="6B7689"/>
                </a:solidFill>
                <a:latin typeface="Noto Sans SC"/>
                <a:ea typeface="Noto Sans SC"/>
                <a:cs typeface="Noto Sans SC"/>
              </a:defRPr>
            </a:pPr>
            <a:r>
              <a:rPr sz="1200" b="0">
                <a:solidFill>
                  <a:srgbClr val="6B7689"/>
                </a:solidFill>
                <a:latin typeface="Noto Sans SC"/>
                <a:ea typeface="Noto Sans SC"/>
                <a:cs typeface="Noto Sans SC"/>
              </a:rPr>
              <a:t>05 / 39</a:t>
            </a:r>
          </a:p>
        </p:txBody>
      </p:sp>
      <p:sp>
        <p:nvSpPr>
          <p:cNvPr id="6" name="o5">
            <a:extLst xmlns:a="http://schemas.openxmlformats.org/drawingml/2006/main">
              <a:ext uri="{FF2B5EF4-FFF2-40B4-BE49-F238E27FC236}">
                <a16:creationId xmlns:a16="http://schemas.microsoft.com/office/drawing/2014/main" id="{F9B519A5-D6F7-4801-BEF2-C47D5CAB9030}"/>
              </a:ext>
            </a:extLst>
          </p:cNvPr>
          <p:cNvSpPr>
            <a:spLocks xmlns:a="http://schemas.openxmlformats.org/drawingml/2006/main" noGrp="1"/>
          </p:cNvSpPr>
          <p:nvPr/>
        </p:nvSpPr>
        <p:spPr>
          <a:xfrm xmlns:a="http://schemas.openxmlformats.org/drawingml/2006/main">
            <a:off x="609600" y="5981700"/>
            <a:ext cx="10972800" cy="428625"/>
          </a:xfrm>
          <a:prstGeom xmlns:a="http://schemas.openxmlformats.org/drawingml/2006/main" prst="roundRect">
            <a:avLst>
              <a:gd name="adj" fmla="val 17778"/>
            </a:avLst>
          </a:prstGeom>
          <a:solidFill xmlns:a="http://schemas.openxmlformats.org/drawingml/2006/main">
            <a:srgbClr val="D6E6E5"/>
          </a:solidFill>
          <a:ln xmlns:a="http://schemas.openxmlformats.org/drawingml/2006/main" w="0">
            <a:noFill/>
            <a:prstDash val="solid"/>
          </a:ln>
        </p:spPr>
      </p:sp>
      <p:sp>
        <p:nvSpPr>
          <p:cNvPr id="7" name="o6">
            <a:extLst xmlns:a="http://schemas.openxmlformats.org/drawingml/2006/main">
              <a:ext uri="{FF2B5EF4-FFF2-40B4-BE49-F238E27FC236}">
                <a16:creationId xmlns:a16="http://schemas.microsoft.com/office/drawing/2014/main" id="{EFB39DDF-8619-4D51-A37A-814BDB46A14C}"/>
              </a:ext>
            </a:extLst>
          </p:cNvPr>
          <p:cNvSpPr>
            <a:spLocks xmlns:a="http://schemas.openxmlformats.org/drawingml/2006/main" noGrp="1"/>
          </p:cNvSpPr>
          <p:nvPr/>
        </p:nvSpPr>
        <p:spPr>
          <a:xfrm xmlns:a="http://schemas.openxmlformats.org/drawingml/2006/main">
            <a:off x="781050" y="6029325"/>
            <a:ext cx="10629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75" b="1">
                <a:solidFill>
                  <a:srgbClr val="0F6E73"/>
                </a:solidFill>
                <a:latin typeface="Noto Sans SC"/>
                <a:ea typeface="Noto Sans SC"/>
                <a:cs typeface="Noto Sans SC"/>
              </a:defRPr>
            </a:defPPr>
            <a:lvl1pPr algn="l">
              <a:defRPr sz="1575" b="1">
                <a:solidFill>
                  <a:srgbClr val="0F6E73"/>
                </a:solidFill>
                <a:latin typeface="Noto Sans SC"/>
                <a:ea typeface="Noto Sans SC"/>
                <a:cs typeface="Noto Sans SC"/>
              </a:defRPr>
            </a:lvl1pPr>
            <a:lvl2pPr algn="l">
              <a:defRPr sz="1575" b="1">
                <a:solidFill>
                  <a:srgbClr val="0F6E73"/>
                </a:solidFill>
                <a:latin typeface="Noto Sans SC"/>
                <a:ea typeface="Noto Sans SC"/>
                <a:cs typeface="Noto Sans SC"/>
              </a:defRPr>
            </a:lvl2pPr>
            <a:lvl3pPr algn="l">
              <a:defRPr sz="1575" b="1">
                <a:solidFill>
                  <a:srgbClr val="0F6E73"/>
                </a:solidFill>
                <a:latin typeface="Noto Sans SC"/>
                <a:ea typeface="Noto Sans SC"/>
                <a:cs typeface="Noto Sans SC"/>
              </a:defRPr>
            </a:lvl3pPr>
            <a:lvl4pPr algn="l">
              <a:defRPr sz="1575" b="1">
                <a:solidFill>
                  <a:srgbClr val="0F6E73"/>
                </a:solidFill>
                <a:latin typeface="Noto Sans SC"/>
                <a:ea typeface="Noto Sans SC"/>
                <a:cs typeface="Noto Sans SC"/>
              </a:defRPr>
            </a:lvl4pPr>
            <a:lvl5pPr algn="l">
              <a:defRPr sz="1575" b="1">
                <a:solidFill>
                  <a:srgbClr val="0F6E73"/>
                </a:solidFill>
                <a:latin typeface="Noto Sans SC"/>
                <a:ea typeface="Noto Sans SC"/>
                <a:cs typeface="Noto Sans SC"/>
              </a:defRPr>
            </a:lvl5pPr>
            <a:lvl6pPr algn="l">
              <a:defRPr sz="1575" b="1">
                <a:solidFill>
                  <a:srgbClr val="0F6E73"/>
                </a:solidFill>
                <a:latin typeface="Noto Sans SC"/>
                <a:ea typeface="Noto Sans SC"/>
                <a:cs typeface="Noto Sans SC"/>
              </a:defRPr>
            </a:lvl6pPr>
            <a:lvl7pPr algn="l">
              <a:defRPr sz="1575" b="1">
                <a:solidFill>
                  <a:srgbClr val="0F6E73"/>
                </a:solidFill>
                <a:latin typeface="Noto Sans SC"/>
                <a:ea typeface="Noto Sans SC"/>
                <a:cs typeface="Noto Sans SC"/>
              </a:defRPr>
            </a:lvl7pPr>
            <a:lvl8pPr algn="l">
              <a:defRPr sz="1575" b="1">
                <a:solidFill>
                  <a:srgbClr val="0F6E73"/>
                </a:solidFill>
                <a:latin typeface="Noto Sans SC"/>
                <a:ea typeface="Noto Sans SC"/>
                <a:cs typeface="Noto Sans SC"/>
              </a:defRPr>
            </a:lvl8pPr>
            <a:lvl9pPr algn="l">
              <a:defRPr sz="1575" b="1">
                <a:solidFill>
                  <a:srgbClr val="0F6E73"/>
                </a:solidFill>
                <a:latin typeface="Noto Sans SC"/>
                <a:ea typeface="Noto Sans SC"/>
                <a:cs typeface="Noto Sans SC"/>
              </a:defRPr>
            </a:lvl9pPr>
          </a:lstStyle>
          <a:p xmlns:a="http://schemas.openxmlformats.org/drawingml/2006/main">
            <a:pPr algn="l">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双窗口共用清洗后的轨迹；长窗保留行为历史，短窗描述近期运动。</a:t>
            </a:r>
          </a:p>
        </p:txBody>
      </p:sp>
      <p:sp>
        <p:nvSpPr>
          <p:cNvPr id="8" name="o7">
            <a:extLst xmlns:a="http://schemas.openxmlformats.org/drawingml/2006/main">
              <a:ext uri="{FF2B5EF4-FFF2-40B4-BE49-F238E27FC236}">
                <a16:creationId xmlns:a16="http://schemas.microsoft.com/office/drawing/2014/main" id="{0DEF510A-85D1-4A6D-9621-926CDF06ED07}"/>
              </a:ext>
            </a:extLst>
          </p:cNvPr>
          <p:cNvSpPr>
            <a:spLocks xmlns:a="http://schemas.openxmlformats.org/drawingml/2006/main" noGrp="1"/>
          </p:cNvSpPr>
          <p:nvPr/>
        </p:nvSpPr>
        <p:spPr>
          <a:xfrm xmlns:a="http://schemas.openxmlformats.org/drawingml/2006/main">
            <a:off x="609600" y="1447800"/>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1">
                <a:solidFill>
                  <a:srgbClr val="B85A1E"/>
                </a:solidFill>
                <a:latin typeface="Noto Sans SC"/>
                <a:ea typeface="Noto Sans SC"/>
                <a:cs typeface="Noto Sans SC"/>
              </a:defRPr>
            </a:defPPr>
            <a:lvl1pPr algn="l">
              <a:defRPr sz="1725" b="1">
                <a:solidFill>
                  <a:srgbClr val="B85A1E"/>
                </a:solidFill>
                <a:latin typeface="Noto Sans SC"/>
                <a:ea typeface="Noto Sans SC"/>
                <a:cs typeface="Noto Sans SC"/>
              </a:defRPr>
            </a:lvl1pPr>
            <a:lvl2pPr algn="l">
              <a:defRPr sz="1725" b="1">
                <a:solidFill>
                  <a:srgbClr val="B85A1E"/>
                </a:solidFill>
                <a:latin typeface="Noto Sans SC"/>
                <a:ea typeface="Noto Sans SC"/>
                <a:cs typeface="Noto Sans SC"/>
              </a:defRPr>
            </a:lvl2pPr>
            <a:lvl3pPr algn="l">
              <a:defRPr sz="1725" b="1">
                <a:solidFill>
                  <a:srgbClr val="B85A1E"/>
                </a:solidFill>
                <a:latin typeface="Noto Sans SC"/>
                <a:ea typeface="Noto Sans SC"/>
                <a:cs typeface="Noto Sans SC"/>
              </a:defRPr>
            </a:lvl3pPr>
            <a:lvl4pPr algn="l">
              <a:defRPr sz="1725" b="1">
                <a:solidFill>
                  <a:srgbClr val="B85A1E"/>
                </a:solidFill>
                <a:latin typeface="Noto Sans SC"/>
                <a:ea typeface="Noto Sans SC"/>
                <a:cs typeface="Noto Sans SC"/>
              </a:defRPr>
            </a:lvl4pPr>
            <a:lvl5pPr algn="l">
              <a:defRPr sz="1725" b="1">
                <a:solidFill>
                  <a:srgbClr val="B85A1E"/>
                </a:solidFill>
                <a:latin typeface="Noto Sans SC"/>
                <a:ea typeface="Noto Sans SC"/>
                <a:cs typeface="Noto Sans SC"/>
              </a:defRPr>
            </a:lvl5pPr>
            <a:lvl6pPr algn="l">
              <a:defRPr sz="1725" b="1">
                <a:solidFill>
                  <a:srgbClr val="B85A1E"/>
                </a:solidFill>
                <a:latin typeface="Noto Sans SC"/>
                <a:ea typeface="Noto Sans SC"/>
                <a:cs typeface="Noto Sans SC"/>
              </a:defRPr>
            </a:lvl6pPr>
            <a:lvl7pPr algn="l">
              <a:defRPr sz="1725" b="1">
                <a:solidFill>
                  <a:srgbClr val="B85A1E"/>
                </a:solidFill>
                <a:latin typeface="Noto Sans SC"/>
                <a:ea typeface="Noto Sans SC"/>
                <a:cs typeface="Noto Sans SC"/>
              </a:defRPr>
            </a:lvl7pPr>
            <a:lvl8pPr algn="l">
              <a:defRPr sz="1725" b="1">
                <a:solidFill>
                  <a:srgbClr val="B85A1E"/>
                </a:solidFill>
                <a:latin typeface="Noto Sans SC"/>
                <a:ea typeface="Noto Sans SC"/>
                <a:cs typeface="Noto Sans SC"/>
              </a:defRPr>
            </a:lvl8pPr>
            <a:lvl9pPr algn="l">
              <a:defRPr sz="1725" b="1">
                <a:solidFill>
                  <a:srgbClr val="B85A1E"/>
                </a:solidFill>
                <a:latin typeface="Noto Sans SC"/>
                <a:ea typeface="Noto Sans SC"/>
                <a:cs typeface="Noto Sans SC"/>
              </a:defRPr>
            </a:lvl9pPr>
          </a:lstStyle>
          <a:p xmlns:a="http://schemas.openxmlformats.org/drawingml/2006/main">
            <a:pPr algn="l">
              <a:defRPr sz="1725" b="1">
                <a:solidFill>
                  <a:srgbClr val="B85A1E"/>
                </a:solidFill>
                <a:latin typeface="Noto Sans SC"/>
                <a:ea typeface="Noto Sans SC"/>
                <a:cs typeface="Noto Sans SC"/>
              </a:defRPr>
            </a:pPr>
            <a:r>
              <a:rPr sz="1725" b="1">
                <a:solidFill>
                  <a:srgbClr val="B85A1E"/>
                </a:solidFill>
                <a:latin typeface="Noto Sans SC"/>
                <a:ea typeface="Noto Sans SC"/>
                <a:cs typeface="Noto Sans SC"/>
              </a:rPr>
              <a:t>同一时间戳：保留最后完整观测</a:t>
            </a:r>
          </a:p>
        </p:txBody>
      </p:sp>
      <p:sp>
        <p:nvSpPr>
          <p:cNvPr id="9" name="o8">
            <a:extLst xmlns:a="http://schemas.openxmlformats.org/drawingml/2006/main">
              <a:ext uri="{FF2B5EF4-FFF2-40B4-BE49-F238E27FC236}">
                <a16:creationId xmlns:a16="http://schemas.microsoft.com/office/drawing/2014/main" id="{B4495C15-EEDC-429C-94E2-0917732820C4}"/>
              </a:ext>
            </a:extLst>
          </p:cNvPr>
          <p:cNvSpPr>
            <a:spLocks xmlns:a="http://schemas.openxmlformats.org/drawingml/2006/main" noGrp="1"/>
          </p:cNvSpPr>
          <p:nvPr/>
        </p:nvSpPr>
        <p:spPr>
          <a:xfrm xmlns:a="http://schemas.openxmlformats.org/drawingml/2006/main">
            <a:off x="1228725" y="2162175"/>
            <a:ext cx="209550" cy="209550"/>
          </a:xfrm>
          <a:prstGeom xmlns:a="http://schemas.openxmlformats.org/drawingml/2006/main" prst="ellipse">
            <a:avLst/>
          </a:prstGeom>
          <a:solidFill xmlns:a="http://schemas.openxmlformats.org/drawingml/2006/main">
            <a:srgbClr val="0F6E73"/>
          </a:solidFill>
          <a:ln xmlns:a="http://schemas.openxmlformats.org/drawingml/2006/main" w="0">
            <a:noFill/>
            <a:prstDash val="solid"/>
          </a:ln>
        </p:spPr>
      </p:sp>
      <p:sp>
        <p:nvSpPr>
          <p:cNvPr id="10" name="o9">
            <a:extLst xmlns:a="http://schemas.openxmlformats.org/drawingml/2006/main">
              <a:ext uri="{FF2B5EF4-FFF2-40B4-BE49-F238E27FC236}">
                <a16:creationId xmlns:a16="http://schemas.microsoft.com/office/drawing/2014/main" id="{B4311325-ABF2-48F9-AA45-9D13D9182625}"/>
              </a:ext>
            </a:extLst>
          </p:cNvPr>
          <p:cNvSpPr>
            <a:spLocks xmlns:a="http://schemas.openxmlformats.org/drawingml/2006/main" noGrp="1"/>
          </p:cNvSpPr>
          <p:nvPr/>
        </p:nvSpPr>
        <p:spPr>
          <a:xfrm xmlns:a="http://schemas.openxmlformats.org/drawingml/2006/main">
            <a:off x="1066800" y="248602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650" b="0">
                <a:solidFill>
                  <a:srgbClr val="46536A"/>
                </a:solidFill>
                <a:latin typeface="Noto Sans SC"/>
                <a:ea typeface="Noto Sans SC"/>
                <a:cs typeface="Noto Sans SC"/>
              </a:defRPr>
            </a:defPPr>
            <a:lvl1pPr algn="ctr">
              <a:defRPr sz="1650" b="0">
                <a:solidFill>
                  <a:srgbClr val="46536A"/>
                </a:solidFill>
                <a:latin typeface="Noto Sans SC"/>
                <a:ea typeface="Noto Sans SC"/>
                <a:cs typeface="Noto Sans SC"/>
              </a:defRPr>
            </a:lvl1pPr>
            <a:lvl2pPr algn="ctr">
              <a:defRPr sz="1650" b="0">
                <a:solidFill>
                  <a:srgbClr val="46536A"/>
                </a:solidFill>
                <a:latin typeface="Noto Sans SC"/>
                <a:ea typeface="Noto Sans SC"/>
                <a:cs typeface="Noto Sans SC"/>
              </a:defRPr>
            </a:lvl2pPr>
            <a:lvl3pPr algn="ctr">
              <a:defRPr sz="1650" b="0">
                <a:solidFill>
                  <a:srgbClr val="46536A"/>
                </a:solidFill>
                <a:latin typeface="Noto Sans SC"/>
                <a:ea typeface="Noto Sans SC"/>
                <a:cs typeface="Noto Sans SC"/>
              </a:defRPr>
            </a:lvl3pPr>
            <a:lvl4pPr algn="ctr">
              <a:defRPr sz="1650" b="0">
                <a:solidFill>
                  <a:srgbClr val="46536A"/>
                </a:solidFill>
                <a:latin typeface="Noto Sans SC"/>
                <a:ea typeface="Noto Sans SC"/>
                <a:cs typeface="Noto Sans SC"/>
              </a:defRPr>
            </a:lvl4pPr>
            <a:lvl5pPr algn="ctr">
              <a:defRPr sz="1650" b="0">
                <a:solidFill>
                  <a:srgbClr val="46536A"/>
                </a:solidFill>
                <a:latin typeface="Noto Sans SC"/>
                <a:ea typeface="Noto Sans SC"/>
                <a:cs typeface="Noto Sans SC"/>
              </a:defRPr>
            </a:lvl5pPr>
            <a:lvl6pPr algn="ctr">
              <a:defRPr sz="1650" b="0">
                <a:solidFill>
                  <a:srgbClr val="46536A"/>
                </a:solidFill>
                <a:latin typeface="Noto Sans SC"/>
                <a:ea typeface="Noto Sans SC"/>
                <a:cs typeface="Noto Sans SC"/>
              </a:defRPr>
            </a:lvl6pPr>
            <a:lvl7pPr algn="ctr">
              <a:defRPr sz="1650" b="0">
                <a:solidFill>
                  <a:srgbClr val="46536A"/>
                </a:solidFill>
                <a:latin typeface="Noto Sans SC"/>
                <a:ea typeface="Noto Sans SC"/>
                <a:cs typeface="Noto Sans SC"/>
              </a:defRPr>
            </a:lvl7pPr>
            <a:lvl8pPr algn="ctr">
              <a:defRPr sz="1650" b="0">
                <a:solidFill>
                  <a:srgbClr val="46536A"/>
                </a:solidFill>
                <a:latin typeface="Noto Sans SC"/>
                <a:ea typeface="Noto Sans SC"/>
                <a:cs typeface="Noto Sans SC"/>
              </a:defRPr>
            </a:lvl8pPr>
            <a:lvl9pPr algn="ctr">
              <a:defRPr sz="1650" b="0">
                <a:solidFill>
                  <a:srgbClr val="46536A"/>
                </a:solidFill>
                <a:latin typeface="Noto Sans SC"/>
                <a:ea typeface="Noto Sans SC"/>
                <a:cs typeface="Noto Sans SC"/>
              </a:defRPr>
            </a:lvl9pPr>
          </a:lstStyle>
          <a:p xmlns:a="http://schemas.openxmlformats.org/drawingml/2006/main">
            <a:pPr algn="ctr">
              <a:defRPr sz="1650" b="0">
                <a:solidFill>
                  <a:srgbClr val="46536A"/>
                </a:solidFill>
                <a:latin typeface="Noto Sans SC"/>
                <a:ea typeface="Noto Sans SC"/>
                <a:cs typeface="Noto Sans SC"/>
              </a:defRPr>
            </a:pPr>
            <a:r>
              <a:rPr sz="1650" b="0">
                <a:solidFill>
                  <a:srgbClr val="46536A"/>
                </a:solidFill>
                <a:latin typeface="Noto Sans SC"/>
                <a:ea typeface="Noto Sans SC"/>
                <a:cs typeface="Noto Sans SC"/>
              </a:rPr>
              <a:t>t₀</a:t>
            </a:r>
          </a:p>
        </p:txBody>
      </p:sp>
      <p:sp>
        <p:nvSpPr>
          <p:cNvPr id="11" name="o10">
            <a:extLst xmlns:a="http://schemas.openxmlformats.org/drawingml/2006/main">
              <a:ext uri="{FF2B5EF4-FFF2-40B4-BE49-F238E27FC236}">
                <a16:creationId xmlns:a16="http://schemas.microsoft.com/office/drawing/2014/main" id="{8B576E80-2774-4CCD-B045-2F9FF94FF2CB}"/>
              </a:ext>
            </a:extLst>
          </p:cNvPr>
          <p:cNvSpPr>
            <a:spLocks xmlns:a="http://schemas.openxmlformats.org/drawingml/2006/main" noGrp="1"/>
          </p:cNvSpPr>
          <p:nvPr/>
        </p:nvSpPr>
        <p:spPr>
          <a:xfrm xmlns:a="http://schemas.openxmlformats.org/drawingml/2006/main">
            <a:off x="2609850" y="2162175"/>
            <a:ext cx="209550" cy="209550"/>
          </a:xfrm>
          <a:prstGeom xmlns:a="http://schemas.openxmlformats.org/drawingml/2006/main" prst="ellipse">
            <a:avLst/>
          </a:prstGeom>
          <a:solidFill xmlns:a="http://schemas.openxmlformats.org/drawingml/2006/main">
            <a:srgbClr val="B85A1E"/>
          </a:solidFill>
          <a:ln xmlns:a="http://schemas.openxmlformats.org/drawingml/2006/main" w="0">
            <a:noFill/>
            <a:prstDash val="solid"/>
          </a:ln>
        </p:spPr>
      </p:sp>
      <p:sp>
        <p:nvSpPr>
          <p:cNvPr id="12" name="o11">
            <a:extLst xmlns:a="http://schemas.openxmlformats.org/drawingml/2006/main">
              <a:ext uri="{FF2B5EF4-FFF2-40B4-BE49-F238E27FC236}">
                <a16:creationId xmlns:a16="http://schemas.microsoft.com/office/drawing/2014/main" id="{ADBE325D-F448-47E7-93B5-E7B03C5C0A26}"/>
              </a:ext>
            </a:extLst>
          </p:cNvPr>
          <p:cNvSpPr>
            <a:spLocks xmlns:a="http://schemas.openxmlformats.org/drawingml/2006/main" noGrp="1"/>
          </p:cNvSpPr>
          <p:nvPr/>
        </p:nvSpPr>
        <p:spPr>
          <a:xfrm xmlns:a="http://schemas.openxmlformats.org/drawingml/2006/main">
            <a:off x="2447925" y="248602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650" b="0">
                <a:solidFill>
                  <a:srgbClr val="46536A"/>
                </a:solidFill>
                <a:latin typeface="Noto Sans SC"/>
                <a:ea typeface="Noto Sans SC"/>
                <a:cs typeface="Noto Sans SC"/>
              </a:defRPr>
            </a:defPPr>
            <a:lvl1pPr algn="ctr">
              <a:defRPr sz="1650" b="0">
                <a:solidFill>
                  <a:srgbClr val="46536A"/>
                </a:solidFill>
                <a:latin typeface="Noto Sans SC"/>
                <a:ea typeface="Noto Sans SC"/>
                <a:cs typeface="Noto Sans SC"/>
              </a:defRPr>
            </a:lvl1pPr>
            <a:lvl2pPr algn="ctr">
              <a:defRPr sz="1650" b="0">
                <a:solidFill>
                  <a:srgbClr val="46536A"/>
                </a:solidFill>
                <a:latin typeface="Noto Sans SC"/>
                <a:ea typeface="Noto Sans SC"/>
                <a:cs typeface="Noto Sans SC"/>
              </a:defRPr>
            </a:lvl2pPr>
            <a:lvl3pPr algn="ctr">
              <a:defRPr sz="1650" b="0">
                <a:solidFill>
                  <a:srgbClr val="46536A"/>
                </a:solidFill>
                <a:latin typeface="Noto Sans SC"/>
                <a:ea typeface="Noto Sans SC"/>
                <a:cs typeface="Noto Sans SC"/>
              </a:defRPr>
            </a:lvl3pPr>
            <a:lvl4pPr algn="ctr">
              <a:defRPr sz="1650" b="0">
                <a:solidFill>
                  <a:srgbClr val="46536A"/>
                </a:solidFill>
                <a:latin typeface="Noto Sans SC"/>
                <a:ea typeface="Noto Sans SC"/>
                <a:cs typeface="Noto Sans SC"/>
              </a:defRPr>
            </a:lvl4pPr>
            <a:lvl5pPr algn="ctr">
              <a:defRPr sz="1650" b="0">
                <a:solidFill>
                  <a:srgbClr val="46536A"/>
                </a:solidFill>
                <a:latin typeface="Noto Sans SC"/>
                <a:ea typeface="Noto Sans SC"/>
                <a:cs typeface="Noto Sans SC"/>
              </a:defRPr>
            </a:lvl5pPr>
            <a:lvl6pPr algn="ctr">
              <a:defRPr sz="1650" b="0">
                <a:solidFill>
                  <a:srgbClr val="46536A"/>
                </a:solidFill>
                <a:latin typeface="Noto Sans SC"/>
                <a:ea typeface="Noto Sans SC"/>
                <a:cs typeface="Noto Sans SC"/>
              </a:defRPr>
            </a:lvl6pPr>
            <a:lvl7pPr algn="ctr">
              <a:defRPr sz="1650" b="0">
                <a:solidFill>
                  <a:srgbClr val="46536A"/>
                </a:solidFill>
                <a:latin typeface="Noto Sans SC"/>
                <a:ea typeface="Noto Sans SC"/>
                <a:cs typeface="Noto Sans SC"/>
              </a:defRPr>
            </a:lvl7pPr>
            <a:lvl8pPr algn="ctr">
              <a:defRPr sz="1650" b="0">
                <a:solidFill>
                  <a:srgbClr val="46536A"/>
                </a:solidFill>
                <a:latin typeface="Noto Sans SC"/>
                <a:ea typeface="Noto Sans SC"/>
                <a:cs typeface="Noto Sans SC"/>
              </a:defRPr>
            </a:lvl8pPr>
            <a:lvl9pPr algn="ctr">
              <a:defRPr sz="1650" b="0">
                <a:solidFill>
                  <a:srgbClr val="46536A"/>
                </a:solidFill>
                <a:latin typeface="Noto Sans SC"/>
                <a:ea typeface="Noto Sans SC"/>
                <a:cs typeface="Noto Sans SC"/>
              </a:defRPr>
            </a:lvl9pPr>
          </a:lstStyle>
          <a:p xmlns:a="http://schemas.openxmlformats.org/drawingml/2006/main">
            <a:pPr algn="ctr">
              <a:defRPr sz="1650" b="0">
                <a:solidFill>
                  <a:srgbClr val="46536A"/>
                </a:solidFill>
                <a:latin typeface="Noto Sans SC"/>
                <a:ea typeface="Noto Sans SC"/>
                <a:cs typeface="Noto Sans SC"/>
              </a:defRPr>
            </a:pPr>
            <a:r>
              <a:rPr sz="1650" b="0">
                <a:solidFill>
                  <a:srgbClr val="46536A"/>
                </a:solidFill>
                <a:latin typeface="Noto Sans SC"/>
                <a:ea typeface="Noto Sans SC"/>
                <a:cs typeface="Noto Sans SC"/>
              </a:rPr>
              <a:t>t₁</a:t>
            </a:r>
          </a:p>
        </p:txBody>
      </p:sp>
      <p:sp>
        <p:nvSpPr>
          <p:cNvPr id="13" name="o12">
            <a:extLst xmlns:a="http://schemas.openxmlformats.org/drawingml/2006/main">
              <a:ext uri="{FF2B5EF4-FFF2-40B4-BE49-F238E27FC236}">
                <a16:creationId xmlns:a16="http://schemas.microsoft.com/office/drawing/2014/main" id="{14F57F60-F2F1-4F3C-A2BB-15ADEF6B77B1}"/>
              </a:ext>
            </a:extLst>
          </p:cNvPr>
          <p:cNvSpPr>
            <a:spLocks xmlns:a="http://schemas.openxmlformats.org/drawingml/2006/main" noGrp="1"/>
          </p:cNvSpPr>
          <p:nvPr/>
        </p:nvSpPr>
        <p:spPr>
          <a:xfrm xmlns:a="http://schemas.openxmlformats.org/drawingml/2006/main">
            <a:off x="3990975" y="2162175"/>
            <a:ext cx="209550" cy="209550"/>
          </a:xfrm>
          <a:prstGeom xmlns:a="http://schemas.openxmlformats.org/drawingml/2006/main" prst="ellipse">
            <a:avLst/>
          </a:prstGeom>
          <a:solidFill xmlns:a="http://schemas.openxmlformats.org/drawingml/2006/main">
            <a:srgbClr val="B85A1E"/>
          </a:solidFill>
          <a:ln xmlns:a="http://schemas.openxmlformats.org/drawingml/2006/main" w="0">
            <a:noFill/>
            <a:prstDash val="solid"/>
          </a:ln>
        </p:spPr>
      </p:sp>
      <p:sp>
        <p:nvSpPr>
          <p:cNvPr id="14" name="o13">
            <a:extLst xmlns:a="http://schemas.openxmlformats.org/drawingml/2006/main">
              <a:ext uri="{FF2B5EF4-FFF2-40B4-BE49-F238E27FC236}">
                <a16:creationId xmlns:a16="http://schemas.microsoft.com/office/drawing/2014/main" id="{44322571-3B91-48CC-AE82-C4A6ECB2BB20}"/>
              </a:ext>
            </a:extLst>
          </p:cNvPr>
          <p:cNvSpPr>
            <a:spLocks xmlns:a="http://schemas.openxmlformats.org/drawingml/2006/main" noGrp="1"/>
          </p:cNvSpPr>
          <p:nvPr/>
        </p:nvSpPr>
        <p:spPr>
          <a:xfrm xmlns:a="http://schemas.openxmlformats.org/drawingml/2006/main">
            <a:off x="3829050" y="248602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650" b="0">
                <a:solidFill>
                  <a:srgbClr val="46536A"/>
                </a:solidFill>
                <a:latin typeface="Noto Sans SC"/>
                <a:ea typeface="Noto Sans SC"/>
                <a:cs typeface="Noto Sans SC"/>
              </a:defRPr>
            </a:defPPr>
            <a:lvl1pPr algn="ctr">
              <a:defRPr sz="1650" b="0">
                <a:solidFill>
                  <a:srgbClr val="46536A"/>
                </a:solidFill>
                <a:latin typeface="Noto Sans SC"/>
                <a:ea typeface="Noto Sans SC"/>
                <a:cs typeface="Noto Sans SC"/>
              </a:defRPr>
            </a:lvl1pPr>
            <a:lvl2pPr algn="ctr">
              <a:defRPr sz="1650" b="0">
                <a:solidFill>
                  <a:srgbClr val="46536A"/>
                </a:solidFill>
                <a:latin typeface="Noto Sans SC"/>
                <a:ea typeface="Noto Sans SC"/>
                <a:cs typeface="Noto Sans SC"/>
              </a:defRPr>
            </a:lvl2pPr>
            <a:lvl3pPr algn="ctr">
              <a:defRPr sz="1650" b="0">
                <a:solidFill>
                  <a:srgbClr val="46536A"/>
                </a:solidFill>
                <a:latin typeface="Noto Sans SC"/>
                <a:ea typeface="Noto Sans SC"/>
                <a:cs typeface="Noto Sans SC"/>
              </a:defRPr>
            </a:lvl3pPr>
            <a:lvl4pPr algn="ctr">
              <a:defRPr sz="1650" b="0">
                <a:solidFill>
                  <a:srgbClr val="46536A"/>
                </a:solidFill>
                <a:latin typeface="Noto Sans SC"/>
                <a:ea typeface="Noto Sans SC"/>
                <a:cs typeface="Noto Sans SC"/>
              </a:defRPr>
            </a:lvl4pPr>
            <a:lvl5pPr algn="ctr">
              <a:defRPr sz="1650" b="0">
                <a:solidFill>
                  <a:srgbClr val="46536A"/>
                </a:solidFill>
                <a:latin typeface="Noto Sans SC"/>
                <a:ea typeface="Noto Sans SC"/>
                <a:cs typeface="Noto Sans SC"/>
              </a:defRPr>
            </a:lvl5pPr>
            <a:lvl6pPr algn="ctr">
              <a:defRPr sz="1650" b="0">
                <a:solidFill>
                  <a:srgbClr val="46536A"/>
                </a:solidFill>
                <a:latin typeface="Noto Sans SC"/>
                <a:ea typeface="Noto Sans SC"/>
                <a:cs typeface="Noto Sans SC"/>
              </a:defRPr>
            </a:lvl6pPr>
            <a:lvl7pPr algn="ctr">
              <a:defRPr sz="1650" b="0">
                <a:solidFill>
                  <a:srgbClr val="46536A"/>
                </a:solidFill>
                <a:latin typeface="Noto Sans SC"/>
                <a:ea typeface="Noto Sans SC"/>
                <a:cs typeface="Noto Sans SC"/>
              </a:defRPr>
            </a:lvl7pPr>
            <a:lvl8pPr algn="ctr">
              <a:defRPr sz="1650" b="0">
                <a:solidFill>
                  <a:srgbClr val="46536A"/>
                </a:solidFill>
                <a:latin typeface="Noto Sans SC"/>
                <a:ea typeface="Noto Sans SC"/>
                <a:cs typeface="Noto Sans SC"/>
              </a:defRPr>
            </a:lvl8pPr>
            <a:lvl9pPr algn="ctr">
              <a:defRPr sz="1650" b="0">
                <a:solidFill>
                  <a:srgbClr val="46536A"/>
                </a:solidFill>
                <a:latin typeface="Noto Sans SC"/>
                <a:ea typeface="Noto Sans SC"/>
                <a:cs typeface="Noto Sans SC"/>
              </a:defRPr>
            </a:lvl9pPr>
          </a:lstStyle>
          <a:p xmlns:a="http://schemas.openxmlformats.org/drawingml/2006/main">
            <a:pPr algn="ctr">
              <a:defRPr sz="1650" b="0">
                <a:solidFill>
                  <a:srgbClr val="46536A"/>
                </a:solidFill>
                <a:latin typeface="Noto Sans SC"/>
                <a:ea typeface="Noto Sans SC"/>
                <a:cs typeface="Noto Sans SC"/>
              </a:defRPr>
            </a:pPr>
            <a:r>
              <a:rPr sz="1650" b="0">
                <a:solidFill>
                  <a:srgbClr val="46536A"/>
                </a:solidFill>
                <a:latin typeface="Noto Sans SC"/>
                <a:ea typeface="Noto Sans SC"/>
                <a:cs typeface="Noto Sans SC"/>
              </a:rPr>
              <a:t>t₁</a:t>
            </a:r>
          </a:p>
        </p:txBody>
      </p:sp>
      <p:sp>
        <p:nvSpPr>
          <p:cNvPr id="15" name="o14">
            <a:extLst xmlns:a="http://schemas.openxmlformats.org/drawingml/2006/main">
              <a:ext uri="{FF2B5EF4-FFF2-40B4-BE49-F238E27FC236}">
                <a16:creationId xmlns:a16="http://schemas.microsoft.com/office/drawing/2014/main" id="{9808B42D-CBA5-4C7C-8997-4F4CD9E64204}"/>
              </a:ext>
            </a:extLst>
          </p:cNvPr>
          <p:cNvSpPr>
            <a:spLocks xmlns:a="http://schemas.openxmlformats.org/drawingml/2006/main" noGrp="1"/>
          </p:cNvSpPr>
          <p:nvPr/>
        </p:nvSpPr>
        <p:spPr>
          <a:xfrm xmlns:a="http://schemas.openxmlformats.org/drawingml/2006/main">
            <a:off x="5372100" y="2162175"/>
            <a:ext cx="209550" cy="209550"/>
          </a:xfrm>
          <a:prstGeom xmlns:a="http://schemas.openxmlformats.org/drawingml/2006/main" prst="ellipse">
            <a:avLst/>
          </a:prstGeom>
          <a:solidFill xmlns:a="http://schemas.openxmlformats.org/drawingml/2006/main">
            <a:srgbClr val="0F6E73"/>
          </a:solidFill>
          <a:ln xmlns:a="http://schemas.openxmlformats.org/drawingml/2006/main" w="0">
            <a:noFill/>
            <a:prstDash val="solid"/>
          </a:ln>
        </p:spPr>
      </p:sp>
      <p:sp>
        <p:nvSpPr>
          <p:cNvPr id="16" name="o15">
            <a:extLst xmlns:a="http://schemas.openxmlformats.org/drawingml/2006/main">
              <a:ext uri="{FF2B5EF4-FFF2-40B4-BE49-F238E27FC236}">
                <a16:creationId xmlns:a16="http://schemas.microsoft.com/office/drawing/2014/main" id="{46E5EA0B-9239-41E3-BF35-1BDD6A6D6E71}"/>
              </a:ext>
            </a:extLst>
          </p:cNvPr>
          <p:cNvSpPr>
            <a:spLocks xmlns:a="http://schemas.openxmlformats.org/drawingml/2006/main" noGrp="1"/>
          </p:cNvSpPr>
          <p:nvPr/>
        </p:nvSpPr>
        <p:spPr>
          <a:xfrm xmlns:a="http://schemas.openxmlformats.org/drawingml/2006/main">
            <a:off x="5210175" y="248602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650" b="0">
                <a:solidFill>
                  <a:srgbClr val="46536A"/>
                </a:solidFill>
                <a:latin typeface="Noto Sans SC"/>
                <a:ea typeface="Noto Sans SC"/>
                <a:cs typeface="Noto Sans SC"/>
              </a:defRPr>
            </a:defPPr>
            <a:lvl1pPr algn="ctr">
              <a:defRPr sz="1650" b="0">
                <a:solidFill>
                  <a:srgbClr val="46536A"/>
                </a:solidFill>
                <a:latin typeface="Noto Sans SC"/>
                <a:ea typeface="Noto Sans SC"/>
                <a:cs typeface="Noto Sans SC"/>
              </a:defRPr>
            </a:lvl1pPr>
            <a:lvl2pPr algn="ctr">
              <a:defRPr sz="1650" b="0">
                <a:solidFill>
                  <a:srgbClr val="46536A"/>
                </a:solidFill>
                <a:latin typeface="Noto Sans SC"/>
                <a:ea typeface="Noto Sans SC"/>
                <a:cs typeface="Noto Sans SC"/>
              </a:defRPr>
            </a:lvl2pPr>
            <a:lvl3pPr algn="ctr">
              <a:defRPr sz="1650" b="0">
                <a:solidFill>
                  <a:srgbClr val="46536A"/>
                </a:solidFill>
                <a:latin typeface="Noto Sans SC"/>
                <a:ea typeface="Noto Sans SC"/>
                <a:cs typeface="Noto Sans SC"/>
              </a:defRPr>
            </a:lvl3pPr>
            <a:lvl4pPr algn="ctr">
              <a:defRPr sz="1650" b="0">
                <a:solidFill>
                  <a:srgbClr val="46536A"/>
                </a:solidFill>
                <a:latin typeface="Noto Sans SC"/>
                <a:ea typeface="Noto Sans SC"/>
                <a:cs typeface="Noto Sans SC"/>
              </a:defRPr>
            </a:lvl4pPr>
            <a:lvl5pPr algn="ctr">
              <a:defRPr sz="1650" b="0">
                <a:solidFill>
                  <a:srgbClr val="46536A"/>
                </a:solidFill>
                <a:latin typeface="Noto Sans SC"/>
                <a:ea typeface="Noto Sans SC"/>
                <a:cs typeface="Noto Sans SC"/>
              </a:defRPr>
            </a:lvl5pPr>
            <a:lvl6pPr algn="ctr">
              <a:defRPr sz="1650" b="0">
                <a:solidFill>
                  <a:srgbClr val="46536A"/>
                </a:solidFill>
                <a:latin typeface="Noto Sans SC"/>
                <a:ea typeface="Noto Sans SC"/>
                <a:cs typeface="Noto Sans SC"/>
              </a:defRPr>
            </a:lvl6pPr>
            <a:lvl7pPr algn="ctr">
              <a:defRPr sz="1650" b="0">
                <a:solidFill>
                  <a:srgbClr val="46536A"/>
                </a:solidFill>
                <a:latin typeface="Noto Sans SC"/>
                <a:ea typeface="Noto Sans SC"/>
                <a:cs typeface="Noto Sans SC"/>
              </a:defRPr>
            </a:lvl7pPr>
            <a:lvl8pPr algn="ctr">
              <a:defRPr sz="1650" b="0">
                <a:solidFill>
                  <a:srgbClr val="46536A"/>
                </a:solidFill>
                <a:latin typeface="Noto Sans SC"/>
                <a:ea typeface="Noto Sans SC"/>
                <a:cs typeface="Noto Sans SC"/>
              </a:defRPr>
            </a:lvl8pPr>
            <a:lvl9pPr algn="ctr">
              <a:defRPr sz="1650" b="0">
                <a:solidFill>
                  <a:srgbClr val="46536A"/>
                </a:solidFill>
                <a:latin typeface="Noto Sans SC"/>
                <a:ea typeface="Noto Sans SC"/>
                <a:cs typeface="Noto Sans SC"/>
              </a:defRPr>
            </a:lvl9pPr>
          </a:lstStyle>
          <a:p xmlns:a="http://schemas.openxmlformats.org/drawingml/2006/main">
            <a:pPr algn="ctr">
              <a:defRPr sz="1650" b="0">
                <a:solidFill>
                  <a:srgbClr val="46536A"/>
                </a:solidFill>
                <a:latin typeface="Noto Sans SC"/>
                <a:ea typeface="Noto Sans SC"/>
                <a:cs typeface="Noto Sans SC"/>
              </a:defRPr>
            </a:pPr>
            <a:r>
              <a:rPr sz="1650" b="0">
                <a:solidFill>
                  <a:srgbClr val="46536A"/>
                </a:solidFill>
                <a:latin typeface="Noto Sans SC"/>
                <a:ea typeface="Noto Sans SC"/>
                <a:cs typeface="Noto Sans SC"/>
              </a:rPr>
              <a:t>t₂</a:t>
            </a:r>
          </a:p>
        </p:txBody>
      </p:sp>
      <p:sp>
        <p:nvSpPr>
          <p:cNvPr id="17" name="o16">
            <a:extLst xmlns:a="http://schemas.openxmlformats.org/drawingml/2006/main">
              <a:ext uri="{FF2B5EF4-FFF2-40B4-BE49-F238E27FC236}">
                <a16:creationId xmlns:a16="http://schemas.microsoft.com/office/drawing/2014/main" id="{ABC35EE0-289B-417D-B599-E6FA32C2DAEE}"/>
              </a:ext>
            </a:extLst>
          </p:cNvPr>
          <p:cNvSpPr>
            <a:spLocks xmlns:a="http://schemas.openxmlformats.org/drawingml/2006/main" noGrp="1"/>
          </p:cNvSpPr>
          <p:nvPr/>
        </p:nvSpPr>
        <p:spPr>
          <a:xfrm xmlns:a="http://schemas.openxmlformats.org/drawingml/2006/main">
            <a:off x="6753225" y="2162175"/>
            <a:ext cx="209550" cy="209550"/>
          </a:xfrm>
          <a:prstGeom xmlns:a="http://schemas.openxmlformats.org/drawingml/2006/main" prst="ellipse">
            <a:avLst/>
          </a:prstGeom>
          <a:solidFill xmlns:a="http://schemas.openxmlformats.org/drawingml/2006/main">
            <a:srgbClr val="0F6E73"/>
          </a:solidFill>
          <a:ln xmlns:a="http://schemas.openxmlformats.org/drawingml/2006/main" w="0">
            <a:noFill/>
            <a:prstDash val="solid"/>
          </a:ln>
        </p:spPr>
      </p:sp>
      <p:sp>
        <p:nvSpPr>
          <p:cNvPr id="18" name="o17">
            <a:extLst xmlns:a="http://schemas.openxmlformats.org/drawingml/2006/main">
              <a:ext uri="{FF2B5EF4-FFF2-40B4-BE49-F238E27FC236}">
                <a16:creationId xmlns:a16="http://schemas.microsoft.com/office/drawing/2014/main" id="{7D940F51-BF4C-44C2-ABB1-7F7AF9905919}"/>
              </a:ext>
            </a:extLst>
          </p:cNvPr>
          <p:cNvSpPr>
            <a:spLocks xmlns:a="http://schemas.openxmlformats.org/drawingml/2006/main" noGrp="1"/>
          </p:cNvSpPr>
          <p:nvPr/>
        </p:nvSpPr>
        <p:spPr>
          <a:xfrm xmlns:a="http://schemas.openxmlformats.org/drawingml/2006/main">
            <a:off x="6591300" y="248602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650" b="0">
                <a:solidFill>
                  <a:srgbClr val="46536A"/>
                </a:solidFill>
                <a:latin typeface="Noto Sans SC"/>
                <a:ea typeface="Noto Sans SC"/>
                <a:cs typeface="Noto Sans SC"/>
              </a:defRPr>
            </a:defPPr>
            <a:lvl1pPr algn="ctr">
              <a:defRPr sz="1650" b="0">
                <a:solidFill>
                  <a:srgbClr val="46536A"/>
                </a:solidFill>
                <a:latin typeface="Noto Sans SC"/>
                <a:ea typeface="Noto Sans SC"/>
                <a:cs typeface="Noto Sans SC"/>
              </a:defRPr>
            </a:lvl1pPr>
            <a:lvl2pPr algn="ctr">
              <a:defRPr sz="1650" b="0">
                <a:solidFill>
                  <a:srgbClr val="46536A"/>
                </a:solidFill>
                <a:latin typeface="Noto Sans SC"/>
                <a:ea typeface="Noto Sans SC"/>
                <a:cs typeface="Noto Sans SC"/>
              </a:defRPr>
            </a:lvl2pPr>
            <a:lvl3pPr algn="ctr">
              <a:defRPr sz="1650" b="0">
                <a:solidFill>
                  <a:srgbClr val="46536A"/>
                </a:solidFill>
                <a:latin typeface="Noto Sans SC"/>
                <a:ea typeface="Noto Sans SC"/>
                <a:cs typeface="Noto Sans SC"/>
              </a:defRPr>
            </a:lvl3pPr>
            <a:lvl4pPr algn="ctr">
              <a:defRPr sz="1650" b="0">
                <a:solidFill>
                  <a:srgbClr val="46536A"/>
                </a:solidFill>
                <a:latin typeface="Noto Sans SC"/>
                <a:ea typeface="Noto Sans SC"/>
                <a:cs typeface="Noto Sans SC"/>
              </a:defRPr>
            </a:lvl4pPr>
            <a:lvl5pPr algn="ctr">
              <a:defRPr sz="1650" b="0">
                <a:solidFill>
                  <a:srgbClr val="46536A"/>
                </a:solidFill>
                <a:latin typeface="Noto Sans SC"/>
                <a:ea typeface="Noto Sans SC"/>
                <a:cs typeface="Noto Sans SC"/>
              </a:defRPr>
            </a:lvl5pPr>
            <a:lvl6pPr algn="ctr">
              <a:defRPr sz="1650" b="0">
                <a:solidFill>
                  <a:srgbClr val="46536A"/>
                </a:solidFill>
                <a:latin typeface="Noto Sans SC"/>
                <a:ea typeface="Noto Sans SC"/>
                <a:cs typeface="Noto Sans SC"/>
              </a:defRPr>
            </a:lvl6pPr>
            <a:lvl7pPr algn="ctr">
              <a:defRPr sz="1650" b="0">
                <a:solidFill>
                  <a:srgbClr val="46536A"/>
                </a:solidFill>
                <a:latin typeface="Noto Sans SC"/>
                <a:ea typeface="Noto Sans SC"/>
                <a:cs typeface="Noto Sans SC"/>
              </a:defRPr>
            </a:lvl7pPr>
            <a:lvl8pPr algn="ctr">
              <a:defRPr sz="1650" b="0">
                <a:solidFill>
                  <a:srgbClr val="46536A"/>
                </a:solidFill>
                <a:latin typeface="Noto Sans SC"/>
                <a:ea typeface="Noto Sans SC"/>
                <a:cs typeface="Noto Sans SC"/>
              </a:defRPr>
            </a:lvl8pPr>
            <a:lvl9pPr algn="ctr">
              <a:defRPr sz="1650" b="0">
                <a:solidFill>
                  <a:srgbClr val="46536A"/>
                </a:solidFill>
                <a:latin typeface="Noto Sans SC"/>
                <a:ea typeface="Noto Sans SC"/>
                <a:cs typeface="Noto Sans SC"/>
              </a:defRPr>
            </a:lvl9pPr>
          </a:lstStyle>
          <a:p xmlns:a="http://schemas.openxmlformats.org/drawingml/2006/main">
            <a:pPr algn="ctr">
              <a:defRPr sz="1650" b="0">
                <a:solidFill>
                  <a:srgbClr val="46536A"/>
                </a:solidFill>
                <a:latin typeface="Noto Sans SC"/>
                <a:ea typeface="Noto Sans SC"/>
                <a:cs typeface="Noto Sans SC"/>
              </a:defRPr>
            </a:pPr>
            <a:r>
              <a:rPr sz="1650" b="0">
                <a:solidFill>
                  <a:srgbClr val="46536A"/>
                </a:solidFill>
                <a:latin typeface="Noto Sans SC"/>
                <a:ea typeface="Noto Sans SC"/>
                <a:cs typeface="Noto Sans SC"/>
              </a:rPr>
              <a:t>t₃</a:t>
            </a:r>
          </a:p>
        </p:txBody>
      </p:sp>
      <p:sp>
        <p:nvSpPr>
          <p:cNvPr id="19" name="o18">
            <a:extLst xmlns:a="http://schemas.openxmlformats.org/drawingml/2006/main">
              <a:ext uri="{FF2B5EF4-FFF2-40B4-BE49-F238E27FC236}">
                <a16:creationId xmlns:a16="http://schemas.microsoft.com/office/drawing/2014/main" id="{186827B7-0125-463E-ABC0-AA22169BED03}"/>
              </a:ext>
            </a:extLst>
          </p:cNvPr>
          <p:cNvSpPr>
            <a:spLocks xmlns:a="http://schemas.openxmlformats.org/drawingml/2006/main" noGrp="1"/>
          </p:cNvSpPr>
          <p:nvPr/>
        </p:nvSpPr>
        <p:spPr>
          <a:xfrm xmlns:a="http://schemas.openxmlformats.org/drawingml/2006/main">
            <a:off x="8134350" y="2162175"/>
            <a:ext cx="209550" cy="209550"/>
          </a:xfrm>
          <a:prstGeom xmlns:a="http://schemas.openxmlformats.org/drawingml/2006/main" prst="ellipse">
            <a:avLst/>
          </a:prstGeom>
          <a:solidFill xmlns:a="http://schemas.openxmlformats.org/drawingml/2006/main">
            <a:srgbClr val="0F6E73"/>
          </a:solidFill>
          <a:ln xmlns:a="http://schemas.openxmlformats.org/drawingml/2006/main" w="0">
            <a:noFill/>
            <a:prstDash val="solid"/>
          </a:ln>
        </p:spPr>
      </p:sp>
      <p:sp>
        <p:nvSpPr>
          <p:cNvPr id="20" name="o19">
            <a:extLst xmlns:a="http://schemas.openxmlformats.org/drawingml/2006/main">
              <a:ext uri="{FF2B5EF4-FFF2-40B4-BE49-F238E27FC236}">
                <a16:creationId xmlns:a16="http://schemas.microsoft.com/office/drawing/2014/main" id="{BE7868D0-BDB6-46A4-AC9D-FA33532BBBC9}"/>
              </a:ext>
            </a:extLst>
          </p:cNvPr>
          <p:cNvSpPr>
            <a:spLocks xmlns:a="http://schemas.openxmlformats.org/drawingml/2006/main" noGrp="1"/>
          </p:cNvSpPr>
          <p:nvPr/>
        </p:nvSpPr>
        <p:spPr>
          <a:xfrm xmlns:a="http://schemas.openxmlformats.org/drawingml/2006/main">
            <a:off x="7972425" y="248602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650" b="0">
                <a:solidFill>
                  <a:srgbClr val="46536A"/>
                </a:solidFill>
                <a:latin typeface="Noto Sans SC"/>
                <a:ea typeface="Noto Sans SC"/>
                <a:cs typeface="Noto Sans SC"/>
              </a:defRPr>
            </a:defPPr>
            <a:lvl1pPr algn="ctr">
              <a:defRPr sz="1650" b="0">
                <a:solidFill>
                  <a:srgbClr val="46536A"/>
                </a:solidFill>
                <a:latin typeface="Noto Sans SC"/>
                <a:ea typeface="Noto Sans SC"/>
                <a:cs typeface="Noto Sans SC"/>
              </a:defRPr>
            </a:lvl1pPr>
            <a:lvl2pPr algn="ctr">
              <a:defRPr sz="1650" b="0">
                <a:solidFill>
                  <a:srgbClr val="46536A"/>
                </a:solidFill>
                <a:latin typeface="Noto Sans SC"/>
                <a:ea typeface="Noto Sans SC"/>
                <a:cs typeface="Noto Sans SC"/>
              </a:defRPr>
            </a:lvl2pPr>
            <a:lvl3pPr algn="ctr">
              <a:defRPr sz="1650" b="0">
                <a:solidFill>
                  <a:srgbClr val="46536A"/>
                </a:solidFill>
                <a:latin typeface="Noto Sans SC"/>
                <a:ea typeface="Noto Sans SC"/>
                <a:cs typeface="Noto Sans SC"/>
              </a:defRPr>
            </a:lvl3pPr>
            <a:lvl4pPr algn="ctr">
              <a:defRPr sz="1650" b="0">
                <a:solidFill>
                  <a:srgbClr val="46536A"/>
                </a:solidFill>
                <a:latin typeface="Noto Sans SC"/>
                <a:ea typeface="Noto Sans SC"/>
                <a:cs typeface="Noto Sans SC"/>
              </a:defRPr>
            </a:lvl4pPr>
            <a:lvl5pPr algn="ctr">
              <a:defRPr sz="1650" b="0">
                <a:solidFill>
                  <a:srgbClr val="46536A"/>
                </a:solidFill>
                <a:latin typeface="Noto Sans SC"/>
                <a:ea typeface="Noto Sans SC"/>
                <a:cs typeface="Noto Sans SC"/>
              </a:defRPr>
            </a:lvl5pPr>
            <a:lvl6pPr algn="ctr">
              <a:defRPr sz="1650" b="0">
                <a:solidFill>
                  <a:srgbClr val="46536A"/>
                </a:solidFill>
                <a:latin typeface="Noto Sans SC"/>
                <a:ea typeface="Noto Sans SC"/>
                <a:cs typeface="Noto Sans SC"/>
              </a:defRPr>
            </a:lvl6pPr>
            <a:lvl7pPr algn="ctr">
              <a:defRPr sz="1650" b="0">
                <a:solidFill>
                  <a:srgbClr val="46536A"/>
                </a:solidFill>
                <a:latin typeface="Noto Sans SC"/>
                <a:ea typeface="Noto Sans SC"/>
                <a:cs typeface="Noto Sans SC"/>
              </a:defRPr>
            </a:lvl7pPr>
            <a:lvl8pPr algn="ctr">
              <a:defRPr sz="1650" b="0">
                <a:solidFill>
                  <a:srgbClr val="46536A"/>
                </a:solidFill>
                <a:latin typeface="Noto Sans SC"/>
                <a:ea typeface="Noto Sans SC"/>
                <a:cs typeface="Noto Sans SC"/>
              </a:defRPr>
            </a:lvl8pPr>
            <a:lvl9pPr algn="ctr">
              <a:defRPr sz="1650" b="0">
                <a:solidFill>
                  <a:srgbClr val="46536A"/>
                </a:solidFill>
                <a:latin typeface="Noto Sans SC"/>
                <a:ea typeface="Noto Sans SC"/>
                <a:cs typeface="Noto Sans SC"/>
              </a:defRPr>
            </a:lvl9pPr>
          </a:lstStyle>
          <a:p xmlns:a="http://schemas.openxmlformats.org/drawingml/2006/main">
            <a:pPr algn="ctr">
              <a:defRPr sz="1650" b="0">
                <a:solidFill>
                  <a:srgbClr val="46536A"/>
                </a:solidFill>
                <a:latin typeface="Noto Sans SC"/>
                <a:ea typeface="Noto Sans SC"/>
                <a:cs typeface="Noto Sans SC"/>
              </a:defRPr>
            </a:pPr>
            <a:r>
              <a:rPr sz="1650" b="0">
                <a:solidFill>
                  <a:srgbClr val="46536A"/>
                </a:solidFill>
                <a:latin typeface="Noto Sans SC"/>
                <a:ea typeface="Noto Sans SC"/>
                <a:cs typeface="Noto Sans SC"/>
              </a:rPr>
              <a:t>…</a:t>
            </a:r>
          </a:p>
        </p:txBody>
      </p:sp>
      <p:sp>
        <p:nvSpPr>
          <p:cNvPr id="21" name="o20">
            <a:extLst xmlns:a="http://schemas.openxmlformats.org/drawingml/2006/main">
              <a:ext uri="{FF2B5EF4-FFF2-40B4-BE49-F238E27FC236}">
                <a16:creationId xmlns:a16="http://schemas.microsoft.com/office/drawing/2014/main" id="{51C75FB3-066E-485C-83BD-F09125650B83}"/>
              </a:ext>
            </a:extLst>
          </p:cNvPr>
          <p:cNvSpPr>
            <a:spLocks xmlns:a="http://schemas.openxmlformats.org/drawingml/2006/main" noGrp="1"/>
          </p:cNvSpPr>
          <p:nvPr/>
        </p:nvSpPr>
        <p:spPr>
          <a:xfrm xmlns:a="http://schemas.openxmlformats.org/drawingml/2006/main">
            <a:off x="9515475" y="2162175"/>
            <a:ext cx="209550" cy="209550"/>
          </a:xfrm>
          <a:prstGeom xmlns:a="http://schemas.openxmlformats.org/drawingml/2006/main" prst="ellipse">
            <a:avLst/>
          </a:prstGeom>
          <a:solidFill xmlns:a="http://schemas.openxmlformats.org/drawingml/2006/main">
            <a:srgbClr val="0F6E73"/>
          </a:solidFill>
          <a:ln xmlns:a="http://schemas.openxmlformats.org/drawingml/2006/main" w="0">
            <a:noFill/>
            <a:prstDash val="solid"/>
          </a:ln>
        </p:spPr>
      </p:sp>
      <p:sp>
        <p:nvSpPr>
          <p:cNvPr id="22" name="o21">
            <a:extLst xmlns:a="http://schemas.openxmlformats.org/drawingml/2006/main">
              <a:ext uri="{FF2B5EF4-FFF2-40B4-BE49-F238E27FC236}">
                <a16:creationId xmlns:a16="http://schemas.microsoft.com/office/drawing/2014/main" id="{9C11463C-B1BF-4E39-AB08-F9666869593D}"/>
              </a:ext>
            </a:extLst>
          </p:cNvPr>
          <p:cNvSpPr>
            <a:spLocks xmlns:a="http://schemas.openxmlformats.org/drawingml/2006/main" noGrp="1"/>
          </p:cNvSpPr>
          <p:nvPr/>
        </p:nvSpPr>
        <p:spPr>
          <a:xfrm xmlns:a="http://schemas.openxmlformats.org/drawingml/2006/main">
            <a:off x="9353550" y="248602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650" b="0">
                <a:solidFill>
                  <a:srgbClr val="46536A"/>
                </a:solidFill>
                <a:latin typeface="Noto Sans SC"/>
                <a:ea typeface="Noto Sans SC"/>
                <a:cs typeface="Noto Sans SC"/>
              </a:defRPr>
            </a:defPPr>
            <a:lvl1pPr algn="ctr">
              <a:defRPr sz="1650" b="0">
                <a:solidFill>
                  <a:srgbClr val="46536A"/>
                </a:solidFill>
                <a:latin typeface="Noto Sans SC"/>
                <a:ea typeface="Noto Sans SC"/>
                <a:cs typeface="Noto Sans SC"/>
              </a:defRPr>
            </a:lvl1pPr>
            <a:lvl2pPr algn="ctr">
              <a:defRPr sz="1650" b="0">
                <a:solidFill>
                  <a:srgbClr val="46536A"/>
                </a:solidFill>
                <a:latin typeface="Noto Sans SC"/>
                <a:ea typeface="Noto Sans SC"/>
                <a:cs typeface="Noto Sans SC"/>
              </a:defRPr>
            </a:lvl2pPr>
            <a:lvl3pPr algn="ctr">
              <a:defRPr sz="1650" b="0">
                <a:solidFill>
                  <a:srgbClr val="46536A"/>
                </a:solidFill>
                <a:latin typeface="Noto Sans SC"/>
                <a:ea typeface="Noto Sans SC"/>
                <a:cs typeface="Noto Sans SC"/>
              </a:defRPr>
            </a:lvl3pPr>
            <a:lvl4pPr algn="ctr">
              <a:defRPr sz="1650" b="0">
                <a:solidFill>
                  <a:srgbClr val="46536A"/>
                </a:solidFill>
                <a:latin typeface="Noto Sans SC"/>
                <a:ea typeface="Noto Sans SC"/>
                <a:cs typeface="Noto Sans SC"/>
              </a:defRPr>
            </a:lvl4pPr>
            <a:lvl5pPr algn="ctr">
              <a:defRPr sz="1650" b="0">
                <a:solidFill>
                  <a:srgbClr val="46536A"/>
                </a:solidFill>
                <a:latin typeface="Noto Sans SC"/>
                <a:ea typeface="Noto Sans SC"/>
                <a:cs typeface="Noto Sans SC"/>
              </a:defRPr>
            </a:lvl5pPr>
            <a:lvl6pPr algn="ctr">
              <a:defRPr sz="1650" b="0">
                <a:solidFill>
                  <a:srgbClr val="46536A"/>
                </a:solidFill>
                <a:latin typeface="Noto Sans SC"/>
                <a:ea typeface="Noto Sans SC"/>
                <a:cs typeface="Noto Sans SC"/>
              </a:defRPr>
            </a:lvl6pPr>
            <a:lvl7pPr algn="ctr">
              <a:defRPr sz="1650" b="0">
                <a:solidFill>
                  <a:srgbClr val="46536A"/>
                </a:solidFill>
                <a:latin typeface="Noto Sans SC"/>
                <a:ea typeface="Noto Sans SC"/>
                <a:cs typeface="Noto Sans SC"/>
              </a:defRPr>
            </a:lvl7pPr>
            <a:lvl8pPr algn="ctr">
              <a:defRPr sz="1650" b="0">
                <a:solidFill>
                  <a:srgbClr val="46536A"/>
                </a:solidFill>
                <a:latin typeface="Noto Sans SC"/>
                <a:ea typeface="Noto Sans SC"/>
                <a:cs typeface="Noto Sans SC"/>
              </a:defRPr>
            </a:lvl8pPr>
            <a:lvl9pPr algn="ctr">
              <a:defRPr sz="1650" b="0">
                <a:solidFill>
                  <a:srgbClr val="46536A"/>
                </a:solidFill>
                <a:latin typeface="Noto Sans SC"/>
                <a:ea typeface="Noto Sans SC"/>
                <a:cs typeface="Noto Sans SC"/>
              </a:defRPr>
            </a:lvl9pPr>
          </a:lstStyle>
          <a:p xmlns:a="http://schemas.openxmlformats.org/drawingml/2006/main">
            <a:pPr algn="ctr">
              <a:defRPr sz="1650" b="0">
                <a:solidFill>
                  <a:srgbClr val="46536A"/>
                </a:solidFill>
                <a:latin typeface="Noto Sans SC"/>
                <a:ea typeface="Noto Sans SC"/>
                <a:cs typeface="Noto Sans SC"/>
              </a:defRPr>
            </a:pPr>
            <a:r>
              <a:rPr sz="1650" b="0">
                <a:solidFill>
                  <a:srgbClr val="46536A"/>
                </a:solidFill>
                <a:latin typeface="Noto Sans SC"/>
                <a:ea typeface="Noto Sans SC"/>
                <a:cs typeface="Noto Sans SC"/>
              </a:rPr>
              <a:t>tₙ</a:t>
            </a:r>
          </a:p>
        </p:txBody>
      </p:sp>
      <p:sp>
        <p:nvSpPr>
          <p:cNvPr id="23" name="line-21">
            <a:extLst xmlns:a="http://schemas.openxmlformats.org/drawingml/2006/main">
              <a:ext uri="{FF2B5EF4-FFF2-40B4-BE49-F238E27FC236}">
                <a16:creationId xmlns:a16="http://schemas.microsoft.com/office/drawing/2014/main" id="{DC722BD8-35D7-47AC-8044-95FC4B0EB048}"/>
              </a:ext>
            </a:extLst>
          </p:cNvPr>
          <p:cNvSpPr>
            <a:spLocks xmlns:a="http://schemas.openxmlformats.org/drawingml/2006/main" noGrp="1"/>
          </p:cNvSpPr>
          <p:nvPr/>
        </p:nvSpPr>
        <p:spPr>
          <a:xfrm xmlns:a="http://schemas.openxmlformats.org/drawingml/2006/main" flipV="0">
            <a:off x="1333500" y="2266950"/>
            <a:ext cx="8286750" cy="953"/>
          </a:xfrm>
          <a:prstGeom xmlns:a="http://schemas.openxmlformats.org/drawingml/2006/main" prst="line">
            <a:avLst/>
          </a:prstGeom>
          <a:noFill xmlns:a="http://schemas.openxmlformats.org/drawingml/2006/main"/>
          <a:ln xmlns:a="http://schemas.openxmlformats.org/drawingml/2006/main" w="14288">
            <a:solidFill>
              <a:srgbClr val="0F6E73"/>
            </a:solidFill>
            <a:prstDash val="solid"/>
          </a:ln>
        </p:spPr>
      </p:sp>
      <p:sp>
        <p:nvSpPr>
          <p:cNvPr id="24" name="o23">
            <a:extLst xmlns:a="http://schemas.openxmlformats.org/drawingml/2006/main">
              <a:ext uri="{FF2B5EF4-FFF2-40B4-BE49-F238E27FC236}">
                <a16:creationId xmlns:a16="http://schemas.microsoft.com/office/drawing/2014/main" id="{D09F1E46-440E-4558-AC55-0F0DC83CEF2E}"/>
              </a:ext>
            </a:extLst>
          </p:cNvPr>
          <p:cNvSpPr>
            <a:spLocks xmlns:a="http://schemas.openxmlformats.org/drawingml/2006/main" noGrp="1"/>
          </p:cNvSpPr>
          <p:nvPr/>
        </p:nvSpPr>
        <p:spPr>
          <a:xfrm xmlns:a="http://schemas.openxmlformats.org/drawingml/2006/main">
            <a:off x="3000375" y="1905000"/>
            <a:ext cx="1143000" cy="304800"/>
          </a:xfrm>
          <a:prstGeom xmlns:a="http://schemas.openxmlformats.org/drawingml/2006/main" prst="roundRect">
            <a:avLst>
              <a:gd name="adj" fmla="val 25000"/>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350" b="1">
                <a:solidFill>
                  <a:srgbClr val="B85A1E"/>
                </a:solidFill>
                <a:latin typeface="Noto Sans SC"/>
                <a:ea typeface="Noto Sans SC"/>
                <a:cs typeface="Noto Sans SC"/>
              </a:defRPr>
            </a:defPPr>
            <a:lvl1pPr algn="ctr">
              <a:defRPr sz="1350" b="1">
                <a:solidFill>
                  <a:srgbClr val="B85A1E"/>
                </a:solidFill>
                <a:latin typeface="Noto Sans SC"/>
                <a:ea typeface="Noto Sans SC"/>
                <a:cs typeface="Noto Sans SC"/>
              </a:defRPr>
            </a:lvl1pPr>
            <a:lvl2pPr algn="ctr">
              <a:defRPr sz="1350" b="1">
                <a:solidFill>
                  <a:srgbClr val="B85A1E"/>
                </a:solidFill>
                <a:latin typeface="Noto Sans SC"/>
                <a:ea typeface="Noto Sans SC"/>
                <a:cs typeface="Noto Sans SC"/>
              </a:defRPr>
            </a:lvl2pPr>
            <a:lvl3pPr algn="ctr">
              <a:defRPr sz="1350" b="1">
                <a:solidFill>
                  <a:srgbClr val="B85A1E"/>
                </a:solidFill>
                <a:latin typeface="Noto Sans SC"/>
                <a:ea typeface="Noto Sans SC"/>
                <a:cs typeface="Noto Sans SC"/>
              </a:defRPr>
            </a:lvl3pPr>
            <a:lvl4pPr algn="ctr">
              <a:defRPr sz="1350" b="1">
                <a:solidFill>
                  <a:srgbClr val="B85A1E"/>
                </a:solidFill>
                <a:latin typeface="Noto Sans SC"/>
                <a:ea typeface="Noto Sans SC"/>
                <a:cs typeface="Noto Sans SC"/>
              </a:defRPr>
            </a:lvl4pPr>
            <a:lvl5pPr algn="ctr">
              <a:defRPr sz="1350" b="1">
                <a:solidFill>
                  <a:srgbClr val="B85A1E"/>
                </a:solidFill>
                <a:latin typeface="Noto Sans SC"/>
                <a:ea typeface="Noto Sans SC"/>
                <a:cs typeface="Noto Sans SC"/>
              </a:defRPr>
            </a:lvl5pPr>
            <a:lvl6pPr algn="ctr">
              <a:defRPr sz="1350" b="1">
                <a:solidFill>
                  <a:srgbClr val="B85A1E"/>
                </a:solidFill>
                <a:latin typeface="Noto Sans SC"/>
                <a:ea typeface="Noto Sans SC"/>
                <a:cs typeface="Noto Sans SC"/>
              </a:defRPr>
            </a:lvl6pPr>
            <a:lvl7pPr algn="ctr">
              <a:defRPr sz="1350" b="1">
                <a:solidFill>
                  <a:srgbClr val="B85A1E"/>
                </a:solidFill>
                <a:latin typeface="Noto Sans SC"/>
                <a:ea typeface="Noto Sans SC"/>
                <a:cs typeface="Noto Sans SC"/>
              </a:defRPr>
            </a:lvl7pPr>
            <a:lvl8pPr algn="ctr">
              <a:defRPr sz="1350" b="1">
                <a:solidFill>
                  <a:srgbClr val="B85A1E"/>
                </a:solidFill>
                <a:latin typeface="Noto Sans SC"/>
                <a:ea typeface="Noto Sans SC"/>
                <a:cs typeface="Noto Sans SC"/>
              </a:defRPr>
            </a:lvl8pPr>
            <a:lvl9pPr algn="ctr">
              <a:defRPr sz="1350" b="1">
                <a:solidFill>
                  <a:srgbClr val="B85A1E"/>
                </a:solidFill>
                <a:latin typeface="Noto Sans SC"/>
                <a:ea typeface="Noto Sans SC"/>
                <a:cs typeface="Noto Sans SC"/>
              </a:defRPr>
            </a:lvl9pPr>
          </a:lstStyle>
          <a:p xmlns:a="http://schemas.openxmlformats.org/drawingml/2006/main">
            <a:pPr algn="ctr">
              <a:defRPr sz="1350" b="1">
                <a:solidFill>
                  <a:srgbClr val="B85A1E"/>
                </a:solidFill>
                <a:latin typeface="Noto Sans SC"/>
                <a:ea typeface="Noto Sans SC"/>
                <a:cs typeface="Noto Sans SC"/>
              </a:defRPr>
            </a:pPr>
            <a:r>
              <a:rPr sz="1350" b="1">
                <a:solidFill>
                  <a:srgbClr val="B85A1E"/>
                </a:solidFill>
                <a:latin typeface="Noto Sans SC"/>
                <a:ea typeface="Noto Sans SC"/>
                <a:cs typeface="Noto Sans SC"/>
              </a:rPr>
              <a:t>折叠</a:t>
            </a:r>
          </a:p>
        </p:txBody>
      </p:sp>
      <p:sp>
        <p:nvSpPr>
          <p:cNvPr id="25" name="o24">
            <a:extLst xmlns:a="http://schemas.openxmlformats.org/drawingml/2006/main">
              <a:ext uri="{FF2B5EF4-FFF2-40B4-BE49-F238E27FC236}">
                <a16:creationId xmlns:a16="http://schemas.microsoft.com/office/drawing/2014/main" id="{E257B1C6-1F6C-4432-928A-BD27F0EB20C2}"/>
              </a:ext>
            </a:extLst>
          </p:cNvPr>
          <p:cNvSpPr>
            <a:spLocks xmlns:a="http://schemas.openxmlformats.org/drawingml/2006/main" noGrp="1"/>
          </p:cNvSpPr>
          <p:nvPr/>
        </p:nvSpPr>
        <p:spPr>
          <a:xfrm xmlns:a="http://schemas.openxmlformats.org/drawingml/2006/main">
            <a:off x="609600" y="3076575"/>
            <a:ext cx="3429000" cy="1714500"/>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26" name="line-23">
            <a:extLst xmlns:a="http://schemas.openxmlformats.org/drawingml/2006/main">
              <a:ext uri="{FF2B5EF4-FFF2-40B4-BE49-F238E27FC236}">
                <a16:creationId xmlns:a16="http://schemas.microsoft.com/office/drawing/2014/main" id="{80E162A6-E993-4D34-9EAE-52A64F0BA541}"/>
              </a:ext>
            </a:extLst>
          </p:cNvPr>
          <p:cNvSpPr>
            <a:spLocks xmlns:a="http://schemas.openxmlformats.org/drawingml/2006/main" noGrp="1"/>
          </p:cNvSpPr>
          <p:nvPr/>
        </p:nvSpPr>
        <p:spPr>
          <a:xfrm xmlns:a="http://schemas.openxmlformats.org/drawingml/2006/main" flipV="0">
            <a:off x="609600" y="3076575"/>
            <a:ext cx="3429000" cy="953"/>
          </a:xfrm>
          <a:prstGeom xmlns:a="http://schemas.openxmlformats.org/drawingml/2006/main" prst="line">
            <a:avLst/>
          </a:prstGeom>
          <a:noFill xmlns:a="http://schemas.openxmlformats.org/drawingml/2006/main"/>
          <a:ln xmlns:a="http://schemas.openxmlformats.org/drawingml/2006/main" w="28575">
            <a:solidFill>
              <a:srgbClr val="32668E"/>
            </a:solidFill>
            <a:prstDash val="solid"/>
          </a:ln>
        </p:spPr>
      </p:sp>
      <p:sp>
        <p:nvSpPr>
          <p:cNvPr id="27" name="o26">
            <a:extLst xmlns:a="http://schemas.openxmlformats.org/drawingml/2006/main">
              <a:ext uri="{FF2B5EF4-FFF2-40B4-BE49-F238E27FC236}">
                <a16:creationId xmlns:a16="http://schemas.microsoft.com/office/drawing/2014/main" id="{F279EC2B-5EAB-4369-B203-BB3B44C5A1D9}"/>
              </a:ext>
            </a:extLst>
          </p:cNvPr>
          <p:cNvSpPr>
            <a:spLocks xmlns:a="http://schemas.openxmlformats.org/drawingml/2006/main" noGrp="1"/>
          </p:cNvSpPr>
          <p:nvPr/>
        </p:nvSpPr>
        <p:spPr>
          <a:xfrm xmlns:a="http://schemas.openxmlformats.org/drawingml/2006/main">
            <a:off x="762000" y="3171825"/>
            <a:ext cx="3124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32668E"/>
                </a:solidFill>
                <a:latin typeface="Noto Sans SC"/>
                <a:ea typeface="Noto Sans SC"/>
                <a:cs typeface="Noto Sans SC"/>
              </a:defRPr>
            </a:defPPr>
            <a:lvl1pPr algn="l">
              <a:defRPr sz="1800" b="1">
                <a:solidFill>
                  <a:srgbClr val="32668E"/>
                </a:solidFill>
                <a:latin typeface="Noto Sans SC"/>
                <a:ea typeface="Noto Sans SC"/>
                <a:cs typeface="Noto Sans SC"/>
              </a:defRPr>
            </a:lvl1pPr>
            <a:lvl2pPr algn="l">
              <a:defRPr sz="1800" b="1">
                <a:solidFill>
                  <a:srgbClr val="32668E"/>
                </a:solidFill>
                <a:latin typeface="Noto Sans SC"/>
                <a:ea typeface="Noto Sans SC"/>
                <a:cs typeface="Noto Sans SC"/>
              </a:defRPr>
            </a:lvl2pPr>
            <a:lvl3pPr algn="l">
              <a:defRPr sz="1800" b="1">
                <a:solidFill>
                  <a:srgbClr val="32668E"/>
                </a:solidFill>
                <a:latin typeface="Noto Sans SC"/>
                <a:ea typeface="Noto Sans SC"/>
                <a:cs typeface="Noto Sans SC"/>
              </a:defRPr>
            </a:lvl3pPr>
            <a:lvl4pPr algn="l">
              <a:defRPr sz="1800" b="1">
                <a:solidFill>
                  <a:srgbClr val="32668E"/>
                </a:solidFill>
                <a:latin typeface="Noto Sans SC"/>
                <a:ea typeface="Noto Sans SC"/>
                <a:cs typeface="Noto Sans SC"/>
              </a:defRPr>
            </a:lvl4pPr>
            <a:lvl5pPr algn="l">
              <a:defRPr sz="1800" b="1">
                <a:solidFill>
                  <a:srgbClr val="32668E"/>
                </a:solidFill>
                <a:latin typeface="Noto Sans SC"/>
                <a:ea typeface="Noto Sans SC"/>
                <a:cs typeface="Noto Sans SC"/>
              </a:defRPr>
            </a:lvl5pPr>
            <a:lvl6pPr algn="l">
              <a:defRPr sz="1800" b="1">
                <a:solidFill>
                  <a:srgbClr val="32668E"/>
                </a:solidFill>
                <a:latin typeface="Noto Sans SC"/>
                <a:ea typeface="Noto Sans SC"/>
                <a:cs typeface="Noto Sans SC"/>
              </a:defRPr>
            </a:lvl6pPr>
            <a:lvl7pPr algn="l">
              <a:defRPr sz="1800" b="1">
                <a:solidFill>
                  <a:srgbClr val="32668E"/>
                </a:solidFill>
                <a:latin typeface="Noto Sans SC"/>
                <a:ea typeface="Noto Sans SC"/>
                <a:cs typeface="Noto Sans SC"/>
              </a:defRPr>
            </a:lvl7pPr>
            <a:lvl8pPr algn="l">
              <a:defRPr sz="1800" b="1">
                <a:solidFill>
                  <a:srgbClr val="32668E"/>
                </a:solidFill>
                <a:latin typeface="Noto Sans SC"/>
                <a:ea typeface="Noto Sans SC"/>
                <a:cs typeface="Noto Sans SC"/>
              </a:defRPr>
            </a:lvl8pPr>
            <a:lvl9pPr algn="l">
              <a:defRPr sz="1800" b="1">
                <a:solidFill>
                  <a:srgbClr val="32668E"/>
                </a:solidFill>
                <a:latin typeface="Noto Sans SC"/>
                <a:ea typeface="Noto Sans SC"/>
                <a:cs typeface="Noto Sans SC"/>
              </a:defRPr>
            </a:lvl9pPr>
          </a:lstStyle>
          <a:p xmlns:a="http://schemas.openxmlformats.org/drawingml/2006/main">
            <a:pPr algn="l">
              <a:defRPr sz="1800" b="1">
                <a:solidFill>
                  <a:srgbClr val="32668E"/>
                </a:solidFill>
                <a:latin typeface="Noto Sans SC"/>
                <a:ea typeface="Noto Sans SC"/>
                <a:cs typeface="Noto Sans SC"/>
              </a:defRPr>
            </a:pPr>
            <a:r>
              <a:rPr sz="1800" b="1">
                <a:solidFill>
                  <a:srgbClr val="32668E"/>
                </a:solidFill>
                <a:latin typeface="Noto Sans SC"/>
                <a:ea typeface="Noto Sans SC"/>
                <a:cs typeface="Noto Sans SC"/>
              </a:rPr>
              <a:t>清洗后保留的含义</a:t>
            </a:r>
          </a:p>
        </p:txBody>
      </p:sp>
      <p:sp>
        <p:nvSpPr>
          <p:cNvPr id="28" name="o27">
            <a:extLst xmlns:a="http://schemas.openxmlformats.org/drawingml/2006/main">
              <a:ext uri="{FF2B5EF4-FFF2-40B4-BE49-F238E27FC236}">
                <a16:creationId xmlns:a16="http://schemas.microsoft.com/office/drawing/2014/main" id="{B573A07D-B532-4508-80E3-A21264C021C6}"/>
              </a:ext>
            </a:extLst>
          </p:cNvPr>
          <p:cNvSpPr>
            <a:spLocks xmlns:a="http://schemas.openxmlformats.org/drawingml/2006/main" noGrp="1"/>
          </p:cNvSpPr>
          <p:nvPr/>
        </p:nvSpPr>
        <p:spPr>
          <a:xfrm xmlns:a="http://schemas.openxmlformats.org/drawingml/2006/main">
            <a:off x="762000" y="3629025"/>
            <a:ext cx="31242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46536A"/>
                </a:solidFill>
                <a:latin typeface="Noto Sans SC"/>
                <a:ea typeface="Noto Sans SC"/>
                <a:cs typeface="Noto Sans SC"/>
              </a:defRPr>
            </a:defPPr>
            <a:lvl1pPr algn="l">
              <a:defRPr sz="1575" b="0">
                <a:solidFill>
                  <a:srgbClr val="46536A"/>
                </a:solidFill>
                <a:latin typeface="Noto Sans SC"/>
                <a:ea typeface="Noto Sans SC"/>
                <a:cs typeface="Noto Sans SC"/>
              </a:defRPr>
            </a:lvl1pPr>
            <a:lvl2pPr algn="l">
              <a:defRPr sz="1575" b="0">
                <a:solidFill>
                  <a:srgbClr val="46536A"/>
                </a:solidFill>
                <a:latin typeface="Noto Sans SC"/>
                <a:ea typeface="Noto Sans SC"/>
                <a:cs typeface="Noto Sans SC"/>
              </a:defRPr>
            </a:lvl2pPr>
            <a:lvl3pPr algn="l">
              <a:defRPr sz="1575" b="0">
                <a:solidFill>
                  <a:srgbClr val="46536A"/>
                </a:solidFill>
                <a:latin typeface="Noto Sans SC"/>
                <a:ea typeface="Noto Sans SC"/>
                <a:cs typeface="Noto Sans SC"/>
              </a:defRPr>
            </a:lvl3pPr>
            <a:lvl4pPr algn="l">
              <a:defRPr sz="1575" b="0">
                <a:solidFill>
                  <a:srgbClr val="46536A"/>
                </a:solidFill>
                <a:latin typeface="Noto Sans SC"/>
                <a:ea typeface="Noto Sans SC"/>
                <a:cs typeface="Noto Sans SC"/>
              </a:defRPr>
            </a:lvl4pPr>
            <a:lvl5pPr algn="l">
              <a:defRPr sz="1575" b="0">
                <a:solidFill>
                  <a:srgbClr val="46536A"/>
                </a:solidFill>
                <a:latin typeface="Noto Sans SC"/>
                <a:ea typeface="Noto Sans SC"/>
                <a:cs typeface="Noto Sans SC"/>
              </a:defRPr>
            </a:lvl5pPr>
            <a:lvl6pPr algn="l">
              <a:defRPr sz="1575" b="0">
                <a:solidFill>
                  <a:srgbClr val="46536A"/>
                </a:solidFill>
                <a:latin typeface="Noto Sans SC"/>
                <a:ea typeface="Noto Sans SC"/>
                <a:cs typeface="Noto Sans SC"/>
              </a:defRPr>
            </a:lvl6pPr>
            <a:lvl7pPr algn="l">
              <a:defRPr sz="1575" b="0">
                <a:solidFill>
                  <a:srgbClr val="46536A"/>
                </a:solidFill>
                <a:latin typeface="Noto Sans SC"/>
                <a:ea typeface="Noto Sans SC"/>
                <a:cs typeface="Noto Sans SC"/>
              </a:defRPr>
            </a:lvl7pPr>
            <a:lvl8pPr algn="l">
              <a:defRPr sz="1575" b="0">
                <a:solidFill>
                  <a:srgbClr val="46536A"/>
                </a:solidFill>
                <a:latin typeface="Noto Sans SC"/>
                <a:ea typeface="Noto Sans SC"/>
                <a:cs typeface="Noto Sans SC"/>
              </a:defRPr>
            </a:lvl8pPr>
            <a:lvl9pPr algn="l">
              <a:defRPr sz="1575" b="0">
                <a:solidFill>
                  <a:srgbClr val="46536A"/>
                </a:solidFill>
                <a:latin typeface="Noto Sans SC"/>
                <a:ea typeface="Noto Sans SC"/>
                <a:cs typeface="Noto Sans SC"/>
              </a:defRPr>
            </a:lvl9pPr>
          </a:lstStyle>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同位置、不同时间 ≠ 重复记录</a:t>
            </a:r>
          </a:p>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保留停留时长与真实采样间隔</a:t>
            </a:r>
          </a:p>
        </p:txBody>
      </p:sp>
      <p:sp>
        <p:nvSpPr>
          <p:cNvPr id="29" name="o28">
            <a:extLst xmlns:a="http://schemas.openxmlformats.org/drawingml/2006/main">
              <a:ext uri="{FF2B5EF4-FFF2-40B4-BE49-F238E27FC236}">
                <a16:creationId xmlns:a16="http://schemas.microsoft.com/office/drawing/2014/main" id="{2B86EEA7-D380-4357-B495-AE30F11347C2}"/>
              </a:ext>
            </a:extLst>
          </p:cNvPr>
          <p:cNvSpPr>
            <a:spLocks xmlns:a="http://schemas.openxmlformats.org/drawingml/2006/main" noGrp="1"/>
          </p:cNvSpPr>
          <p:nvPr/>
        </p:nvSpPr>
        <p:spPr>
          <a:xfrm xmlns:a="http://schemas.openxmlformats.org/drawingml/2006/main">
            <a:off x="4476750" y="3257550"/>
            <a:ext cx="7105650" cy="590550"/>
          </a:xfrm>
          <a:prstGeom xmlns:a="http://schemas.openxmlformats.org/drawingml/2006/main" prst="rect">
            <a:avLst/>
          </a:prstGeom>
          <a:solidFill xmlns:a="http://schemas.openxmlformats.org/drawingml/2006/main">
            <a:srgbClr val="D6E6E5"/>
          </a:solidFill>
          <a:ln xmlns:a="http://schemas.openxmlformats.org/drawingml/2006/main" w="0">
            <a:noFill/>
            <a:prstDash val="solid"/>
          </a:ln>
        </p:spPr>
      </p:sp>
      <p:sp>
        <p:nvSpPr>
          <p:cNvPr id="30" name="o29">
            <a:extLst xmlns:a="http://schemas.openxmlformats.org/drawingml/2006/main">
              <a:ext uri="{FF2B5EF4-FFF2-40B4-BE49-F238E27FC236}">
                <a16:creationId xmlns:a16="http://schemas.microsoft.com/office/drawing/2014/main" id="{5A509721-C03C-4F3C-8D23-D200BD311692}"/>
              </a:ext>
            </a:extLst>
          </p:cNvPr>
          <p:cNvSpPr>
            <a:spLocks xmlns:a="http://schemas.openxmlformats.org/drawingml/2006/main" noGrp="1"/>
          </p:cNvSpPr>
          <p:nvPr/>
        </p:nvSpPr>
        <p:spPr>
          <a:xfrm xmlns:a="http://schemas.openxmlformats.org/drawingml/2006/main">
            <a:off x="4638675" y="3333750"/>
            <a:ext cx="6762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0F6E73"/>
                </a:solidFill>
                <a:latin typeface="Noto Sans SC"/>
                <a:ea typeface="Noto Sans SC"/>
                <a:cs typeface="Noto Sans SC"/>
              </a:defRPr>
            </a:defPPr>
            <a:lvl1pPr algn="l">
              <a:defRPr sz="1800" b="1">
                <a:solidFill>
                  <a:srgbClr val="0F6E73"/>
                </a:solidFill>
                <a:latin typeface="Noto Sans SC"/>
                <a:ea typeface="Noto Sans SC"/>
                <a:cs typeface="Noto Sans SC"/>
              </a:defRPr>
            </a:lvl1pPr>
            <a:lvl2pPr algn="l">
              <a:defRPr sz="1800" b="1">
                <a:solidFill>
                  <a:srgbClr val="0F6E73"/>
                </a:solidFill>
                <a:latin typeface="Noto Sans SC"/>
                <a:ea typeface="Noto Sans SC"/>
                <a:cs typeface="Noto Sans SC"/>
              </a:defRPr>
            </a:lvl2pPr>
            <a:lvl3pPr algn="l">
              <a:defRPr sz="1800" b="1">
                <a:solidFill>
                  <a:srgbClr val="0F6E73"/>
                </a:solidFill>
                <a:latin typeface="Noto Sans SC"/>
                <a:ea typeface="Noto Sans SC"/>
                <a:cs typeface="Noto Sans SC"/>
              </a:defRPr>
            </a:lvl3pPr>
            <a:lvl4pPr algn="l">
              <a:defRPr sz="1800" b="1">
                <a:solidFill>
                  <a:srgbClr val="0F6E73"/>
                </a:solidFill>
                <a:latin typeface="Noto Sans SC"/>
                <a:ea typeface="Noto Sans SC"/>
                <a:cs typeface="Noto Sans SC"/>
              </a:defRPr>
            </a:lvl4pPr>
            <a:lvl5pPr algn="l">
              <a:defRPr sz="1800" b="1">
                <a:solidFill>
                  <a:srgbClr val="0F6E73"/>
                </a:solidFill>
                <a:latin typeface="Noto Sans SC"/>
                <a:ea typeface="Noto Sans SC"/>
                <a:cs typeface="Noto Sans SC"/>
              </a:defRPr>
            </a:lvl5pPr>
            <a:lvl6pPr algn="l">
              <a:defRPr sz="1800" b="1">
                <a:solidFill>
                  <a:srgbClr val="0F6E73"/>
                </a:solidFill>
                <a:latin typeface="Noto Sans SC"/>
                <a:ea typeface="Noto Sans SC"/>
                <a:cs typeface="Noto Sans SC"/>
              </a:defRPr>
            </a:lvl6pPr>
            <a:lvl7pPr algn="l">
              <a:defRPr sz="1800" b="1">
                <a:solidFill>
                  <a:srgbClr val="0F6E73"/>
                </a:solidFill>
                <a:latin typeface="Noto Sans SC"/>
                <a:ea typeface="Noto Sans SC"/>
                <a:cs typeface="Noto Sans SC"/>
              </a:defRPr>
            </a:lvl7pPr>
            <a:lvl8pPr algn="l">
              <a:defRPr sz="1800" b="1">
                <a:solidFill>
                  <a:srgbClr val="0F6E73"/>
                </a:solidFill>
                <a:latin typeface="Noto Sans SC"/>
                <a:ea typeface="Noto Sans SC"/>
                <a:cs typeface="Noto Sans SC"/>
              </a:defRPr>
            </a:lvl8pPr>
            <a:lvl9pPr algn="l">
              <a:defRPr sz="1800" b="1">
                <a:solidFill>
                  <a:srgbClr val="0F6E73"/>
                </a:solidFill>
                <a:latin typeface="Noto Sans SC"/>
                <a:ea typeface="Noto Sans SC"/>
                <a:cs typeface="Noto Sans SC"/>
              </a:defRPr>
            </a:lvl9pPr>
          </a:lstStyle>
          <a:p xmlns:a="http://schemas.openxmlformats.org/drawingml/2006/main">
            <a:pPr algn="l">
              <a:defRPr sz="1800" b="1">
                <a:solidFill>
                  <a:srgbClr val="0F6E73"/>
                </a:solidFill>
                <a:latin typeface="Noto Sans SC"/>
                <a:ea typeface="Noto Sans SC"/>
                <a:cs typeface="Noto Sans SC"/>
              </a:defRPr>
            </a:pPr>
            <a:r>
              <a:rPr sz="1800" b="1">
                <a:solidFill>
                  <a:srgbClr val="0F6E73"/>
                </a:solidFill>
                <a:latin typeface="Noto Sans SC"/>
                <a:ea typeface="Noto Sans SC"/>
                <a:cs typeface="Noto Sans SC"/>
              </a:rPr>
              <a:t>历史窗：最近 120 秒，最多 240 点</a:t>
            </a:r>
          </a:p>
        </p:txBody>
      </p:sp>
      <p:sp>
        <p:nvSpPr>
          <p:cNvPr id="31" name="o30">
            <a:extLst xmlns:a="http://schemas.openxmlformats.org/drawingml/2006/main">
              <a:ext uri="{FF2B5EF4-FFF2-40B4-BE49-F238E27FC236}">
                <a16:creationId xmlns:a16="http://schemas.microsoft.com/office/drawing/2014/main" id="{72718C4D-8BCD-427F-9F12-B3E927B13E16}"/>
              </a:ext>
            </a:extLst>
          </p:cNvPr>
          <p:cNvSpPr>
            <a:spLocks xmlns:a="http://schemas.openxmlformats.org/drawingml/2006/main" noGrp="1"/>
          </p:cNvSpPr>
          <p:nvPr/>
        </p:nvSpPr>
        <p:spPr>
          <a:xfrm xmlns:a="http://schemas.openxmlformats.org/drawingml/2006/main">
            <a:off x="8705850" y="4143375"/>
            <a:ext cx="2876550" cy="590550"/>
          </a:xfrm>
          <a:prstGeom xmlns:a="http://schemas.openxmlformats.org/drawingml/2006/main" prst="rect">
            <a:avLst/>
          </a:prstGeom>
          <a:solidFill xmlns:a="http://schemas.openxmlformats.org/drawingml/2006/main">
            <a:srgbClr val="DCE7EE"/>
          </a:solidFill>
          <a:ln xmlns:a="http://schemas.openxmlformats.org/drawingml/2006/main" w="0">
            <a:noFill/>
            <a:prstDash val="solid"/>
          </a:ln>
        </p:spPr>
      </p:sp>
      <p:sp>
        <p:nvSpPr>
          <p:cNvPr id="32" name="o31">
            <a:extLst xmlns:a="http://schemas.openxmlformats.org/drawingml/2006/main">
              <a:ext uri="{FF2B5EF4-FFF2-40B4-BE49-F238E27FC236}">
                <a16:creationId xmlns:a16="http://schemas.microsoft.com/office/drawing/2014/main" id="{BC33B68F-F9DD-45D2-9352-C08521C2E5AA}"/>
              </a:ext>
            </a:extLst>
          </p:cNvPr>
          <p:cNvSpPr>
            <a:spLocks xmlns:a="http://schemas.openxmlformats.org/drawingml/2006/main" noGrp="1"/>
          </p:cNvSpPr>
          <p:nvPr/>
        </p:nvSpPr>
        <p:spPr>
          <a:xfrm xmlns:a="http://schemas.openxmlformats.org/drawingml/2006/main">
            <a:off x="8839200" y="4219575"/>
            <a:ext cx="2619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32668E"/>
                </a:solidFill>
                <a:latin typeface="Noto Sans SC"/>
                <a:ea typeface="Noto Sans SC"/>
                <a:cs typeface="Noto Sans SC"/>
              </a:defRPr>
            </a:defPPr>
            <a:lvl1pPr algn="l">
              <a:defRPr sz="1650" b="1">
                <a:solidFill>
                  <a:srgbClr val="32668E"/>
                </a:solidFill>
                <a:latin typeface="Noto Sans SC"/>
                <a:ea typeface="Noto Sans SC"/>
                <a:cs typeface="Noto Sans SC"/>
              </a:defRPr>
            </a:lvl1pPr>
            <a:lvl2pPr algn="l">
              <a:defRPr sz="1650" b="1">
                <a:solidFill>
                  <a:srgbClr val="32668E"/>
                </a:solidFill>
                <a:latin typeface="Noto Sans SC"/>
                <a:ea typeface="Noto Sans SC"/>
                <a:cs typeface="Noto Sans SC"/>
              </a:defRPr>
            </a:lvl2pPr>
            <a:lvl3pPr algn="l">
              <a:defRPr sz="1650" b="1">
                <a:solidFill>
                  <a:srgbClr val="32668E"/>
                </a:solidFill>
                <a:latin typeface="Noto Sans SC"/>
                <a:ea typeface="Noto Sans SC"/>
                <a:cs typeface="Noto Sans SC"/>
              </a:defRPr>
            </a:lvl3pPr>
            <a:lvl4pPr algn="l">
              <a:defRPr sz="1650" b="1">
                <a:solidFill>
                  <a:srgbClr val="32668E"/>
                </a:solidFill>
                <a:latin typeface="Noto Sans SC"/>
                <a:ea typeface="Noto Sans SC"/>
                <a:cs typeface="Noto Sans SC"/>
              </a:defRPr>
            </a:lvl4pPr>
            <a:lvl5pPr algn="l">
              <a:defRPr sz="1650" b="1">
                <a:solidFill>
                  <a:srgbClr val="32668E"/>
                </a:solidFill>
                <a:latin typeface="Noto Sans SC"/>
                <a:ea typeface="Noto Sans SC"/>
                <a:cs typeface="Noto Sans SC"/>
              </a:defRPr>
            </a:lvl5pPr>
            <a:lvl6pPr algn="l">
              <a:defRPr sz="1650" b="1">
                <a:solidFill>
                  <a:srgbClr val="32668E"/>
                </a:solidFill>
                <a:latin typeface="Noto Sans SC"/>
                <a:ea typeface="Noto Sans SC"/>
                <a:cs typeface="Noto Sans SC"/>
              </a:defRPr>
            </a:lvl6pPr>
            <a:lvl7pPr algn="l">
              <a:defRPr sz="1650" b="1">
                <a:solidFill>
                  <a:srgbClr val="32668E"/>
                </a:solidFill>
                <a:latin typeface="Noto Sans SC"/>
                <a:ea typeface="Noto Sans SC"/>
                <a:cs typeface="Noto Sans SC"/>
              </a:defRPr>
            </a:lvl7pPr>
            <a:lvl8pPr algn="l">
              <a:defRPr sz="1650" b="1">
                <a:solidFill>
                  <a:srgbClr val="32668E"/>
                </a:solidFill>
                <a:latin typeface="Noto Sans SC"/>
                <a:ea typeface="Noto Sans SC"/>
                <a:cs typeface="Noto Sans SC"/>
              </a:defRPr>
            </a:lvl8pPr>
            <a:lvl9pPr algn="l">
              <a:defRPr sz="1650" b="1">
                <a:solidFill>
                  <a:srgbClr val="32668E"/>
                </a:solidFill>
                <a:latin typeface="Noto Sans SC"/>
                <a:ea typeface="Noto Sans SC"/>
                <a:cs typeface="Noto Sans SC"/>
              </a:defRPr>
            </a:lvl9pPr>
          </a:lstStyle>
          <a:p xmlns:a="http://schemas.openxmlformats.org/drawingml/2006/main">
            <a:pPr algn="l">
              <a:defRPr sz="1650" b="1">
                <a:solidFill>
                  <a:srgbClr val="32668E"/>
                </a:solidFill>
                <a:latin typeface="Noto Sans SC"/>
                <a:ea typeface="Noto Sans SC"/>
                <a:cs typeface="Noto Sans SC"/>
              </a:defRPr>
            </a:pPr>
            <a:r>
              <a:rPr sz="1650" b="1">
                <a:solidFill>
                  <a:srgbClr val="32668E"/>
                </a:solidFill>
                <a:latin typeface="Noto Sans SC"/>
                <a:ea typeface="Noto Sans SC"/>
                <a:cs typeface="Noto Sans SC"/>
              </a:rPr>
              <a:t>运动窗：尾部 12 点</a:t>
            </a:r>
          </a:p>
        </p:txBody>
      </p:sp>
      <p:sp>
        <p:nvSpPr>
          <p:cNvPr id="33" name="line-29">
            <a:extLst xmlns:a="http://schemas.openxmlformats.org/drawingml/2006/main">
              <a:ext uri="{FF2B5EF4-FFF2-40B4-BE49-F238E27FC236}">
                <a16:creationId xmlns:a16="http://schemas.microsoft.com/office/drawing/2014/main" id="{89908038-4905-461E-A371-2C06887DB564}"/>
              </a:ext>
            </a:extLst>
          </p:cNvPr>
          <p:cNvSpPr>
            <a:spLocks xmlns:a="http://schemas.openxmlformats.org/drawingml/2006/main" noGrp="1"/>
          </p:cNvSpPr>
          <p:nvPr/>
        </p:nvSpPr>
        <p:spPr>
          <a:xfrm xmlns:a="http://schemas.openxmlformats.org/drawingml/2006/main" flipV="0">
            <a:off x="4476750" y="5000625"/>
            <a:ext cx="7105650" cy="953"/>
          </a:xfrm>
          <a:prstGeom xmlns:a="http://schemas.openxmlformats.org/drawingml/2006/main" prst="line">
            <a:avLst/>
          </a:prstGeom>
          <a:noFill xmlns:a="http://schemas.openxmlformats.org/drawingml/2006/main"/>
          <a:ln xmlns:a="http://schemas.openxmlformats.org/drawingml/2006/main" w="14288">
            <a:solidFill>
              <a:srgbClr val="46536A"/>
            </a:solidFill>
            <a:prstDash val="solid"/>
          </a:ln>
        </p:spPr>
      </p:sp>
      <p:sp>
        <p:nvSpPr>
          <p:cNvPr id="34" name="o33">
            <a:extLst xmlns:a="http://schemas.openxmlformats.org/drawingml/2006/main">
              <a:ext uri="{FF2B5EF4-FFF2-40B4-BE49-F238E27FC236}">
                <a16:creationId xmlns:a16="http://schemas.microsoft.com/office/drawing/2014/main" id="{504BADEA-9F36-4E1F-AB2F-A4EA80CD9232}"/>
              </a:ext>
            </a:extLst>
          </p:cNvPr>
          <p:cNvSpPr>
            <a:spLocks xmlns:a="http://schemas.openxmlformats.org/drawingml/2006/main" noGrp="1"/>
          </p:cNvSpPr>
          <p:nvPr/>
        </p:nvSpPr>
        <p:spPr>
          <a:xfrm xmlns:a="http://schemas.openxmlformats.org/drawingml/2006/main">
            <a:off x="4476750" y="51244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b="0">
                <a:solidFill>
                  <a:srgbClr val="46536A"/>
                </a:solidFill>
                <a:latin typeface="Noto Sans SC"/>
                <a:ea typeface="Noto Sans SC"/>
                <a:cs typeface="Noto Sans SC"/>
              </a:defRPr>
            </a:defPPr>
            <a:lvl1pPr algn="l">
              <a:defRPr sz="1350" b="0">
                <a:solidFill>
                  <a:srgbClr val="46536A"/>
                </a:solidFill>
                <a:latin typeface="Noto Sans SC"/>
                <a:ea typeface="Noto Sans SC"/>
                <a:cs typeface="Noto Sans SC"/>
              </a:defRPr>
            </a:lvl1pPr>
            <a:lvl2pPr algn="l">
              <a:defRPr sz="1350" b="0">
                <a:solidFill>
                  <a:srgbClr val="46536A"/>
                </a:solidFill>
                <a:latin typeface="Noto Sans SC"/>
                <a:ea typeface="Noto Sans SC"/>
                <a:cs typeface="Noto Sans SC"/>
              </a:defRPr>
            </a:lvl2pPr>
            <a:lvl3pPr algn="l">
              <a:defRPr sz="1350" b="0">
                <a:solidFill>
                  <a:srgbClr val="46536A"/>
                </a:solidFill>
                <a:latin typeface="Noto Sans SC"/>
                <a:ea typeface="Noto Sans SC"/>
                <a:cs typeface="Noto Sans SC"/>
              </a:defRPr>
            </a:lvl3pPr>
            <a:lvl4pPr algn="l">
              <a:defRPr sz="1350" b="0">
                <a:solidFill>
                  <a:srgbClr val="46536A"/>
                </a:solidFill>
                <a:latin typeface="Noto Sans SC"/>
                <a:ea typeface="Noto Sans SC"/>
                <a:cs typeface="Noto Sans SC"/>
              </a:defRPr>
            </a:lvl4pPr>
            <a:lvl5pPr algn="l">
              <a:defRPr sz="1350" b="0">
                <a:solidFill>
                  <a:srgbClr val="46536A"/>
                </a:solidFill>
                <a:latin typeface="Noto Sans SC"/>
                <a:ea typeface="Noto Sans SC"/>
                <a:cs typeface="Noto Sans SC"/>
              </a:defRPr>
            </a:lvl5pPr>
            <a:lvl6pPr algn="l">
              <a:defRPr sz="1350" b="0">
                <a:solidFill>
                  <a:srgbClr val="46536A"/>
                </a:solidFill>
                <a:latin typeface="Noto Sans SC"/>
                <a:ea typeface="Noto Sans SC"/>
                <a:cs typeface="Noto Sans SC"/>
              </a:defRPr>
            </a:lvl6pPr>
            <a:lvl7pPr algn="l">
              <a:defRPr sz="1350" b="0">
                <a:solidFill>
                  <a:srgbClr val="46536A"/>
                </a:solidFill>
                <a:latin typeface="Noto Sans SC"/>
                <a:ea typeface="Noto Sans SC"/>
                <a:cs typeface="Noto Sans SC"/>
              </a:defRPr>
            </a:lvl7pPr>
            <a:lvl8pPr algn="l">
              <a:defRPr sz="1350" b="0">
                <a:solidFill>
                  <a:srgbClr val="46536A"/>
                </a:solidFill>
                <a:latin typeface="Noto Sans SC"/>
                <a:ea typeface="Noto Sans SC"/>
                <a:cs typeface="Noto Sans SC"/>
              </a:defRPr>
            </a:lvl8pPr>
            <a:lvl9pPr algn="l">
              <a:defRPr sz="1350" b="0">
                <a:solidFill>
                  <a:srgbClr val="46536A"/>
                </a:solidFill>
                <a:latin typeface="Noto Sans SC"/>
                <a:ea typeface="Noto Sans SC"/>
                <a:cs typeface="Noto Sans SC"/>
              </a:defRPr>
            </a:lvl9pPr>
          </a:lstStyle>
          <a:p xmlns:a="http://schemas.openxmlformats.org/drawingml/2006/main">
            <a:pPr algn="l">
              <a:defRPr sz="1350" b="0">
                <a:solidFill>
                  <a:srgbClr val="46536A"/>
                </a:solidFill>
                <a:latin typeface="Noto Sans SC"/>
                <a:ea typeface="Noto Sans SC"/>
                <a:cs typeface="Noto Sans SC"/>
              </a:defRPr>
            </a:pPr>
            <a:r>
              <a:rPr sz="1350" b="0">
                <a:solidFill>
                  <a:srgbClr val="46536A"/>
                </a:solidFill>
                <a:latin typeface="Noto Sans SC"/>
                <a:ea typeface="Noto Sans SC"/>
                <a:cs typeface="Noto Sans SC"/>
              </a:rPr>
              <a:t>早期观测</a:t>
            </a:r>
          </a:p>
        </p:txBody>
      </p:sp>
      <p:sp>
        <p:nvSpPr>
          <p:cNvPr id="35" name="o34">
            <a:extLst xmlns:a="http://schemas.openxmlformats.org/drawingml/2006/main">
              <a:ext uri="{FF2B5EF4-FFF2-40B4-BE49-F238E27FC236}">
                <a16:creationId xmlns:a16="http://schemas.microsoft.com/office/drawing/2014/main" id="{5180D8ED-32D2-4E36-8908-84996C47795E}"/>
              </a:ext>
            </a:extLst>
          </p:cNvPr>
          <p:cNvSpPr>
            <a:spLocks xmlns:a="http://schemas.openxmlformats.org/drawingml/2006/main" noGrp="1"/>
          </p:cNvSpPr>
          <p:nvPr/>
        </p:nvSpPr>
        <p:spPr>
          <a:xfrm xmlns:a="http://schemas.openxmlformats.org/drawingml/2006/main">
            <a:off x="10001250" y="5124450"/>
            <a:ext cx="1581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350" b="0">
                <a:solidFill>
                  <a:srgbClr val="46536A"/>
                </a:solidFill>
                <a:latin typeface="Noto Sans SC"/>
                <a:ea typeface="Noto Sans SC"/>
                <a:cs typeface="Noto Sans SC"/>
              </a:defRPr>
            </a:defPPr>
            <a:lvl1pPr algn="r">
              <a:defRPr sz="1350" b="0">
                <a:solidFill>
                  <a:srgbClr val="46536A"/>
                </a:solidFill>
                <a:latin typeface="Noto Sans SC"/>
                <a:ea typeface="Noto Sans SC"/>
                <a:cs typeface="Noto Sans SC"/>
              </a:defRPr>
            </a:lvl1pPr>
            <a:lvl2pPr algn="r">
              <a:defRPr sz="1350" b="0">
                <a:solidFill>
                  <a:srgbClr val="46536A"/>
                </a:solidFill>
                <a:latin typeface="Noto Sans SC"/>
                <a:ea typeface="Noto Sans SC"/>
                <a:cs typeface="Noto Sans SC"/>
              </a:defRPr>
            </a:lvl2pPr>
            <a:lvl3pPr algn="r">
              <a:defRPr sz="1350" b="0">
                <a:solidFill>
                  <a:srgbClr val="46536A"/>
                </a:solidFill>
                <a:latin typeface="Noto Sans SC"/>
                <a:ea typeface="Noto Sans SC"/>
                <a:cs typeface="Noto Sans SC"/>
              </a:defRPr>
            </a:lvl3pPr>
            <a:lvl4pPr algn="r">
              <a:defRPr sz="1350" b="0">
                <a:solidFill>
                  <a:srgbClr val="46536A"/>
                </a:solidFill>
                <a:latin typeface="Noto Sans SC"/>
                <a:ea typeface="Noto Sans SC"/>
                <a:cs typeface="Noto Sans SC"/>
              </a:defRPr>
            </a:lvl4pPr>
            <a:lvl5pPr algn="r">
              <a:defRPr sz="1350" b="0">
                <a:solidFill>
                  <a:srgbClr val="46536A"/>
                </a:solidFill>
                <a:latin typeface="Noto Sans SC"/>
                <a:ea typeface="Noto Sans SC"/>
                <a:cs typeface="Noto Sans SC"/>
              </a:defRPr>
            </a:lvl5pPr>
            <a:lvl6pPr algn="r">
              <a:defRPr sz="1350" b="0">
                <a:solidFill>
                  <a:srgbClr val="46536A"/>
                </a:solidFill>
                <a:latin typeface="Noto Sans SC"/>
                <a:ea typeface="Noto Sans SC"/>
                <a:cs typeface="Noto Sans SC"/>
              </a:defRPr>
            </a:lvl6pPr>
            <a:lvl7pPr algn="r">
              <a:defRPr sz="1350" b="0">
                <a:solidFill>
                  <a:srgbClr val="46536A"/>
                </a:solidFill>
                <a:latin typeface="Noto Sans SC"/>
                <a:ea typeface="Noto Sans SC"/>
                <a:cs typeface="Noto Sans SC"/>
              </a:defRPr>
            </a:lvl7pPr>
            <a:lvl8pPr algn="r">
              <a:defRPr sz="1350" b="0">
                <a:solidFill>
                  <a:srgbClr val="46536A"/>
                </a:solidFill>
                <a:latin typeface="Noto Sans SC"/>
                <a:ea typeface="Noto Sans SC"/>
                <a:cs typeface="Noto Sans SC"/>
              </a:defRPr>
            </a:lvl8pPr>
            <a:lvl9pPr algn="r">
              <a:defRPr sz="1350" b="0">
                <a:solidFill>
                  <a:srgbClr val="46536A"/>
                </a:solidFill>
                <a:latin typeface="Noto Sans SC"/>
                <a:ea typeface="Noto Sans SC"/>
                <a:cs typeface="Noto Sans SC"/>
              </a:defRPr>
            </a:lvl9pPr>
          </a:lstStyle>
          <a:p xmlns:a="http://schemas.openxmlformats.org/drawingml/2006/main">
            <a:pPr algn="r">
              <a:defRPr sz="1350" b="0">
                <a:solidFill>
                  <a:srgbClr val="46536A"/>
                </a:solidFill>
                <a:latin typeface="Noto Sans SC"/>
                <a:ea typeface="Noto Sans SC"/>
                <a:cs typeface="Noto Sans SC"/>
              </a:defRPr>
            </a:pPr>
            <a:r>
              <a:rPr sz="1350" b="0">
                <a:solidFill>
                  <a:srgbClr val="46536A"/>
                </a:solidFill>
                <a:latin typeface="Noto Sans SC"/>
                <a:ea typeface="Noto Sans SC"/>
                <a:cs typeface="Noto Sans SC"/>
              </a:rPr>
              <a:t>轨迹末时刻</a:t>
            </a:r>
          </a:p>
        </p:txBody>
      </p:sp>
      <p:sp xmlns:a="http://schemas.openxmlformats.org/drawingml/2006/main" xmlns:m="http://schemas.openxmlformats.org/officeDocument/2006/math" xmlns:w="http://schemas.openxmlformats.org/wordprocessingml/2006/main" xmlns:a14="http://schemas.microsoft.com/office/drawing/2010/main" xmlns:r="http://schemas.openxmlformats.org/officeDocument/2006/relationships" xmlns:rel="http://schemas.openxmlformats.org/package/2006/relationships" xmlns:ct="http://schemas.openxmlformats.org/package/2006/content-types">
        <p:nvSpPr>
          <p:cNvPr id="7001" name="latex-equation-7001"/>
          <p:cNvSpPr txBox="1">
            <a:spLocks noGrp="1"/>
          </p:cNvSpPr>
          <p:nvPr/>
        </p:nvSpPr>
        <p:spPr>
          <a:xfrm>
            <a:off x="4476750" y="5476875"/>
            <a:ext cx="7096125" cy="381000"/>
          </a:xfrm>
          <a:prstGeom prst="rect">
            <a:avLst/>
          </a:prstGeom>
          <a:noFill/>
          <a:ln>
            <a:noFill/>
          </a:ln>
        </p:spPr>
        <p:txBody>
          <a:bodyPr wrap="none" lIns="0" tIns="0" rIns="0" bIns="0" anchor="ctr">
            <a:noAutofit/>
          </a:bodyPr>
          <a:lstStyle/>
          <a:p>
            <a:pPr algn="ctr"/>
            <a14:m>
              <m:oMathPara>
                <m:oMath>
                  <m:sSub>
                    <m:e>
                      <m:r>
                        <w:rPr>
                          <w:sz w:val="34"/>
                          <w:rFonts w:ascii="Cambria Math" w:hAnsi="Cambria Math" w:eastAsia="Cambria Math"/>
                        </w:rPr>
                        <m:t>𝒲</m:t>
                      </m:r>
                    </m:e>
                    <m:sub>
                      <m:r>
                        <w:rPr>
                          <w:sz w:val="34"/>
                          <w:rFonts w:ascii="Cambria Math" w:hAnsi="Cambria Math" w:eastAsia="Cambria Math"/>
                        </w:rPr>
                        <m:t>L</m:t>
                      </m:r>
                    </m:sub>
                  </m:sSub>
                  <m:r>
                    <w:rPr>
                      <w:sz w:val="34"/>
                      <w:rFonts w:ascii="Cambria Math" w:hAnsi="Cambria Math" w:eastAsia="Cambria Math"/>
                    </w:rPr>
                    <m:t>=</m:t>
                  </m:r>
                  <m:sSub>
                    <m:e>
                      <m:r>
                        <w:rPr>
                          <w:sz w:val="34"/>
                          <w:rFonts w:ascii="Cambria Math" w:hAnsi="Cambria Math" w:eastAsia="Cambria Math"/>
                        </w:rPr>
                        <m:t>tail</m:t>
                      </m:r>
                    </m:e>
                    <m:sub>
                      <m:r>
                        <w:rPr>
                          <w:sz w:val="34"/>
                          <w:rFonts w:ascii="Cambria Math" w:hAnsi="Cambria Math" w:eastAsia="Cambria Math"/>
                        </w:rPr>
                        <m:t>240</m:t>
                      </m:r>
                    </m:sub>
                  </m:sSub>
                  <m:r>
                    <w:rPr>
                      <w:sz w:val="34"/>
                      <w:rFonts w:ascii="Cambria Math" w:hAnsi="Cambria Math" w:eastAsia="Cambria Math"/>
                    </w:rPr>
                    <m:t>{(</m:t>
                  </m:r>
                  <m:sSub>
                    <m:e>
                      <m:r>
                        <w:rPr>
                          <w:sz w:val="34"/>
                          <w:rFonts w:ascii="Cambria Math" w:hAnsi="Cambria Math" w:eastAsia="Cambria Math"/>
                        </w:rPr>
                        <m:t>p</m:t>
                      </m:r>
                    </m:e>
                    <m:sub>
                      <m:r>
                        <w:rPr>
                          <w:sz w:val="34"/>
                          <w:rFonts w:ascii="Cambria Math" w:hAnsi="Cambria Math" w:eastAsia="Cambria Math"/>
                        </w:rPr>
                        <m:t>k</m:t>
                      </m:r>
                    </m:sub>
                  </m:sSub>
                  <m:r>
                    <w:rPr>
                      <w:sz w:val="34"/>
                      <w:rFonts w:ascii="Cambria Math" w:hAnsi="Cambria Math" w:eastAsia="Cambria Math"/>
                    </w:rPr>
                    <m:t>,</m:t>
                  </m:r>
                  <m:sSub>
                    <m:e>
                      <m:r>
                        <w:rPr>
                          <w:sz w:val="34"/>
                          <w:rFonts w:ascii="Cambria Math" w:hAnsi="Cambria Math" w:eastAsia="Cambria Math"/>
                        </w:rPr>
                        <m:t>t</m:t>
                      </m:r>
                    </m:e>
                    <m:sub>
                      <m:r>
                        <w:rPr>
                          <w:sz w:val="34"/>
                          <w:rFonts w:ascii="Cambria Math" w:hAnsi="Cambria Math" w:eastAsia="Cambria Math"/>
                        </w:rPr>
                        <m:t>k</m:t>
                      </m:r>
                    </m:sub>
                  </m:sSub>
                  <m:r>
                    <w:rPr>
                      <w:sz w:val="34"/>
                      <w:rFonts w:ascii="Cambria Math" w:hAnsi="Cambria Math" w:eastAsia="Cambria Math"/>
                    </w:rPr>
                    <m:t>):</m:t>
                  </m:r>
                  <m:sSub>
                    <m:e>
                      <m:r>
                        <w:rPr>
                          <w:sz w:val="34"/>
                          <w:rFonts w:ascii="Cambria Math" w:hAnsi="Cambria Math" w:eastAsia="Cambria Math"/>
                        </w:rPr>
                        <m:t>t</m:t>
                      </m:r>
                    </m:e>
                    <m:sub>
                      <m:r>
                        <w:rPr>
                          <w:sz w:val="34"/>
                          <w:rFonts w:ascii="Cambria Math" w:hAnsi="Cambria Math" w:eastAsia="Cambria Math"/>
                        </w:rPr>
                        <m:t>k</m:t>
                      </m:r>
                    </m:sub>
                  </m:sSub>
                  <m:r>
                    <w:rPr>
                      <w:sz w:val="34"/>
                      <w:rFonts w:ascii="Cambria Math" w:hAnsi="Cambria Math" w:eastAsia="Cambria Math"/>
                    </w:rPr>
                    <m:t>≥</m:t>
                  </m:r>
                  <m:sSub>
                    <m:e>
                      <m:r>
                        <w:rPr>
                          <w:sz w:val="34"/>
                          <w:rFonts w:ascii="Cambria Math" w:hAnsi="Cambria Math" w:eastAsia="Cambria Math"/>
                        </w:rPr>
                        <m:t>t</m:t>
                      </m:r>
                    </m:e>
                    <m:sub>
                      <m:r>
                        <w:rPr>
                          <w:sz w:val="34"/>
                          <w:rFonts w:ascii="Cambria Math" w:hAnsi="Cambria Math" w:eastAsia="Cambria Math"/>
                        </w:rPr>
                        <m:t>n</m:t>
                      </m:r>
                    </m:sub>
                  </m:sSub>
                  <m:r>
                    <w:rPr>
                      <w:sz w:val="34"/>
                      <w:rFonts w:ascii="Cambria Math" w:hAnsi="Cambria Math" w:eastAsia="Cambria Math"/>
                    </w:rPr>
                    <m:t>−120}</m:t>
                  </m:r>
                </m:oMath>
              </m:oMathPara>
            </a14:m>
            <a:endParaRPr sz="1700"/>
          </a:p>
        </p:txBody>
      </p:sp>
    </p:spTree>
    <p:extLst>
      <p:ext uri="{BB962C8B-B14F-4D97-AF65-F5344CB8AC3E}">
        <p14:creationId xmlns:p14="http://schemas.microsoft.com/office/powerpoint/2010/main" val="187117222"/>
      </p:ext>
    </p:extLst>
  </p:cSld>
</p:sld>
</file>

<file path=ppt/slides/slide6.xml><?xml version="1.0" encoding="utf-8"?>
<p:sld xmlns:p="http://schemas.openxmlformats.org/presentationml/2006/main">
  <p:cSld>
    <p:bg>
      <p:bgPr>
        <a:solidFill xmlns:a="http://schemas.openxmlformats.org/drawingml/2006/main">
          <a:srgbClr val="ECEFF1"/>
        </a:solidFill>
      </p:bgPr>
    </p:bg>
    <p:spTree>
      <p:nvGrpSpPr>
        <p:cNvPr id="1" name=""/>
        <p:cNvGrpSpPr/>
        <p:nvPr/>
      </p:nvGrpSpPr>
      <p:grpSpPr>
        <a:xfrm xmlns:a="http://schemas.openxmlformats.org/drawingml/2006/main"/>
      </p:grpSpPr>
      <p:sp>
        <p:nvSpPr>
          <p:cNvPr id="41" name="o0">
            <a:extLst xmlns:a="http://schemas.openxmlformats.org/drawingml/2006/main">
              <a:ext uri="{FF2B5EF4-FFF2-40B4-BE49-F238E27FC236}">
                <a16:creationId xmlns:a16="http://schemas.microsoft.com/office/drawing/2014/main" id="{39675618-66E1-469E-A1E3-79887EC60D2C}"/>
              </a:ext>
            </a:extLst>
          </p:cNvPr>
          <p:cNvSpPr>
            <a:spLocks xmlns:a="http://schemas.openxmlformats.org/drawingml/2006/main" noGrp="1"/>
          </p:cNvSpPr>
          <p:nvPr/>
        </p:nvSpPr>
        <p:spPr>
          <a:xfrm xmlns:a="http://schemas.openxmlformats.org/drawingml/2006/main">
            <a:off x="609600" y="219075"/>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B85A1E"/>
                </a:solidFill>
                <a:latin typeface="Noto Sans SC"/>
                <a:ea typeface="Noto Sans SC"/>
                <a:cs typeface="Noto Sans SC"/>
              </a:defRPr>
            </a:defPPr>
            <a:lvl1pPr algn="l">
              <a:defRPr sz="1275" b="1">
                <a:solidFill>
                  <a:srgbClr val="B85A1E"/>
                </a:solidFill>
                <a:latin typeface="Noto Sans SC"/>
                <a:ea typeface="Noto Sans SC"/>
                <a:cs typeface="Noto Sans SC"/>
              </a:defRPr>
            </a:lvl1pPr>
            <a:lvl2pPr algn="l">
              <a:defRPr sz="1275" b="1">
                <a:solidFill>
                  <a:srgbClr val="B85A1E"/>
                </a:solidFill>
                <a:latin typeface="Noto Sans SC"/>
                <a:ea typeface="Noto Sans SC"/>
                <a:cs typeface="Noto Sans SC"/>
              </a:defRPr>
            </a:lvl2pPr>
            <a:lvl3pPr algn="l">
              <a:defRPr sz="1275" b="1">
                <a:solidFill>
                  <a:srgbClr val="B85A1E"/>
                </a:solidFill>
                <a:latin typeface="Noto Sans SC"/>
                <a:ea typeface="Noto Sans SC"/>
                <a:cs typeface="Noto Sans SC"/>
              </a:defRPr>
            </a:lvl3pPr>
            <a:lvl4pPr algn="l">
              <a:defRPr sz="1275" b="1">
                <a:solidFill>
                  <a:srgbClr val="B85A1E"/>
                </a:solidFill>
                <a:latin typeface="Noto Sans SC"/>
                <a:ea typeface="Noto Sans SC"/>
                <a:cs typeface="Noto Sans SC"/>
              </a:defRPr>
            </a:lvl4pPr>
            <a:lvl5pPr algn="l">
              <a:defRPr sz="1275" b="1">
                <a:solidFill>
                  <a:srgbClr val="B85A1E"/>
                </a:solidFill>
                <a:latin typeface="Noto Sans SC"/>
                <a:ea typeface="Noto Sans SC"/>
                <a:cs typeface="Noto Sans SC"/>
              </a:defRPr>
            </a:lvl5pPr>
            <a:lvl6pPr algn="l">
              <a:defRPr sz="1275" b="1">
                <a:solidFill>
                  <a:srgbClr val="B85A1E"/>
                </a:solidFill>
                <a:latin typeface="Noto Sans SC"/>
                <a:ea typeface="Noto Sans SC"/>
                <a:cs typeface="Noto Sans SC"/>
              </a:defRPr>
            </a:lvl6pPr>
            <a:lvl7pPr algn="l">
              <a:defRPr sz="1275" b="1">
                <a:solidFill>
                  <a:srgbClr val="B85A1E"/>
                </a:solidFill>
                <a:latin typeface="Noto Sans SC"/>
                <a:ea typeface="Noto Sans SC"/>
                <a:cs typeface="Noto Sans SC"/>
              </a:defRPr>
            </a:lvl7pPr>
            <a:lvl8pPr algn="l">
              <a:defRPr sz="1275" b="1">
                <a:solidFill>
                  <a:srgbClr val="B85A1E"/>
                </a:solidFill>
                <a:latin typeface="Noto Sans SC"/>
                <a:ea typeface="Noto Sans SC"/>
                <a:cs typeface="Noto Sans SC"/>
              </a:defRPr>
            </a:lvl8pPr>
            <a:lvl9pPr algn="l">
              <a:defRPr sz="1275" b="1">
                <a:solidFill>
                  <a:srgbClr val="B85A1E"/>
                </a:solidFill>
                <a:latin typeface="Noto Sans SC"/>
                <a:ea typeface="Noto Sans SC"/>
                <a:cs typeface="Noto Sans SC"/>
              </a:defRPr>
            </a:lvl9pPr>
          </a:lstStyle>
          <a:p xmlns:a="http://schemas.openxmlformats.org/drawingml/2006/main">
            <a:pPr algn="l">
              <a:defRPr sz="1275" b="1">
                <a:solidFill>
                  <a:srgbClr val="B85A1E"/>
                </a:solidFill>
                <a:latin typeface="Noto Sans SC"/>
                <a:ea typeface="Noto Sans SC"/>
                <a:cs typeface="Noto Sans SC"/>
              </a:defRPr>
            </a:pPr>
            <a:r>
              <a:rPr sz="1275" b="1">
                <a:solidFill>
                  <a:srgbClr val="B85A1E"/>
                </a:solidFill>
                <a:latin typeface="Noto Sans SC"/>
                <a:ea typeface="Noto Sans SC"/>
                <a:cs typeface="Noto Sans SC"/>
              </a:rPr>
              <a:t>特征 · 基础运动计算</a:t>
            </a:r>
          </a:p>
        </p:txBody>
      </p:sp>
      <p:sp>
        <p:nvSpPr>
          <p:cNvPr id="2" name="o1">
            <a:extLst xmlns:a="http://schemas.openxmlformats.org/drawingml/2006/main">
              <a:ext uri="{FF2B5EF4-FFF2-40B4-BE49-F238E27FC236}">
                <a16:creationId xmlns:a16="http://schemas.microsoft.com/office/drawing/2014/main" id="{7C55BB14-E641-45F4-A045-29E1B38A8428}"/>
              </a:ext>
            </a:extLst>
          </p:cNvPr>
          <p:cNvSpPr>
            <a:spLocks xmlns:a="http://schemas.openxmlformats.org/drawingml/2006/main" noGrp="1"/>
          </p:cNvSpPr>
          <p:nvPr/>
        </p:nvSpPr>
        <p:spPr>
          <a:xfrm xmlns:a="http://schemas.openxmlformats.org/drawingml/2006/main">
            <a:off x="609600" y="6000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700" b="1">
                <a:solidFill>
                  <a:srgbClr val="16243A"/>
                </a:solidFill>
                <a:latin typeface="Noto Serif SC"/>
                <a:ea typeface="Noto Serif SC"/>
                <a:cs typeface="Noto Serif SC"/>
              </a:defRPr>
            </a:defPPr>
            <a:lvl1pPr algn="l">
              <a:defRPr sz="2700" b="1">
                <a:solidFill>
                  <a:srgbClr val="16243A"/>
                </a:solidFill>
                <a:latin typeface="Noto Serif SC"/>
                <a:ea typeface="Noto Serif SC"/>
                <a:cs typeface="Noto Serif SC"/>
              </a:defRPr>
            </a:lvl1pPr>
            <a:lvl2pPr algn="l">
              <a:defRPr sz="2700" b="1">
                <a:solidFill>
                  <a:srgbClr val="16243A"/>
                </a:solidFill>
                <a:latin typeface="Noto Serif SC"/>
                <a:ea typeface="Noto Serif SC"/>
                <a:cs typeface="Noto Serif SC"/>
              </a:defRPr>
            </a:lvl2pPr>
            <a:lvl3pPr algn="l">
              <a:defRPr sz="2700" b="1">
                <a:solidFill>
                  <a:srgbClr val="16243A"/>
                </a:solidFill>
                <a:latin typeface="Noto Serif SC"/>
                <a:ea typeface="Noto Serif SC"/>
                <a:cs typeface="Noto Serif SC"/>
              </a:defRPr>
            </a:lvl3pPr>
            <a:lvl4pPr algn="l">
              <a:defRPr sz="2700" b="1">
                <a:solidFill>
                  <a:srgbClr val="16243A"/>
                </a:solidFill>
                <a:latin typeface="Noto Serif SC"/>
                <a:ea typeface="Noto Serif SC"/>
                <a:cs typeface="Noto Serif SC"/>
              </a:defRPr>
            </a:lvl4pPr>
            <a:lvl5pPr algn="l">
              <a:defRPr sz="2700" b="1">
                <a:solidFill>
                  <a:srgbClr val="16243A"/>
                </a:solidFill>
                <a:latin typeface="Noto Serif SC"/>
                <a:ea typeface="Noto Serif SC"/>
                <a:cs typeface="Noto Serif SC"/>
              </a:defRPr>
            </a:lvl5pPr>
            <a:lvl6pPr algn="l">
              <a:defRPr sz="2700" b="1">
                <a:solidFill>
                  <a:srgbClr val="16243A"/>
                </a:solidFill>
                <a:latin typeface="Noto Serif SC"/>
                <a:ea typeface="Noto Serif SC"/>
                <a:cs typeface="Noto Serif SC"/>
              </a:defRPr>
            </a:lvl6pPr>
            <a:lvl7pPr algn="l">
              <a:defRPr sz="2700" b="1">
                <a:solidFill>
                  <a:srgbClr val="16243A"/>
                </a:solidFill>
                <a:latin typeface="Noto Serif SC"/>
                <a:ea typeface="Noto Serif SC"/>
                <a:cs typeface="Noto Serif SC"/>
              </a:defRPr>
            </a:lvl7pPr>
            <a:lvl8pPr algn="l">
              <a:defRPr sz="2700" b="1">
                <a:solidFill>
                  <a:srgbClr val="16243A"/>
                </a:solidFill>
                <a:latin typeface="Noto Serif SC"/>
                <a:ea typeface="Noto Serif SC"/>
                <a:cs typeface="Noto Serif SC"/>
              </a:defRPr>
            </a:lvl8pPr>
            <a:lvl9pPr algn="l">
              <a:defRPr sz="2700" b="1">
                <a:solidFill>
                  <a:srgbClr val="16243A"/>
                </a:solidFill>
                <a:latin typeface="Noto Serif SC"/>
                <a:ea typeface="Noto Serif SC"/>
                <a:cs typeface="Noto Serif SC"/>
              </a:defRPr>
            </a:lvl9pPr>
          </a:lstStyle>
          <a:p xmlns:a="http://schemas.openxmlformats.org/drawingml/2006/main">
            <a:pPr algn="l">
              <a:defRPr sz="2700" b="1">
                <a:solidFill>
                  <a:srgbClr val="16243A"/>
                </a:solidFill>
                <a:latin typeface="Noto Serif SC"/>
                <a:ea typeface="Noto Serif SC"/>
                <a:cs typeface="Noto Serif SC"/>
              </a:defRPr>
            </a:pPr>
            <a:r>
              <a:rPr sz="2700" b="1">
                <a:solidFill>
                  <a:srgbClr val="16243A"/>
                </a:solidFill>
                <a:latin typeface="Noto Serif SC"/>
                <a:ea typeface="Noto Serif SC"/>
                <a:cs typeface="Noto Serif SC"/>
              </a:rPr>
              <a:t>不同运动量使用各自窗口与几何定义</a:t>
            </a:r>
          </a:p>
        </p:txBody>
      </p:sp>
      <p:sp>
        <p:nvSpPr>
          <p:cNvPr id="3" name="line-2">
            <a:extLst xmlns:a="http://schemas.openxmlformats.org/drawingml/2006/main">
              <a:ext uri="{FF2B5EF4-FFF2-40B4-BE49-F238E27FC236}">
                <a16:creationId xmlns:a16="http://schemas.microsoft.com/office/drawing/2014/main" id="{9511C69A-20C3-4592-B31E-07FAE084D9AB}"/>
              </a:ext>
            </a:extLst>
          </p:cNvPr>
          <p:cNvSpPr>
            <a:spLocks xmlns:a="http://schemas.openxmlformats.org/drawingml/2006/main" noGrp="1"/>
          </p:cNvSpPr>
          <p:nvPr/>
        </p:nvSpPr>
        <p:spPr>
          <a:xfrm xmlns:a="http://schemas.openxmlformats.org/drawingml/2006/main" flipV="0">
            <a:off x="609600" y="1200150"/>
            <a:ext cx="10972800" cy="953"/>
          </a:xfrm>
          <a:prstGeom xmlns:a="http://schemas.openxmlformats.org/drawingml/2006/main" prst="line">
            <a:avLst/>
          </a:prstGeom>
          <a:noFill xmlns:a="http://schemas.openxmlformats.org/drawingml/2006/main"/>
          <a:ln xmlns:a="http://schemas.openxmlformats.org/drawingml/2006/main" w="14288">
            <a:solidFill>
              <a:srgbClr val="D5DAE0"/>
            </a:solidFill>
            <a:prstDash val="solid"/>
          </a:ln>
        </p:spPr>
      </p:sp>
      <p:sp>
        <p:nvSpPr>
          <p:cNvPr id="4" name="o3">
            <a:extLst xmlns:a="http://schemas.openxmlformats.org/drawingml/2006/main">
              <a:ext uri="{FF2B5EF4-FFF2-40B4-BE49-F238E27FC236}">
                <a16:creationId xmlns:a16="http://schemas.microsoft.com/office/drawing/2014/main" id="{E7229059-8159-4E57-A286-8E64674EE272}"/>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00" b="0">
                <a:solidFill>
                  <a:srgbClr val="6B7689"/>
                </a:solidFill>
                <a:latin typeface="Noto Sans SC"/>
                <a:ea typeface="Noto Sans SC"/>
                <a:cs typeface="Noto Sans SC"/>
              </a:defRPr>
            </a:defPPr>
            <a:lvl1pPr algn="l">
              <a:defRPr sz="900" b="0">
                <a:solidFill>
                  <a:srgbClr val="6B7689"/>
                </a:solidFill>
                <a:latin typeface="Noto Sans SC"/>
                <a:ea typeface="Noto Sans SC"/>
                <a:cs typeface="Noto Sans SC"/>
              </a:defRPr>
            </a:lvl1pPr>
            <a:lvl2pPr algn="l">
              <a:defRPr sz="900" b="0">
                <a:solidFill>
                  <a:srgbClr val="6B7689"/>
                </a:solidFill>
                <a:latin typeface="Noto Sans SC"/>
                <a:ea typeface="Noto Sans SC"/>
                <a:cs typeface="Noto Sans SC"/>
              </a:defRPr>
            </a:lvl2pPr>
            <a:lvl3pPr algn="l">
              <a:defRPr sz="900" b="0">
                <a:solidFill>
                  <a:srgbClr val="6B7689"/>
                </a:solidFill>
                <a:latin typeface="Noto Sans SC"/>
                <a:ea typeface="Noto Sans SC"/>
                <a:cs typeface="Noto Sans SC"/>
              </a:defRPr>
            </a:lvl3pPr>
            <a:lvl4pPr algn="l">
              <a:defRPr sz="900" b="0">
                <a:solidFill>
                  <a:srgbClr val="6B7689"/>
                </a:solidFill>
                <a:latin typeface="Noto Sans SC"/>
                <a:ea typeface="Noto Sans SC"/>
                <a:cs typeface="Noto Sans SC"/>
              </a:defRPr>
            </a:lvl4pPr>
            <a:lvl5pPr algn="l">
              <a:defRPr sz="900" b="0">
                <a:solidFill>
                  <a:srgbClr val="6B7689"/>
                </a:solidFill>
                <a:latin typeface="Noto Sans SC"/>
                <a:ea typeface="Noto Sans SC"/>
                <a:cs typeface="Noto Sans SC"/>
              </a:defRPr>
            </a:lvl5pPr>
            <a:lvl6pPr algn="l">
              <a:defRPr sz="900" b="0">
                <a:solidFill>
                  <a:srgbClr val="6B7689"/>
                </a:solidFill>
                <a:latin typeface="Noto Sans SC"/>
                <a:ea typeface="Noto Sans SC"/>
                <a:cs typeface="Noto Sans SC"/>
              </a:defRPr>
            </a:lvl6pPr>
            <a:lvl7pPr algn="l">
              <a:defRPr sz="900" b="0">
                <a:solidFill>
                  <a:srgbClr val="6B7689"/>
                </a:solidFill>
                <a:latin typeface="Noto Sans SC"/>
                <a:ea typeface="Noto Sans SC"/>
                <a:cs typeface="Noto Sans SC"/>
              </a:defRPr>
            </a:lvl7pPr>
            <a:lvl8pPr algn="l">
              <a:defRPr sz="900" b="0">
                <a:solidFill>
                  <a:srgbClr val="6B7689"/>
                </a:solidFill>
                <a:latin typeface="Noto Sans SC"/>
                <a:ea typeface="Noto Sans SC"/>
                <a:cs typeface="Noto Sans SC"/>
              </a:defRPr>
            </a:lvl8pPr>
            <a:lvl9pPr algn="l">
              <a:defRPr sz="900" b="0">
                <a:solidFill>
                  <a:srgbClr val="6B7689"/>
                </a:solidFill>
                <a:latin typeface="Noto Sans SC"/>
                <a:ea typeface="Noto Sans SC"/>
                <a:cs typeface="Noto Sans SC"/>
              </a:defRPr>
            </a:lvl9pPr>
          </a:lstStyle>
          <a:p xmlns:a="http://schemas.openxmlformats.org/drawingml/2006/main">
            <a:pPr algn="l">
              <a:defRPr sz="900" b="0">
                <a:solidFill>
                  <a:srgbClr val="6B7689"/>
                </a:solidFill>
                <a:latin typeface="Noto Sans SC"/>
                <a:ea typeface="Noto Sans SC"/>
                <a:cs typeface="Noto Sans SC"/>
              </a:defRPr>
            </a:pPr>
            <a:r>
              <a:rPr sz="900" b="0">
                <a:solidFill>
                  <a:srgbClr val="6B7689"/>
                </a:solidFill>
                <a:latin typeface="Noto Sans SC"/>
                <a:ea typeface="Noto Sans SC"/>
                <a:cs typeface="Noto Sans SC"/>
              </a:rPr>
              <a:t>project_reference §4.1；F01–F02；case_trace.json</a:t>
            </a:r>
          </a:p>
        </p:txBody>
      </p:sp>
      <p:sp>
        <p:nvSpPr>
          <p:cNvPr id="5" name="o4">
            <a:extLst xmlns:a="http://schemas.openxmlformats.org/drawingml/2006/main">
              <a:ext uri="{FF2B5EF4-FFF2-40B4-BE49-F238E27FC236}">
                <a16:creationId xmlns:a16="http://schemas.microsoft.com/office/drawing/2014/main" id="{358C32A5-26EC-4C51-99CD-3F175EA43E0B}"/>
              </a:ext>
            </a:extLst>
          </p:cNvPr>
          <p:cNvSpPr>
            <a:spLocks xmlns:a="http://schemas.openxmlformats.org/drawingml/2006/main" noGrp="1"/>
          </p:cNvSpPr>
          <p:nvPr/>
        </p:nvSpPr>
        <p:spPr>
          <a:xfrm xmlns:a="http://schemas.openxmlformats.org/drawingml/2006/main">
            <a:off x="10896600" y="6505575"/>
            <a:ext cx="68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6B7689"/>
                </a:solidFill>
                <a:latin typeface="Noto Sans SC"/>
                <a:ea typeface="Noto Sans SC"/>
                <a:cs typeface="Noto Sans SC"/>
              </a:defRPr>
            </a:defPPr>
            <a:lvl1pPr algn="r">
              <a:defRPr sz="1200" b="0">
                <a:solidFill>
                  <a:srgbClr val="6B7689"/>
                </a:solidFill>
                <a:latin typeface="Noto Sans SC"/>
                <a:ea typeface="Noto Sans SC"/>
                <a:cs typeface="Noto Sans SC"/>
              </a:defRPr>
            </a:lvl1pPr>
            <a:lvl2pPr algn="r">
              <a:defRPr sz="1200" b="0">
                <a:solidFill>
                  <a:srgbClr val="6B7689"/>
                </a:solidFill>
                <a:latin typeface="Noto Sans SC"/>
                <a:ea typeface="Noto Sans SC"/>
                <a:cs typeface="Noto Sans SC"/>
              </a:defRPr>
            </a:lvl2pPr>
            <a:lvl3pPr algn="r">
              <a:defRPr sz="1200" b="0">
                <a:solidFill>
                  <a:srgbClr val="6B7689"/>
                </a:solidFill>
                <a:latin typeface="Noto Sans SC"/>
                <a:ea typeface="Noto Sans SC"/>
                <a:cs typeface="Noto Sans SC"/>
              </a:defRPr>
            </a:lvl3pPr>
            <a:lvl4pPr algn="r">
              <a:defRPr sz="1200" b="0">
                <a:solidFill>
                  <a:srgbClr val="6B7689"/>
                </a:solidFill>
                <a:latin typeface="Noto Sans SC"/>
                <a:ea typeface="Noto Sans SC"/>
                <a:cs typeface="Noto Sans SC"/>
              </a:defRPr>
            </a:lvl4pPr>
            <a:lvl5pPr algn="r">
              <a:defRPr sz="1200" b="0">
                <a:solidFill>
                  <a:srgbClr val="6B7689"/>
                </a:solidFill>
                <a:latin typeface="Noto Sans SC"/>
                <a:ea typeface="Noto Sans SC"/>
                <a:cs typeface="Noto Sans SC"/>
              </a:defRPr>
            </a:lvl5pPr>
            <a:lvl6pPr algn="r">
              <a:defRPr sz="1200" b="0">
                <a:solidFill>
                  <a:srgbClr val="6B7689"/>
                </a:solidFill>
                <a:latin typeface="Noto Sans SC"/>
                <a:ea typeface="Noto Sans SC"/>
                <a:cs typeface="Noto Sans SC"/>
              </a:defRPr>
            </a:lvl6pPr>
            <a:lvl7pPr algn="r">
              <a:defRPr sz="1200" b="0">
                <a:solidFill>
                  <a:srgbClr val="6B7689"/>
                </a:solidFill>
                <a:latin typeface="Noto Sans SC"/>
                <a:ea typeface="Noto Sans SC"/>
                <a:cs typeface="Noto Sans SC"/>
              </a:defRPr>
            </a:lvl7pPr>
            <a:lvl8pPr algn="r">
              <a:defRPr sz="1200" b="0">
                <a:solidFill>
                  <a:srgbClr val="6B7689"/>
                </a:solidFill>
                <a:latin typeface="Noto Sans SC"/>
                <a:ea typeface="Noto Sans SC"/>
                <a:cs typeface="Noto Sans SC"/>
              </a:defRPr>
            </a:lvl8pPr>
            <a:lvl9pPr algn="r">
              <a:defRPr sz="1200" b="0">
                <a:solidFill>
                  <a:srgbClr val="6B7689"/>
                </a:solidFill>
                <a:latin typeface="Noto Sans SC"/>
                <a:ea typeface="Noto Sans SC"/>
                <a:cs typeface="Noto Sans SC"/>
              </a:defRPr>
            </a:lvl9pPr>
          </a:lstStyle>
          <a:p xmlns:a="http://schemas.openxmlformats.org/drawingml/2006/main">
            <a:pPr algn="r">
              <a:defRPr sz="1200" b="0">
                <a:solidFill>
                  <a:srgbClr val="6B7689"/>
                </a:solidFill>
                <a:latin typeface="Noto Sans SC"/>
                <a:ea typeface="Noto Sans SC"/>
                <a:cs typeface="Noto Sans SC"/>
              </a:defRPr>
            </a:pPr>
            <a:r>
              <a:rPr sz="1200" b="0">
                <a:solidFill>
                  <a:srgbClr val="6B7689"/>
                </a:solidFill>
                <a:latin typeface="Noto Sans SC"/>
                <a:ea typeface="Noto Sans SC"/>
                <a:cs typeface="Noto Sans SC"/>
              </a:rPr>
              <a:t>06 / 39</a:t>
            </a:r>
          </a:p>
        </p:txBody>
      </p:sp>
      <p:sp>
        <p:nvSpPr>
          <p:cNvPr id="6" name="o5">
            <a:extLst xmlns:a="http://schemas.openxmlformats.org/drawingml/2006/main">
              <a:ext uri="{FF2B5EF4-FFF2-40B4-BE49-F238E27FC236}">
                <a16:creationId xmlns:a16="http://schemas.microsoft.com/office/drawing/2014/main" id="{60885B13-6DF6-44B2-A604-F3DB754710FB}"/>
              </a:ext>
            </a:extLst>
          </p:cNvPr>
          <p:cNvSpPr>
            <a:spLocks xmlns:a="http://schemas.openxmlformats.org/drawingml/2006/main" noGrp="1"/>
          </p:cNvSpPr>
          <p:nvPr/>
        </p:nvSpPr>
        <p:spPr>
          <a:xfrm xmlns:a="http://schemas.openxmlformats.org/drawingml/2006/main">
            <a:off x="609600" y="5981700"/>
            <a:ext cx="10972800" cy="428625"/>
          </a:xfrm>
          <a:prstGeom xmlns:a="http://schemas.openxmlformats.org/drawingml/2006/main" prst="roundRect">
            <a:avLst>
              <a:gd name="adj" fmla="val 17778"/>
            </a:avLst>
          </a:prstGeom>
          <a:solidFill xmlns:a="http://schemas.openxmlformats.org/drawingml/2006/main">
            <a:srgbClr val="D6E6E5"/>
          </a:solidFill>
          <a:ln xmlns:a="http://schemas.openxmlformats.org/drawingml/2006/main" w="0">
            <a:noFill/>
            <a:prstDash val="solid"/>
          </a:ln>
        </p:spPr>
      </p:sp>
      <p:sp>
        <p:nvSpPr>
          <p:cNvPr id="7" name="o6">
            <a:extLst xmlns:a="http://schemas.openxmlformats.org/drawingml/2006/main">
              <a:ext uri="{FF2B5EF4-FFF2-40B4-BE49-F238E27FC236}">
                <a16:creationId xmlns:a16="http://schemas.microsoft.com/office/drawing/2014/main" id="{ADE1B934-3EC0-4AFA-BBEF-3D529CEF2511}"/>
              </a:ext>
            </a:extLst>
          </p:cNvPr>
          <p:cNvSpPr>
            <a:spLocks xmlns:a="http://schemas.openxmlformats.org/drawingml/2006/main" noGrp="1"/>
          </p:cNvSpPr>
          <p:nvPr/>
        </p:nvSpPr>
        <p:spPr>
          <a:xfrm xmlns:a="http://schemas.openxmlformats.org/drawingml/2006/main">
            <a:off x="781050" y="6029325"/>
            <a:ext cx="10629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75" b="1">
                <a:solidFill>
                  <a:srgbClr val="0F6E73"/>
                </a:solidFill>
                <a:latin typeface="Noto Sans SC"/>
                <a:ea typeface="Noto Sans SC"/>
                <a:cs typeface="Noto Sans SC"/>
              </a:defRPr>
            </a:defPPr>
            <a:lvl1pPr algn="l">
              <a:defRPr sz="1575" b="1">
                <a:solidFill>
                  <a:srgbClr val="0F6E73"/>
                </a:solidFill>
                <a:latin typeface="Noto Sans SC"/>
                <a:ea typeface="Noto Sans SC"/>
                <a:cs typeface="Noto Sans SC"/>
              </a:defRPr>
            </a:lvl1pPr>
            <a:lvl2pPr algn="l">
              <a:defRPr sz="1575" b="1">
                <a:solidFill>
                  <a:srgbClr val="0F6E73"/>
                </a:solidFill>
                <a:latin typeface="Noto Sans SC"/>
                <a:ea typeface="Noto Sans SC"/>
                <a:cs typeface="Noto Sans SC"/>
              </a:defRPr>
            </a:lvl2pPr>
            <a:lvl3pPr algn="l">
              <a:defRPr sz="1575" b="1">
                <a:solidFill>
                  <a:srgbClr val="0F6E73"/>
                </a:solidFill>
                <a:latin typeface="Noto Sans SC"/>
                <a:ea typeface="Noto Sans SC"/>
                <a:cs typeface="Noto Sans SC"/>
              </a:defRPr>
            </a:lvl3pPr>
            <a:lvl4pPr algn="l">
              <a:defRPr sz="1575" b="1">
                <a:solidFill>
                  <a:srgbClr val="0F6E73"/>
                </a:solidFill>
                <a:latin typeface="Noto Sans SC"/>
                <a:ea typeface="Noto Sans SC"/>
                <a:cs typeface="Noto Sans SC"/>
              </a:defRPr>
            </a:lvl4pPr>
            <a:lvl5pPr algn="l">
              <a:defRPr sz="1575" b="1">
                <a:solidFill>
                  <a:srgbClr val="0F6E73"/>
                </a:solidFill>
                <a:latin typeface="Noto Sans SC"/>
                <a:ea typeface="Noto Sans SC"/>
                <a:cs typeface="Noto Sans SC"/>
              </a:defRPr>
            </a:lvl5pPr>
            <a:lvl6pPr algn="l">
              <a:defRPr sz="1575" b="1">
                <a:solidFill>
                  <a:srgbClr val="0F6E73"/>
                </a:solidFill>
                <a:latin typeface="Noto Sans SC"/>
                <a:ea typeface="Noto Sans SC"/>
                <a:cs typeface="Noto Sans SC"/>
              </a:defRPr>
            </a:lvl6pPr>
            <a:lvl7pPr algn="l">
              <a:defRPr sz="1575" b="1">
                <a:solidFill>
                  <a:srgbClr val="0F6E73"/>
                </a:solidFill>
                <a:latin typeface="Noto Sans SC"/>
                <a:ea typeface="Noto Sans SC"/>
                <a:cs typeface="Noto Sans SC"/>
              </a:defRPr>
            </a:lvl7pPr>
            <a:lvl8pPr algn="l">
              <a:defRPr sz="1575" b="1">
                <a:solidFill>
                  <a:srgbClr val="0F6E73"/>
                </a:solidFill>
                <a:latin typeface="Noto Sans SC"/>
                <a:ea typeface="Noto Sans SC"/>
                <a:cs typeface="Noto Sans SC"/>
              </a:defRPr>
            </a:lvl8pPr>
            <a:lvl9pPr algn="l">
              <a:defRPr sz="1575" b="1">
                <a:solidFill>
                  <a:srgbClr val="0F6E73"/>
                </a:solidFill>
                <a:latin typeface="Noto Sans SC"/>
                <a:ea typeface="Noto Sans SC"/>
                <a:cs typeface="Noto Sans SC"/>
              </a:defRPr>
            </a:lvl9pPr>
          </a:lstStyle>
          <a:p xmlns:a="http://schemas.openxmlformats.org/drawingml/2006/main">
            <a:pPr algn="l">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速度、方向、跨度和直线度是计算证据，单个特征不能直接等同意图。</a:t>
            </a:r>
          </a:p>
        </p:txBody>
      </p:sp>
      <p:sp>
        <p:nvSpPr>
          <p:cNvPr id="8" name="line-6">
            <a:extLst xmlns:a="http://schemas.openxmlformats.org/drawingml/2006/main">
              <a:ext uri="{FF2B5EF4-FFF2-40B4-BE49-F238E27FC236}">
                <a16:creationId xmlns:a16="http://schemas.microsoft.com/office/drawing/2014/main" id="{58CDCCC1-5EE3-49DE-9F70-9A03462046E8}"/>
              </a:ext>
            </a:extLst>
          </p:cNvPr>
          <p:cNvSpPr>
            <a:spLocks xmlns:a="http://schemas.openxmlformats.org/drawingml/2006/main" noGrp="1"/>
          </p:cNvSpPr>
          <p:nvPr/>
        </p:nvSpPr>
        <p:spPr>
          <a:xfrm xmlns:a="http://schemas.openxmlformats.org/drawingml/2006/main" flipV="1">
            <a:off x="958850" y="3587750"/>
            <a:ext cx="889000" cy="889000"/>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9" name="line-6">
            <a:extLst xmlns:a="http://schemas.openxmlformats.org/drawingml/2006/main">
              <a:ext uri="{FF2B5EF4-FFF2-40B4-BE49-F238E27FC236}">
                <a16:creationId xmlns:a16="http://schemas.microsoft.com/office/drawing/2014/main" id="{83A6640A-88AC-4FF7-ACA0-7745885C4B75}"/>
              </a:ext>
            </a:extLst>
          </p:cNvPr>
          <p:cNvSpPr>
            <a:spLocks xmlns:a="http://schemas.openxmlformats.org/drawingml/2006/main" noGrp="1"/>
          </p:cNvSpPr>
          <p:nvPr/>
        </p:nvSpPr>
        <p:spPr>
          <a:xfrm xmlns:a="http://schemas.openxmlformats.org/drawingml/2006/main" flipV="1">
            <a:off x="1823715" y="3587750"/>
            <a:ext cx="24135" cy="82257"/>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10" name="line-6">
            <a:extLst xmlns:a="http://schemas.openxmlformats.org/drawingml/2006/main">
              <a:ext uri="{FF2B5EF4-FFF2-40B4-BE49-F238E27FC236}">
                <a16:creationId xmlns:a16="http://schemas.microsoft.com/office/drawing/2014/main" id="{7C7AF358-9AE5-4DE5-B3DF-09E7B3216C10}"/>
              </a:ext>
            </a:extLst>
          </p:cNvPr>
          <p:cNvSpPr>
            <a:spLocks xmlns:a="http://schemas.openxmlformats.org/drawingml/2006/main" noGrp="1"/>
          </p:cNvSpPr>
          <p:nvPr/>
        </p:nvSpPr>
        <p:spPr>
          <a:xfrm xmlns:a="http://schemas.openxmlformats.org/drawingml/2006/main" flipV="1">
            <a:off x="1765593" y="3587750"/>
            <a:ext cx="82257" cy="24135"/>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11" name="line-6">
            <a:extLst xmlns:a="http://schemas.openxmlformats.org/drawingml/2006/main">
              <a:ext uri="{FF2B5EF4-FFF2-40B4-BE49-F238E27FC236}">
                <a16:creationId xmlns:a16="http://schemas.microsoft.com/office/drawing/2014/main" id="{0BB18FA0-F653-4BBD-9722-BCAC7EF43556}"/>
              </a:ext>
            </a:extLst>
          </p:cNvPr>
          <p:cNvSpPr>
            <a:spLocks xmlns:a="http://schemas.openxmlformats.org/drawingml/2006/main" noGrp="1"/>
          </p:cNvSpPr>
          <p:nvPr/>
        </p:nvSpPr>
        <p:spPr>
          <a:xfrm xmlns:a="http://schemas.openxmlformats.org/drawingml/2006/main" flipV="1">
            <a:off x="1847850" y="3321050"/>
            <a:ext cx="889000" cy="266700"/>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12" name="line-6">
            <a:extLst xmlns:a="http://schemas.openxmlformats.org/drawingml/2006/main">
              <a:ext uri="{FF2B5EF4-FFF2-40B4-BE49-F238E27FC236}">
                <a16:creationId xmlns:a16="http://schemas.microsoft.com/office/drawing/2014/main" id="{1FB72998-7E2C-4BFB-8935-2C071B672267}"/>
              </a:ext>
            </a:extLst>
          </p:cNvPr>
          <p:cNvSpPr>
            <a:spLocks xmlns:a="http://schemas.openxmlformats.org/drawingml/2006/main" noGrp="1"/>
          </p:cNvSpPr>
          <p:nvPr/>
        </p:nvSpPr>
        <p:spPr>
          <a:xfrm xmlns:a="http://schemas.openxmlformats.org/drawingml/2006/main" flipV="1">
            <a:off x="2676602" y="3321050"/>
            <a:ext cx="60248" cy="60983"/>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13" name="line-6">
            <a:extLst xmlns:a="http://schemas.openxmlformats.org/drawingml/2006/main">
              <a:ext uri="{FF2B5EF4-FFF2-40B4-BE49-F238E27FC236}">
                <a16:creationId xmlns:a16="http://schemas.microsoft.com/office/drawing/2014/main" id="{7A9249F6-ED2B-4819-AD3C-D38CE4A115B3}"/>
              </a:ext>
            </a:extLst>
          </p:cNvPr>
          <p:cNvSpPr>
            <a:spLocks xmlns:a="http://schemas.openxmlformats.org/drawingml/2006/main" noGrp="1"/>
          </p:cNvSpPr>
          <p:nvPr/>
        </p:nvSpPr>
        <p:spPr>
          <a:xfrm xmlns:a="http://schemas.openxmlformats.org/drawingml/2006/main" flipV="0">
            <a:off x="2652982" y="3303302"/>
            <a:ext cx="83868" cy="17748"/>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14" name="line-6">
            <a:extLst xmlns:a="http://schemas.openxmlformats.org/drawingml/2006/main">
              <a:ext uri="{FF2B5EF4-FFF2-40B4-BE49-F238E27FC236}">
                <a16:creationId xmlns:a16="http://schemas.microsoft.com/office/drawing/2014/main" id="{5C662E9C-D529-44E1-BB00-70B21DABFE55}"/>
              </a:ext>
            </a:extLst>
          </p:cNvPr>
          <p:cNvSpPr>
            <a:spLocks xmlns:a="http://schemas.openxmlformats.org/drawingml/2006/main" noGrp="1"/>
          </p:cNvSpPr>
          <p:nvPr/>
        </p:nvSpPr>
        <p:spPr>
          <a:xfrm xmlns:a="http://schemas.openxmlformats.org/drawingml/2006/main" flipV="1">
            <a:off x="2736850" y="2343150"/>
            <a:ext cx="889000" cy="977900"/>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15" name="line-6">
            <a:extLst xmlns:a="http://schemas.openxmlformats.org/drawingml/2006/main">
              <a:ext uri="{FF2B5EF4-FFF2-40B4-BE49-F238E27FC236}">
                <a16:creationId xmlns:a16="http://schemas.microsoft.com/office/drawing/2014/main" id="{6A1266CF-B5F6-47B9-9A55-C67FF9CA7791}"/>
              </a:ext>
            </a:extLst>
          </p:cNvPr>
          <p:cNvSpPr>
            <a:spLocks xmlns:a="http://schemas.openxmlformats.org/drawingml/2006/main" noGrp="1"/>
          </p:cNvSpPr>
          <p:nvPr/>
        </p:nvSpPr>
        <p:spPr>
          <a:xfrm xmlns:a="http://schemas.openxmlformats.org/drawingml/2006/main" flipV="1">
            <a:off x="3605655" y="2343150"/>
            <a:ext cx="20195" cy="83312"/>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16" name="line-6">
            <a:extLst xmlns:a="http://schemas.openxmlformats.org/drawingml/2006/main">
              <a:ext uri="{FF2B5EF4-FFF2-40B4-BE49-F238E27FC236}">
                <a16:creationId xmlns:a16="http://schemas.microsoft.com/office/drawing/2014/main" id="{EE5312F7-902E-4F95-92B0-B3640ED05D14}"/>
              </a:ext>
            </a:extLst>
          </p:cNvPr>
          <p:cNvSpPr>
            <a:spLocks xmlns:a="http://schemas.openxmlformats.org/drawingml/2006/main" noGrp="1"/>
          </p:cNvSpPr>
          <p:nvPr/>
        </p:nvSpPr>
        <p:spPr>
          <a:xfrm xmlns:a="http://schemas.openxmlformats.org/drawingml/2006/main" flipV="1">
            <a:off x="3544834" y="2343150"/>
            <a:ext cx="81016" cy="28020"/>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17" name="line-6">
            <a:extLst xmlns:a="http://schemas.openxmlformats.org/drawingml/2006/main">
              <a:ext uri="{FF2B5EF4-FFF2-40B4-BE49-F238E27FC236}">
                <a16:creationId xmlns:a16="http://schemas.microsoft.com/office/drawing/2014/main" id="{6812246B-63A0-4984-A2FB-2088636CA4DA}"/>
              </a:ext>
            </a:extLst>
          </p:cNvPr>
          <p:cNvSpPr>
            <a:spLocks xmlns:a="http://schemas.openxmlformats.org/drawingml/2006/main" noGrp="1"/>
          </p:cNvSpPr>
          <p:nvPr/>
        </p:nvSpPr>
        <p:spPr>
          <a:xfrm xmlns:a="http://schemas.openxmlformats.org/drawingml/2006/main" flipV="1">
            <a:off x="3625850" y="2076450"/>
            <a:ext cx="889000" cy="266700"/>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18" name="line-6">
            <a:extLst xmlns:a="http://schemas.openxmlformats.org/drawingml/2006/main">
              <a:ext uri="{FF2B5EF4-FFF2-40B4-BE49-F238E27FC236}">
                <a16:creationId xmlns:a16="http://schemas.microsoft.com/office/drawing/2014/main" id="{EA8B15B6-DC28-4B2E-8D8E-ED5E72F14296}"/>
              </a:ext>
            </a:extLst>
          </p:cNvPr>
          <p:cNvSpPr>
            <a:spLocks xmlns:a="http://schemas.openxmlformats.org/drawingml/2006/main" noGrp="1"/>
          </p:cNvSpPr>
          <p:nvPr/>
        </p:nvSpPr>
        <p:spPr>
          <a:xfrm xmlns:a="http://schemas.openxmlformats.org/drawingml/2006/main" flipV="1">
            <a:off x="4454602" y="2076450"/>
            <a:ext cx="60248" cy="60983"/>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19" name="line-6">
            <a:extLst xmlns:a="http://schemas.openxmlformats.org/drawingml/2006/main">
              <a:ext uri="{FF2B5EF4-FFF2-40B4-BE49-F238E27FC236}">
                <a16:creationId xmlns:a16="http://schemas.microsoft.com/office/drawing/2014/main" id="{5FC5F705-E751-4686-92F5-1CF3266F91AF}"/>
              </a:ext>
            </a:extLst>
          </p:cNvPr>
          <p:cNvSpPr>
            <a:spLocks xmlns:a="http://schemas.openxmlformats.org/drawingml/2006/main" noGrp="1"/>
          </p:cNvSpPr>
          <p:nvPr/>
        </p:nvSpPr>
        <p:spPr>
          <a:xfrm xmlns:a="http://schemas.openxmlformats.org/drawingml/2006/main" flipV="0">
            <a:off x="4430982" y="2058702"/>
            <a:ext cx="83868" cy="17748"/>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20" name="line-6">
            <a:extLst xmlns:a="http://schemas.openxmlformats.org/drawingml/2006/main">
              <a:ext uri="{FF2B5EF4-FFF2-40B4-BE49-F238E27FC236}">
                <a16:creationId xmlns:a16="http://schemas.microsoft.com/office/drawing/2014/main" id="{73F81099-0F0E-4E50-8F9B-9C5AC6506914}"/>
              </a:ext>
            </a:extLst>
          </p:cNvPr>
          <p:cNvSpPr>
            <a:spLocks xmlns:a="http://schemas.openxmlformats.org/drawingml/2006/main" noGrp="1"/>
          </p:cNvSpPr>
          <p:nvPr/>
        </p:nvSpPr>
        <p:spPr>
          <a:xfrm xmlns:a="http://schemas.openxmlformats.org/drawingml/2006/main" flipV="1">
            <a:off x="4514850" y="1809750"/>
            <a:ext cx="889000" cy="266700"/>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21" name="line-6">
            <a:extLst xmlns:a="http://schemas.openxmlformats.org/drawingml/2006/main">
              <a:ext uri="{FF2B5EF4-FFF2-40B4-BE49-F238E27FC236}">
                <a16:creationId xmlns:a16="http://schemas.microsoft.com/office/drawing/2014/main" id="{77D526D3-5A08-4FC6-AABC-E227EBDB52EF}"/>
              </a:ext>
            </a:extLst>
          </p:cNvPr>
          <p:cNvSpPr>
            <a:spLocks xmlns:a="http://schemas.openxmlformats.org/drawingml/2006/main" noGrp="1"/>
          </p:cNvSpPr>
          <p:nvPr/>
        </p:nvSpPr>
        <p:spPr>
          <a:xfrm xmlns:a="http://schemas.openxmlformats.org/drawingml/2006/main" flipV="1">
            <a:off x="5343602" y="1809750"/>
            <a:ext cx="60248" cy="60983"/>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22" name="line-6">
            <a:extLst xmlns:a="http://schemas.openxmlformats.org/drawingml/2006/main">
              <a:ext uri="{FF2B5EF4-FFF2-40B4-BE49-F238E27FC236}">
                <a16:creationId xmlns:a16="http://schemas.microsoft.com/office/drawing/2014/main" id="{53C7FC0E-44C5-4A29-A350-68BDD6408D3E}"/>
              </a:ext>
            </a:extLst>
          </p:cNvPr>
          <p:cNvSpPr>
            <a:spLocks xmlns:a="http://schemas.openxmlformats.org/drawingml/2006/main" noGrp="1"/>
          </p:cNvSpPr>
          <p:nvPr/>
        </p:nvSpPr>
        <p:spPr>
          <a:xfrm xmlns:a="http://schemas.openxmlformats.org/drawingml/2006/main" flipV="0">
            <a:off x="5319982" y="1792002"/>
            <a:ext cx="83868" cy="17748"/>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23" name="o22">
            <a:extLst xmlns:a="http://schemas.openxmlformats.org/drawingml/2006/main">
              <a:ext uri="{FF2B5EF4-FFF2-40B4-BE49-F238E27FC236}">
                <a16:creationId xmlns:a16="http://schemas.microsoft.com/office/drawing/2014/main" id="{3DF10AE5-94D2-4385-BEB5-C5B950008AF8}"/>
              </a:ext>
            </a:extLst>
          </p:cNvPr>
          <p:cNvSpPr>
            <a:spLocks xmlns:a="http://schemas.openxmlformats.org/drawingml/2006/main" noGrp="1"/>
          </p:cNvSpPr>
          <p:nvPr/>
        </p:nvSpPr>
        <p:spPr>
          <a:xfrm xmlns:a="http://schemas.openxmlformats.org/drawingml/2006/main">
            <a:off x="901700" y="4419600"/>
            <a:ext cx="114300" cy="114300"/>
          </a:xfrm>
          <a:prstGeom xmlns:a="http://schemas.openxmlformats.org/drawingml/2006/main" prst="ellipse">
            <a:avLst/>
          </a:prstGeom>
          <a:solidFill xmlns:a="http://schemas.openxmlformats.org/drawingml/2006/main">
            <a:srgbClr val="0F6E73"/>
          </a:solidFill>
          <a:ln xmlns:a="http://schemas.openxmlformats.org/drawingml/2006/main" w="0">
            <a:noFill/>
            <a:prstDash val="solid"/>
          </a:ln>
        </p:spPr>
      </p:sp>
      <p:sp>
        <p:nvSpPr>
          <p:cNvPr id="24" name="o23">
            <a:extLst xmlns:a="http://schemas.openxmlformats.org/drawingml/2006/main">
              <a:ext uri="{FF2B5EF4-FFF2-40B4-BE49-F238E27FC236}">
                <a16:creationId xmlns:a16="http://schemas.microsoft.com/office/drawing/2014/main" id="{524333B7-1478-4407-B1C1-BBCBBABE3B34}"/>
              </a:ext>
            </a:extLst>
          </p:cNvPr>
          <p:cNvSpPr>
            <a:spLocks xmlns:a="http://schemas.openxmlformats.org/drawingml/2006/main" noGrp="1"/>
          </p:cNvSpPr>
          <p:nvPr/>
        </p:nvSpPr>
        <p:spPr>
          <a:xfrm xmlns:a="http://schemas.openxmlformats.org/drawingml/2006/main">
            <a:off x="1054100" y="430530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b="0">
                <a:solidFill>
                  <a:srgbClr val="0F6E73"/>
                </a:solidFill>
                <a:latin typeface="Noto Sans SC"/>
                <a:ea typeface="Noto Sans SC"/>
                <a:cs typeface="Noto Sans SC"/>
              </a:defRPr>
            </a:defPPr>
            <a:lvl1pPr algn="l">
              <a:defRPr sz="1350" b="0">
                <a:solidFill>
                  <a:srgbClr val="0F6E73"/>
                </a:solidFill>
                <a:latin typeface="Noto Sans SC"/>
                <a:ea typeface="Noto Sans SC"/>
                <a:cs typeface="Noto Sans SC"/>
              </a:defRPr>
            </a:lvl1pPr>
            <a:lvl2pPr algn="l">
              <a:defRPr sz="1350" b="0">
                <a:solidFill>
                  <a:srgbClr val="0F6E73"/>
                </a:solidFill>
                <a:latin typeface="Noto Sans SC"/>
                <a:ea typeface="Noto Sans SC"/>
                <a:cs typeface="Noto Sans SC"/>
              </a:defRPr>
            </a:lvl2pPr>
            <a:lvl3pPr algn="l">
              <a:defRPr sz="1350" b="0">
                <a:solidFill>
                  <a:srgbClr val="0F6E73"/>
                </a:solidFill>
                <a:latin typeface="Noto Sans SC"/>
                <a:ea typeface="Noto Sans SC"/>
                <a:cs typeface="Noto Sans SC"/>
              </a:defRPr>
            </a:lvl3pPr>
            <a:lvl4pPr algn="l">
              <a:defRPr sz="1350" b="0">
                <a:solidFill>
                  <a:srgbClr val="0F6E73"/>
                </a:solidFill>
                <a:latin typeface="Noto Sans SC"/>
                <a:ea typeface="Noto Sans SC"/>
                <a:cs typeface="Noto Sans SC"/>
              </a:defRPr>
            </a:lvl4pPr>
            <a:lvl5pPr algn="l">
              <a:defRPr sz="1350" b="0">
                <a:solidFill>
                  <a:srgbClr val="0F6E73"/>
                </a:solidFill>
                <a:latin typeface="Noto Sans SC"/>
                <a:ea typeface="Noto Sans SC"/>
                <a:cs typeface="Noto Sans SC"/>
              </a:defRPr>
            </a:lvl5pPr>
            <a:lvl6pPr algn="l">
              <a:defRPr sz="1350" b="0">
                <a:solidFill>
                  <a:srgbClr val="0F6E73"/>
                </a:solidFill>
                <a:latin typeface="Noto Sans SC"/>
                <a:ea typeface="Noto Sans SC"/>
                <a:cs typeface="Noto Sans SC"/>
              </a:defRPr>
            </a:lvl6pPr>
            <a:lvl7pPr algn="l">
              <a:defRPr sz="1350" b="0">
                <a:solidFill>
                  <a:srgbClr val="0F6E73"/>
                </a:solidFill>
                <a:latin typeface="Noto Sans SC"/>
                <a:ea typeface="Noto Sans SC"/>
                <a:cs typeface="Noto Sans SC"/>
              </a:defRPr>
            </a:lvl7pPr>
            <a:lvl8pPr algn="l">
              <a:defRPr sz="1350" b="0">
                <a:solidFill>
                  <a:srgbClr val="0F6E73"/>
                </a:solidFill>
                <a:latin typeface="Noto Sans SC"/>
                <a:ea typeface="Noto Sans SC"/>
                <a:cs typeface="Noto Sans SC"/>
              </a:defRPr>
            </a:lvl8pPr>
            <a:lvl9pPr algn="l">
              <a:defRPr sz="1350" b="0">
                <a:solidFill>
                  <a:srgbClr val="0F6E73"/>
                </a:solidFill>
                <a:latin typeface="Noto Sans SC"/>
                <a:ea typeface="Noto Sans SC"/>
                <a:cs typeface="Noto Sans SC"/>
              </a:defRPr>
            </a:lvl9pPr>
          </a:lstStyle>
          <a:p xmlns:a="http://schemas.openxmlformats.org/drawingml/2006/main">
            <a:pPr algn="l">
              <a:defRPr sz="1350" b="0">
                <a:solidFill>
                  <a:srgbClr val="0F6E73"/>
                </a:solidFill>
                <a:latin typeface="Noto Sans SC"/>
                <a:ea typeface="Noto Sans SC"/>
                <a:cs typeface="Noto Sans SC"/>
              </a:defRPr>
            </a:pPr>
            <a:r>
              <a:rPr sz="1350" b="0">
                <a:solidFill>
                  <a:srgbClr val="0F6E73"/>
                </a:solidFill>
                <a:latin typeface="Noto Sans SC"/>
                <a:ea typeface="Noto Sans SC"/>
                <a:cs typeface="Noto Sans SC"/>
              </a:rPr>
              <a:t>1</a:t>
            </a:r>
          </a:p>
        </p:txBody>
      </p:sp>
      <p:sp>
        <p:nvSpPr>
          <p:cNvPr id="25" name="o24">
            <a:extLst xmlns:a="http://schemas.openxmlformats.org/drawingml/2006/main">
              <a:ext uri="{FF2B5EF4-FFF2-40B4-BE49-F238E27FC236}">
                <a16:creationId xmlns:a16="http://schemas.microsoft.com/office/drawing/2014/main" id="{166CEE00-9E24-43AD-8708-9BE3C4F789F8}"/>
              </a:ext>
            </a:extLst>
          </p:cNvPr>
          <p:cNvSpPr>
            <a:spLocks xmlns:a="http://schemas.openxmlformats.org/drawingml/2006/main" noGrp="1"/>
          </p:cNvSpPr>
          <p:nvPr/>
        </p:nvSpPr>
        <p:spPr>
          <a:xfrm xmlns:a="http://schemas.openxmlformats.org/drawingml/2006/main">
            <a:off x="1790700" y="3530600"/>
            <a:ext cx="114300" cy="114300"/>
          </a:xfrm>
          <a:prstGeom xmlns:a="http://schemas.openxmlformats.org/drawingml/2006/main" prst="ellipse">
            <a:avLst/>
          </a:prstGeom>
          <a:solidFill xmlns:a="http://schemas.openxmlformats.org/drawingml/2006/main">
            <a:srgbClr val="32668E"/>
          </a:solidFill>
          <a:ln xmlns:a="http://schemas.openxmlformats.org/drawingml/2006/main" w="0">
            <a:noFill/>
            <a:prstDash val="solid"/>
          </a:ln>
        </p:spPr>
      </p:sp>
      <p:sp>
        <p:nvSpPr>
          <p:cNvPr id="26" name="o25">
            <a:extLst xmlns:a="http://schemas.openxmlformats.org/drawingml/2006/main">
              <a:ext uri="{FF2B5EF4-FFF2-40B4-BE49-F238E27FC236}">
                <a16:creationId xmlns:a16="http://schemas.microsoft.com/office/drawing/2014/main" id="{B8C170F4-940B-4EBC-B7A2-54293D034B97}"/>
              </a:ext>
            </a:extLst>
          </p:cNvPr>
          <p:cNvSpPr>
            <a:spLocks xmlns:a="http://schemas.openxmlformats.org/drawingml/2006/main" noGrp="1"/>
          </p:cNvSpPr>
          <p:nvPr/>
        </p:nvSpPr>
        <p:spPr>
          <a:xfrm xmlns:a="http://schemas.openxmlformats.org/drawingml/2006/main">
            <a:off x="1943100" y="341630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b="0">
                <a:solidFill>
                  <a:srgbClr val="32668E"/>
                </a:solidFill>
                <a:latin typeface="Noto Sans SC"/>
                <a:ea typeface="Noto Sans SC"/>
                <a:cs typeface="Noto Sans SC"/>
              </a:defRPr>
            </a:defPPr>
            <a:lvl1pPr algn="l">
              <a:defRPr sz="1350" b="0">
                <a:solidFill>
                  <a:srgbClr val="32668E"/>
                </a:solidFill>
                <a:latin typeface="Noto Sans SC"/>
                <a:ea typeface="Noto Sans SC"/>
                <a:cs typeface="Noto Sans SC"/>
              </a:defRPr>
            </a:lvl1pPr>
            <a:lvl2pPr algn="l">
              <a:defRPr sz="1350" b="0">
                <a:solidFill>
                  <a:srgbClr val="32668E"/>
                </a:solidFill>
                <a:latin typeface="Noto Sans SC"/>
                <a:ea typeface="Noto Sans SC"/>
                <a:cs typeface="Noto Sans SC"/>
              </a:defRPr>
            </a:lvl2pPr>
            <a:lvl3pPr algn="l">
              <a:defRPr sz="1350" b="0">
                <a:solidFill>
                  <a:srgbClr val="32668E"/>
                </a:solidFill>
                <a:latin typeface="Noto Sans SC"/>
                <a:ea typeface="Noto Sans SC"/>
                <a:cs typeface="Noto Sans SC"/>
              </a:defRPr>
            </a:lvl3pPr>
            <a:lvl4pPr algn="l">
              <a:defRPr sz="1350" b="0">
                <a:solidFill>
                  <a:srgbClr val="32668E"/>
                </a:solidFill>
                <a:latin typeface="Noto Sans SC"/>
                <a:ea typeface="Noto Sans SC"/>
                <a:cs typeface="Noto Sans SC"/>
              </a:defRPr>
            </a:lvl4pPr>
            <a:lvl5pPr algn="l">
              <a:defRPr sz="1350" b="0">
                <a:solidFill>
                  <a:srgbClr val="32668E"/>
                </a:solidFill>
                <a:latin typeface="Noto Sans SC"/>
                <a:ea typeface="Noto Sans SC"/>
                <a:cs typeface="Noto Sans SC"/>
              </a:defRPr>
            </a:lvl5pPr>
            <a:lvl6pPr algn="l">
              <a:defRPr sz="1350" b="0">
                <a:solidFill>
                  <a:srgbClr val="32668E"/>
                </a:solidFill>
                <a:latin typeface="Noto Sans SC"/>
                <a:ea typeface="Noto Sans SC"/>
                <a:cs typeface="Noto Sans SC"/>
              </a:defRPr>
            </a:lvl6pPr>
            <a:lvl7pPr algn="l">
              <a:defRPr sz="1350" b="0">
                <a:solidFill>
                  <a:srgbClr val="32668E"/>
                </a:solidFill>
                <a:latin typeface="Noto Sans SC"/>
                <a:ea typeface="Noto Sans SC"/>
                <a:cs typeface="Noto Sans SC"/>
              </a:defRPr>
            </a:lvl7pPr>
            <a:lvl8pPr algn="l">
              <a:defRPr sz="1350" b="0">
                <a:solidFill>
                  <a:srgbClr val="32668E"/>
                </a:solidFill>
                <a:latin typeface="Noto Sans SC"/>
                <a:ea typeface="Noto Sans SC"/>
                <a:cs typeface="Noto Sans SC"/>
              </a:defRPr>
            </a:lvl8pPr>
            <a:lvl9pPr algn="l">
              <a:defRPr sz="1350" b="0">
                <a:solidFill>
                  <a:srgbClr val="32668E"/>
                </a:solidFill>
                <a:latin typeface="Noto Sans SC"/>
                <a:ea typeface="Noto Sans SC"/>
                <a:cs typeface="Noto Sans SC"/>
              </a:defRPr>
            </a:lvl9pPr>
          </a:lstStyle>
          <a:p xmlns:a="http://schemas.openxmlformats.org/drawingml/2006/main">
            <a:pPr algn="l">
              <a:defRPr sz="1350" b="0">
                <a:solidFill>
                  <a:srgbClr val="32668E"/>
                </a:solidFill>
                <a:latin typeface="Noto Sans SC"/>
                <a:ea typeface="Noto Sans SC"/>
                <a:cs typeface="Noto Sans SC"/>
              </a:defRPr>
            </a:pPr>
            <a:r>
              <a:rPr sz="1350" b="0">
                <a:solidFill>
                  <a:srgbClr val="32668E"/>
                </a:solidFill>
                <a:latin typeface="Noto Sans SC"/>
                <a:ea typeface="Noto Sans SC"/>
                <a:cs typeface="Noto Sans SC"/>
              </a:rPr>
              <a:t>2</a:t>
            </a:r>
          </a:p>
        </p:txBody>
      </p:sp>
      <p:sp>
        <p:nvSpPr>
          <p:cNvPr id="27" name="o26">
            <a:extLst xmlns:a="http://schemas.openxmlformats.org/drawingml/2006/main">
              <a:ext uri="{FF2B5EF4-FFF2-40B4-BE49-F238E27FC236}">
                <a16:creationId xmlns:a16="http://schemas.microsoft.com/office/drawing/2014/main" id="{E2198477-23DC-4222-A721-EFC19DA611A3}"/>
              </a:ext>
            </a:extLst>
          </p:cNvPr>
          <p:cNvSpPr>
            <a:spLocks xmlns:a="http://schemas.openxmlformats.org/drawingml/2006/main" noGrp="1"/>
          </p:cNvSpPr>
          <p:nvPr/>
        </p:nvSpPr>
        <p:spPr>
          <a:xfrm xmlns:a="http://schemas.openxmlformats.org/drawingml/2006/main">
            <a:off x="2679700" y="3263900"/>
            <a:ext cx="114300" cy="114300"/>
          </a:xfrm>
          <a:prstGeom xmlns:a="http://schemas.openxmlformats.org/drawingml/2006/main" prst="ellipse">
            <a:avLst/>
          </a:prstGeom>
          <a:solidFill xmlns:a="http://schemas.openxmlformats.org/drawingml/2006/main">
            <a:srgbClr val="B85A1E"/>
          </a:solidFill>
          <a:ln xmlns:a="http://schemas.openxmlformats.org/drawingml/2006/main" w="0">
            <a:noFill/>
            <a:prstDash val="solid"/>
          </a:ln>
        </p:spPr>
      </p:sp>
      <p:sp>
        <p:nvSpPr>
          <p:cNvPr id="28" name="o27">
            <a:extLst xmlns:a="http://schemas.openxmlformats.org/drawingml/2006/main">
              <a:ext uri="{FF2B5EF4-FFF2-40B4-BE49-F238E27FC236}">
                <a16:creationId xmlns:a16="http://schemas.microsoft.com/office/drawing/2014/main" id="{3D6BB60F-B439-4FFE-A145-6B436AD13727}"/>
              </a:ext>
            </a:extLst>
          </p:cNvPr>
          <p:cNvSpPr>
            <a:spLocks xmlns:a="http://schemas.openxmlformats.org/drawingml/2006/main" noGrp="1"/>
          </p:cNvSpPr>
          <p:nvPr/>
        </p:nvSpPr>
        <p:spPr>
          <a:xfrm xmlns:a="http://schemas.openxmlformats.org/drawingml/2006/main">
            <a:off x="2832100" y="314960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b="0">
                <a:solidFill>
                  <a:srgbClr val="B85A1E"/>
                </a:solidFill>
                <a:latin typeface="Noto Sans SC"/>
                <a:ea typeface="Noto Sans SC"/>
                <a:cs typeface="Noto Sans SC"/>
              </a:defRPr>
            </a:defPPr>
            <a:lvl1pPr algn="l">
              <a:defRPr sz="1350" b="0">
                <a:solidFill>
                  <a:srgbClr val="B85A1E"/>
                </a:solidFill>
                <a:latin typeface="Noto Sans SC"/>
                <a:ea typeface="Noto Sans SC"/>
                <a:cs typeface="Noto Sans SC"/>
              </a:defRPr>
            </a:lvl1pPr>
            <a:lvl2pPr algn="l">
              <a:defRPr sz="1350" b="0">
                <a:solidFill>
                  <a:srgbClr val="B85A1E"/>
                </a:solidFill>
                <a:latin typeface="Noto Sans SC"/>
                <a:ea typeface="Noto Sans SC"/>
                <a:cs typeface="Noto Sans SC"/>
              </a:defRPr>
            </a:lvl2pPr>
            <a:lvl3pPr algn="l">
              <a:defRPr sz="1350" b="0">
                <a:solidFill>
                  <a:srgbClr val="B85A1E"/>
                </a:solidFill>
                <a:latin typeface="Noto Sans SC"/>
                <a:ea typeface="Noto Sans SC"/>
                <a:cs typeface="Noto Sans SC"/>
              </a:defRPr>
            </a:lvl3pPr>
            <a:lvl4pPr algn="l">
              <a:defRPr sz="1350" b="0">
                <a:solidFill>
                  <a:srgbClr val="B85A1E"/>
                </a:solidFill>
                <a:latin typeface="Noto Sans SC"/>
                <a:ea typeface="Noto Sans SC"/>
                <a:cs typeface="Noto Sans SC"/>
              </a:defRPr>
            </a:lvl4pPr>
            <a:lvl5pPr algn="l">
              <a:defRPr sz="1350" b="0">
                <a:solidFill>
                  <a:srgbClr val="B85A1E"/>
                </a:solidFill>
                <a:latin typeface="Noto Sans SC"/>
                <a:ea typeface="Noto Sans SC"/>
                <a:cs typeface="Noto Sans SC"/>
              </a:defRPr>
            </a:lvl5pPr>
            <a:lvl6pPr algn="l">
              <a:defRPr sz="1350" b="0">
                <a:solidFill>
                  <a:srgbClr val="B85A1E"/>
                </a:solidFill>
                <a:latin typeface="Noto Sans SC"/>
                <a:ea typeface="Noto Sans SC"/>
                <a:cs typeface="Noto Sans SC"/>
              </a:defRPr>
            </a:lvl6pPr>
            <a:lvl7pPr algn="l">
              <a:defRPr sz="1350" b="0">
                <a:solidFill>
                  <a:srgbClr val="B85A1E"/>
                </a:solidFill>
                <a:latin typeface="Noto Sans SC"/>
                <a:ea typeface="Noto Sans SC"/>
                <a:cs typeface="Noto Sans SC"/>
              </a:defRPr>
            </a:lvl7pPr>
            <a:lvl8pPr algn="l">
              <a:defRPr sz="1350" b="0">
                <a:solidFill>
                  <a:srgbClr val="B85A1E"/>
                </a:solidFill>
                <a:latin typeface="Noto Sans SC"/>
                <a:ea typeface="Noto Sans SC"/>
                <a:cs typeface="Noto Sans SC"/>
              </a:defRPr>
            </a:lvl8pPr>
            <a:lvl9pPr algn="l">
              <a:defRPr sz="1350" b="0">
                <a:solidFill>
                  <a:srgbClr val="B85A1E"/>
                </a:solidFill>
                <a:latin typeface="Noto Sans SC"/>
                <a:ea typeface="Noto Sans SC"/>
                <a:cs typeface="Noto Sans SC"/>
              </a:defRPr>
            </a:lvl9pPr>
          </a:lstStyle>
          <a:p xmlns:a="http://schemas.openxmlformats.org/drawingml/2006/main">
            <a:pPr algn="l">
              <a:defRPr sz="1350" b="0">
                <a:solidFill>
                  <a:srgbClr val="B85A1E"/>
                </a:solidFill>
                <a:latin typeface="Noto Sans SC"/>
                <a:ea typeface="Noto Sans SC"/>
                <a:cs typeface="Noto Sans SC"/>
              </a:defRPr>
            </a:pPr>
            <a:r>
              <a:rPr sz="1350" b="0">
                <a:solidFill>
                  <a:srgbClr val="B85A1E"/>
                </a:solidFill>
                <a:latin typeface="Noto Sans SC"/>
                <a:ea typeface="Noto Sans SC"/>
                <a:cs typeface="Noto Sans SC"/>
              </a:rPr>
              <a:t>3</a:t>
            </a:r>
          </a:p>
        </p:txBody>
      </p:sp>
      <p:sp>
        <p:nvSpPr>
          <p:cNvPr id="29" name="o28">
            <a:extLst xmlns:a="http://schemas.openxmlformats.org/drawingml/2006/main">
              <a:ext uri="{FF2B5EF4-FFF2-40B4-BE49-F238E27FC236}">
                <a16:creationId xmlns:a16="http://schemas.microsoft.com/office/drawing/2014/main" id="{A4EFBC25-2BA9-43CF-924F-1AABF5C8F338}"/>
              </a:ext>
            </a:extLst>
          </p:cNvPr>
          <p:cNvSpPr>
            <a:spLocks xmlns:a="http://schemas.openxmlformats.org/drawingml/2006/main" noGrp="1"/>
          </p:cNvSpPr>
          <p:nvPr/>
        </p:nvSpPr>
        <p:spPr>
          <a:xfrm xmlns:a="http://schemas.openxmlformats.org/drawingml/2006/main">
            <a:off x="3568700" y="2286000"/>
            <a:ext cx="114300" cy="114300"/>
          </a:xfrm>
          <a:prstGeom xmlns:a="http://schemas.openxmlformats.org/drawingml/2006/main" prst="ellipse">
            <a:avLst/>
          </a:prstGeom>
          <a:solidFill xmlns:a="http://schemas.openxmlformats.org/drawingml/2006/main">
            <a:srgbClr val="7C618D"/>
          </a:solidFill>
          <a:ln xmlns:a="http://schemas.openxmlformats.org/drawingml/2006/main" w="0">
            <a:noFill/>
            <a:prstDash val="solid"/>
          </a:ln>
        </p:spPr>
      </p:sp>
      <p:sp>
        <p:nvSpPr>
          <p:cNvPr id="30" name="o29">
            <a:extLst xmlns:a="http://schemas.openxmlformats.org/drawingml/2006/main">
              <a:ext uri="{FF2B5EF4-FFF2-40B4-BE49-F238E27FC236}">
                <a16:creationId xmlns:a16="http://schemas.microsoft.com/office/drawing/2014/main" id="{9AAEBCA6-7E0C-4C10-BAE7-C40694507CB5}"/>
              </a:ext>
            </a:extLst>
          </p:cNvPr>
          <p:cNvSpPr>
            <a:spLocks xmlns:a="http://schemas.openxmlformats.org/drawingml/2006/main" noGrp="1"/>
          </p:cNvSpPr>
          <p:nvPr/>
        </p:nvSpPr>
        <p:spPr>
          <a:xfrm xmlns:a="http://schemas.openxmlformats.org/drawingml/2006/main">
            <a:off x="3721100" y="217170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b="0">
                <a:solidFill>
                  <a:srgbClr val="7C618D"/>
                </a:solidFill>
                <a:latin typeface="Noto Sans SC"/>
                <a:ea typeface="Noto Sans SC"/>
                <a:cs typeface="Noto Sans SC"/>
              </a:defRPr>
            </a:defPPr>
            <a:lvl1pPr algn="l">
              <a:defRPr sz="1350" b="0">
                <a:solidFill>
                  <a:srgbClr val="7C618D"/>
                </a:solidFill>
                <a:latin typeface="Noto Sans SC"/>
                <a:ea typeface="Noto Sans SC"/>
                <a:cs typeface="Noto Sans SC"/>
              </a:defRPr>
            </a:lvl1pPr>
            <a:lvl2pPr algn="l">
              <a:defRPr sz="1350" b="0">
                <a:solidFill>
                  <a:srgbClr val="7C618D"/>
                </a:solidFill>
                <a:latin typeface="Noto Sans SC"/>
                <a:ea typeface="Noto Sans SC"/>
                <a:cs typeface="Noto Sans SC"/>
              </a:defRPr>
            </a:lvl2pPr>
            <a:lvl3pPr algn="l">
              <a:defRPr sz="1350" b="0">
                <a:solidFill>
                  <a:srgbClr val="7C618D"/>
                </a:solidFill>
                <a:latin typeface="Noto Sans SC"/>
                <a:ea typeface="Noto Sans SC"/>
                <a:cs typeface="Noto Sans SC"/>
              </a:defRPr>
            </a:lvl3pPr>
            <a:lvl4pPr algn="l">
              <a:defRPr sz="1350" b="0">
                <a:solidFill>
                  <a:srgbClr val="7C618D"/>
                </a:solidFill>
                <a:latin typeface="Noto Sans SC"/>
                <a:ea typeface="Noto Sans SC"/>
                <a:cs typeface="Noto Sans SC"/>
              </a:defRPr>
            </a:lvl4pPr>
            <a:lvl5pPr algn="l">
              <a:defRPr sz="1350" b="0">
                <a:solidFill>
                  <a:srgbClr val="7C618D"/>
                </a:solidFill>
                <a:latin typeface="Noto Sans SC"/>
                <a:ea typeface="Noto Sans SC"/>
                <a:cs typeface="Noto Sans SC"/>
              </a:defRPr>
            </a:lvl5pPr>
            <a:lvl6pPr algn="l">
              <a:defRPr sz="1350" b="0">
                <a:solidFill>
                  <a:srgbClr val="7C618D"/>
                </a:solidFill>
                <a:latin typeface="Noto Sans SC"/>
                <a:ea typeface="Noto Sans SC"/>
                <a:cs typeface="Noto Sans SC"/>
              </a:defRPr>
            </a:lvl6pPr>
            <a:lvl7pPr algn="l">
              <a:defRPr sz="1350" b="0">
                <a:solidFill>
                  <a:srgbClr val="7C618D"/>
                </a:solidFill>
                <a:latin typeface="Noto Sans SC"/>
                <a:ea typeface="Noto Sans SC"/>
                <a:cs typeface="Noto Sans SC"/>
              </a:defRPr>
            </a:lvl7pPr>
            <a:lvl8pPr algn="l">
              <a:defRPr sz="1350" b="0">
                <a:solidFill>
                  <a:srgbClr val="7C618D"/>
                </a:solidFill>
                <a:latin typeface="Noto Sans SC"/>
                <a:ea typeface="Noto Sans SC"/>
                <a:cs typeface="Noto Sans SC"/>
              </a:defRPr>
            </a:lvl8pPr>
            <a:lvl9pPr algn="l">
              <a:defRPr sz="1350" b="0">
                <a:solidFill>
                  <a:srgbClr val="7C618D"/>
                </a:solidFill>
                <a:latin typeface="Noto Sans SC"/>
                <a:ea typeface="Noto Sans SC"/>
                <a:cs typeface="Noto Sans SC"/>
              </a:defRPr>
            </a:lvl9pPr>
          </a:lstStyle>
          <a:p xmlns:a="http://schemas.openxmlformats.org/drawingml/2006/main">
            <a:pPr algn="l">
              <a:defRPr sz="1350" b="0">
                <a:solidFill>
                  <a:srgbClr val="7C618D"/>
                </a:solidFill>
                <a:latin typeface="Noto Sans SC"/>
                <a:ea typeface="Noto Sans SC"/>
                <a:cs typeface="Noto Sans SC"/>
              </a:defRPr>
            </a:pPr>
            <a:r>
              <a:rPr sz="1350" b="0">
                <a:solidFill>
                  <a:srgbClr val="7C618D"/>
                </a:solidFill>
                <a:latin typeface="Noto Sans SC"/>
                <a:ea typeface="Noto Sans SC"/>
                <a:cs typeface="Noto Sans SC"/>
              </a:rPr>
              <a:t>4</a:t>
            </a:r>
          </a:p>
        </p:txBody>
      </p:sp>
      <p:sp>
        <p:nvSpPr>
          <p:cNvPr id="31" name="o30">
            <a:extLst xmlns:a="http://schemas.openxmlformats.org/drawingml/2006/main">
              <a:ext uri="{FF2B5EF4-FFF2-40B4-BE49-F238E27FC236}">
                <a16:creationId xmlns:a16="http://schemas.microsoft.com/office/drawing/2014/main" id="{8B2FCE9B-9C5F-4509-8FD8-047D18D6D5BB}"/>
              </a:ext>
            </a:extLst>
          </p:cNvPr>
          <p:cNvSpPr>
            <a:spLocks xmlns:a="http://schemas.openxmlformats.org/drawingml/2006/main" noGrp="1"/>
          </p:cNvSpPr>
          <p:nvPr/>
        </p:nvSpPr>
        <p:spPr>
          <a:xfrm xmlns:a="http://schemas.openxmlformats.org/drawingml/2006/main">
            <a:off x="4457700" y="2019300"/>
            <a:ext cx="114300" cy="114300"/>
          </a:xfrm>
          <a:prstGeom xmlns:a="http://schemas.openxmlformats.org/drawingml/2006/main" prst="ellipse">
            <a:avLst/>
          </a:prstGeom>
          <a:solidFill xmlns:a="http://schemas.openxmlformats.org/drawingml/2006/main">
            <a:srgbClr val="618F60"/>
          </a:solidFill>
          <a:ln xmlns:a="http://schemas.openxmlformats.org/drawingml/2006/main" w="0">
            <a:noFill/>
            <a:prstDash val="solid"/>
          </a:ln>
        </p:spPr>
      </p:sp>
      <p:sp>
        <p:nvSpPr>
          <p:cNvPr id="32" name="o31">
            <a:extLst xmlns:a="http://schemas.openxmlformats.org/drawingml/2006/main">
              <a:ext uri="{FF2B5EF4-FFF2-40B4-BE49-F238E27FC236}">
                <a16:creationId xmlns:a16="http://schemas.microsoft.com/office/drawing/2014/main" id="{12C3CB75-504D-402B-B534-9C0888195B4F}"/>
              </a:ext>
            </a:extLst>
          </p:cNvPr>
          <p:cNvSpPr>
            <a:spLocks xmlns:a="http://schemas.openxmlformats.org/drawingml/2006/main" noGrp="1"/>
          </p:cNvSpPr>
          <p:nvPr/>
        </p:nvSpPr>
        <p:spPr>
          <a:xfrm xmlns:a="http://schemas.openxmlformats.org/drawingml/2006/main">
            <a:off x="4610100" y="190500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b="0">
                <a:solidFill>
                  <a:srgbClr val="618F60"/>
                </a:solidFill>
                <a:latin typeface="Noto Sans SC"/>
                <a:ea typeface="Noto Sans SC"/>
                <a:cs typeface="Noto Sans SC"/>
              </a:defRPr>
            </a:defPPr>
            <a:lvl1pPr algn="l">
              <a:defRPr sz="1350" b="0">
                <a:solidFill>
                  <a:srgbClr val="618F60"/>
                </a:solidFill>
                <a:latin typeface="Noto Sans SC"/>
                <a:ea typeface="Noto Sans SC"/>
                <a:cs typeface="Noto Sans SC"/>
              </a:defRPr>
            </a:lvl1pPr>
            <a:lvl2pPr algn="l">
              <a:defRPr sz="1350" b="0">
                <a:solidFill>
                  <a:srgbClr val="618F60"/>
                </a:solidFill>
                <a:latin typeface="Noto Sans SC"/>
                <a:ea typeface="Noto Sans SC"/>
                <a:cs typeface="Noto Sans SC"/>
              </a:defRPr>
            </a:lvl2pPr>
            <a:lvl3pPr algn="l">
              <a:defRPr sz="1350" b="0">
                <a:solidFill>
                  <a:srgbClr val="618F60"/>
                </a:solidFill>
                <a:latin typeface="Noto Sans SC"/>
                <a:ea typeface="Noto Sans SC"/>
                <a:cs typeface="Noto Sans SC"/>
              </a:defRPr>
            </a:lvl3pPr>
            <a:lvl4pPr algn="l">
              <a:defRPr sz="1350" b="0">
                <a:solidFill>
                  <a:srgbClr val="618F60"/>
                </a:solidFill>
                <a:latin typeface="Noto Sans SC"/>
                <a:ea typeface="Noto Sans SC"/>
                <a:cs typeface="Noto Sans SC"/>
              </a:defRPr>
            </a:lvl4pPr>
            <a:lvl5pPr algn="l">
              <a:defRPr sz="1350" b="0">
                <a:solidFill>
                  <a:srgbClr val="618F60"/>
                </a:solidFill>
                <a:latin typeface="Noto Sans SC"/>
                <a:ea typeface="Noto Sans SC"/>
                <a:cs typeface="Noto Sans SC"/>
              </a:defRPr>
            </a:lvl5pPr>
            <a:lvl6pPr algn="l">
              <a:defRPr sz="1350" b="0">
                <a:solidFill>
                  <a:srgbClr val="618F60"/>
                </a:solidFill>
                <a:latin typeface="Noto Sans SC"/>
                <a:ea typeface="Noto Sans SC"/>
                <a:cs typeface="Noto Sans SC"/>
              </a:defRPr>
            </a:lvl6pPr>
            <a:lvl7pPr algn="l">
              <a:defRPr sz="1350" b="0">
                <a:solidFill>
                  <a:srgbClr val="618F60"/>
                </a:solidFill>
                <a:latin typeface="Noto Sans SC"/>
                <a:ea typeface="Noto Sans SC"/>
                <a:cs typeface="Noto Sans SC"/>
              </a:defRPr>
            </a:lvl7pPr>
            <a:lvl8pPr algn="l">
              <a:defRPr sz="1350" b="0">
                <a:solidFill>
                  <a:srgbClr val="618F60"/>
                </a:solidFill>
                <a:latin typeface="Noto Sans SC"/>
                <a:ea typeface="Noto Sans SC"/>
                <a:cs typeface="Noto Sans SC"/>
              </a:defRPr>
            </a:lvl8pPr>
            <a:lvl9pPr algn="l">
              <a:defRPr sz="1350" b="0">
                <a:solidFill>
                  <a:srgbClr val="618F60"/>
                </a:solidFill>
                <a:latin typeface="Noto Sans SC"/>
                <a:ea typeface="Noto Sans SC"/>
                <a:cs typeface="Noto Sans SC"/>
              </a:defRPr>
            </a:lvl9pPr>
          </a:lstStyle>
          <a:p xmlns:a="http://schemas.openxmlformats.org/drawingml/2006/main">
            <a:pPr algn="l">
              <a:defRPr sz="1350" b="0">
                <a:solidFill>
                  <a:srgbClr val="618F60"/>
                </a:solidFill>
                <a:latin typeface="Noto Sans SC"/>
                <a:ea typeface="Noto Sans SC"/>
                <a:cs typeface="Noto Sans SC"/>
              </a:defRPr>
            </a:pPr>
            <a:r>
              <a:rPr sz="1350" b="0">
                <a:solidFill>
                  <a:srgbClr val="618F60"/>
                </a:solidFill>
                <a:latin typeface="Noto Sans SC"/>
                <a:ea typeface="Noto Sans SC"/>
                <a:cs typeface="Noto Sans SC"/>
              </a:rPr>
              <a:t>5</a:t>
            </a:r>
          </a:p>
        </p:txBody>
      </p:sp>
      <p:sp>
        <p:nvSpPr>
          <p:cNvPr id="33" name="o32">
            <a:extLst xmlns:a="http://schemas.openxmlformats.org/drawingml/2006/main">
              <a:ext uri="{FF2B5EF4-FFF2-40B4-BE49-F238E27FC236}">
                <a16:creationId xmlns:a16="http://schemas.microsoft.com/office/drawing/2014/main" id="{D7F7A30E-9DC3-46E3-B509-C86E848B101A}"/>
              </a:ext>
            </a:extLst>
          </p:cNvPr>
          <p:cNvSpPr>
            <a:spLocks xmlns:a="http://schemas.openxmlformats.org/drawingml/2006/main" noGrp="1"/>
          </p:cNvSpPr>
          <p:nvPr/>
        </p:nvSpPr>
        <p:spPr>
          <a:xfrm xmlns:a="http://schemas.openxmlformats.org/drawingml/2006/main">
            <a:off x="5346700" y="1752600"/>
            <a:ext cx="114300" cy="114300"/>
          </a:xfrm>
          <a:prstGeom xmlns:a="http://schemas.openxmlformats.org/drawingml/2006/main" prst="ellipse">
            <a:avLst/>
          </a:prstGeom>
          <a:solidFill xmlns:a="http://schemas.openxmlformats.org/drawingml/2006/main">
            <a:srgbClr val="0F6E73"/>
          </a:solidFill>
          <a:ln xmlns:a="http://schemas.openxmlformats.org/drawingml/2006/main" w="0">
            <a:noFill/>
            <a:prstDash val="solid"/>
          </a:ln>
        </p:spPr>
      </p:sp>
      <p:sp>
        <p:nvSpPr>
          <p:cNvPr id="34" name="o33">
            <a:extLst xmlns:a="http://schemas.openxmlformats.org/drawingml/2006/main">
              <a:ext uri="{FF2B5EF4-FFF2-40B4-BE49-F238E27FC236}">
                <a16:creationId xmlns:a16="http://schemas.microsoft.com/office/drawing/2014/main" id="{0583F8F9-824F-4D1B-9912-E96FD4F4D92D}"/>
              </a:ext>
            </a:extLst>
          </p:cNvPr>
          <p:cNvSpPr>
            <a:spLocks xmlns:a="http://schemas.openxmlformats.org/drawingml/2006/main" noGrp="1"/>
          </p:cNvSpPr>
          <p:nvPr/>
        </p:nvSpPr>
        <p:spPr>
          <a:xfrm xmlns:a="http://schemas.openxmlformats.org/drawingml/2006/main">
            <a:off x="5499100" y="163830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b="0">
                <a:solidFill>
                  <a:srgbClr val="0F6E73"/>
                </a:solidFill>
                <a:latin typeface="Noto Sans SC"/>
                <a:ea typeface="Noto Sans SC"/>
                <a:cs typeface="Noto Sans SC"/>
              </a:defRPr>
            </a:defPPr>
            <a:lvl1pPr algn="l">
              <a:defRPr sz="1350" b="0">
                <a:solidFill>
                  <a:srgbClr val="0F6E73"/>
                </a:solidFill>
                <a:latin typeface="Noto Sans SC"/>
                <a:ea typeface="Noto Sans SC"/>
                <a:cs typeface="Noto Sans SC"/>
              </a:defRPr>
            </a:lvl1pPr>
            <a:lvl2pPr algn="l">
              <a:defRPr sz="1350" b="0">
                <a:solidFill>
                  <a:srgbClr val="0F6E73"/>
                </a:solidFill>
                <a:latin typeface="Noto Sans SC"/>
                <a:ea typeface="Noto Sans SC"/>
                <a:cs typeface="Noto Sans SC"/>
              </a:defRPr>
            </a:lvl2pPr>
            <a:lvl3pPr algn="l">
              <a:defRPr sz="1350" b="0">
                <a:solidFill>
                  <a:srgbClr val="0F6E73"/>
                </a:solidFill>
                <a:latin typeface="Noto Sans SC"/>
                <a:ea typeface="Noto Sans SC"/>
                <a:cs typeface="Noto Sans SC"/>
              </a:defRPr>
            </a:lvl3pPr>
            <a:lvl4pPr algn="l">
              <a:defRPr sz="1350" b="0">
                <a:solidFill>
                  <a:srgbClr val="0F6E73"/>
                </a:solidFill>
                <a:latin typeface="Noto Sans SC"/>
                <a:ea typeface="Noto Sans SC"/>
                <a:cs typeface="Noto Sans SC"/>
              </a:defRPr>
            </a:lvl4pPr>
            <a:lvl5pPr algn="l">
              <a:defRPr sz="1350" b="0">
                <a:solidFill>
                  <a:srgbClr val="0F6E73"/>
                </a:solidFill>
                <a:latin typeface="Noto Sans SC"/>
                <a:ea typeface="Noto Sans SC"/>
                <a:cs typeface="Noto Sans SC"/>
              </a:defRPr>
            </a:lvl5pPr>
            <a:lvl6pPr algn="l">
              <a:defRPr sz="1350" b="0">
                <a:solidFill>
                  <a:srgbClr val="0F6E73"/>
                </a:solidFill>
                <a:latin typeface="Noto Sans SC"/>
                <a:ea typeface="Noto Sans SC"/>
                <a:cs typeface="Noto Sans SC"/>
              </a:defRPr>
            </a:lvl6pPr>
            <a:lvl7pPr algn="l">
              <a:defRPr sz="1350" b="0">
                <a:solidFill>
                  <a:srgbClr val="0F6E73"/>
                </a:solidFill>
                <a:latin typeface="Noto Sans SC"/>
                <a:ea typeface="Noto Sans SC"/>
                <a:cs typeface="Noto Sans SC"/>
              </a:defRPr>
            </a:lvl7pPr>
            <a:lvl8pPr algn="l">
              <a:defRPr sz="1350" b="0">
                <a:solidFill>
                  <a:srgbClr val="0F6E73"/>
                </a:solidFill>
                <a:latin typeface="Noto Sans SC"/>
                <a:ea typeface="Noto Sans SC"/>
                <a:cs typeface="Noto Sans SC"/>
              </a:defRPr>
            </a:lvl8pPr>
            <a:lvl9pPr algn="l">
              <a:defRPr sz="1350" b="0">
                <a:solidFill>
                  <a:srgbClr val="0F6E73"/>
                </a:solidFill>
                <a:latin typeface="Noto Sans SC"/>
                <a:ea typeface="Noto Sans SC"/>
                <a:cs typeface="Noto Sans SC"/>
              </a:defRPr>
            </a:lvl9pPr>
          </a:lstStyle>
          <a:p xmlns:a="http://schemas.openxmlformats.org/drawingml/2006/main">
            <a:pPr algn="l">
              <a:defRPr sz="1350" b="0">
                <a:solidFill>
                  <a:srgbClr val="0F6E73"/>
                </a:solidFill>
                <a:latin typeface="Noto Sans SC"/>
                <a:ea typeface="Noto Sans SC"/>
                <a:cs typeface="Noto Sans SC"/>
              </a:defRPr>
            </a:pPr>
            <a:r>
              <a:rPr sz="1350" b="0">
                <a:solidFill>
                  <a:srgbClr val="0F6E73"/>
                </a:solidFill>
                <a:latin typeface="Noto Sans SC"/>
                <a:ea typeface="Noto Sans SC"/>
                <a:cs typeface="Noto Sans SC"/>
              </a:rPr>
              <a:t>6</a:t>
            </a:r>
          </a:p>
        </p:txBody>
      </p:sp>
      <p:sp>
        <p:nvSpPr>
          <p:cNvPr id="35" name="line-18">
            <a:extLst xmlns:a="http://schemas.openxmlformats.org/drawingml/2006/main">
              <a:ext uri="{FF2B5EF4-FFF2-40B4-BE49-F238E27FC236}">
                <a16:creationId xmlns:a16="http://schemas.microsoft.com/office/drawing/2014/main" id="{B30DC4C8-DC1E-4C8C-AA98-C3CCC847F5D3}"/>
              </a:ext>
            </a:extLst>
          </p:cNvPr>
          <p:cNvSpPr>
            <a:spLocks xmlns:a="http://schemas.openxmlformats.org/drawingml/2006/main" noGrp="1"/>
          </p:cNvSpPr>
          <p:nvPr/>
        </p:nvSpPr>
        <p:spPr>
          <a:xfrm xmlns:a="http://schemas.openxmlformats.org/drawingml/2006/main" flipV="1">
            <a:off x="958850" y="1809750"/>
            <a:ext cx="4445000" cy="2667000"/>
          </a:xfrm>
          <a:prstGeom xmlns:a="http://schemas.openxmlformats.org/drawingml/2006/main" prst="line">
            <a:avLst/>
          </a:prstGeom>
          <a:noFill xmlns:a="http://schemas.openxmlformats.org/drawingml/2006/main"/>
          <a:ln xmlns:a="http://schemas.openxmlformats.org/drawingml/2006/main" w="19050">
            <a:solidFill>
              <a:srgbClr val="B85A1E"/>
            </a:solidFill>
            <a:prstDash val="dash"/>
          </a:ln>
        </p:spPr>
      </p:sp>
      <p:sp>
        <p:nvSpPr>
          <p:cNvPr id="36" name="o35">
            <a:extLst xmlns:a="http://schemas.openxmlformats.org/drawingml/2006/main">
              <a:ext uri="{FF2B5EF4-FFF2-40B4-BE49-F238E27FC236}">
                <a16:creationId xmlns:a16="http://schemas.microsoft.com/office/drawing/2014/main" id="{CDDBA2F5-3E2C-41FB-A91C-59464AE0B2E6}"/>
              </a:ext>
            </a:extLst>
          </p:cNvPr>
          <p:cNvSpPr>
            <a:spLocks xmlns:a="http://schemas.openxmlformats.org/drawingml/2006/main" noGrp="1"/>
          </p:cNvSpPr>
          <p:nvPr/>
        </p:nvSpPr>
        <p:spPr>
          <a:xfrm xmlns:a="http://schemas.openxmlformats.org/drawingml/2006/main">
            <a:off x="609600" y="4953000"/>
            <a:ext cx="523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0">
                <a:solidFill>
                  <a:srgbClr val="B85A1E"/>
                </a:solidFill>
                <a:latin typeface="Noto Sans SC"/>
                <a:ea typeface="Noto Sans SC"/>
                <a:cs typeface="Noto Sans SC"/>
              </a:defRPr>
            </a:defPPr>
            <a:lvl1pPr algn="l">
              <a:defRPr sz="1500" b="0">
                <a:solidFill>
                  <a:srgbClr val="B85A1E"/>
                </a:solidFill>
                <a:latin typeface="Noto Sans SC"/>
                <a:ea typeface="Noto Sans SC"/>
                <a:cs typeface="Noto Sans SC"/>
              </a:defRPr>
            </a:lvl1pPr>
            <a:lvl2pPr algn="l">
              <a:defRPr sz="1500" b="0">
                <a:solidFill>
                  <a:srgbClr val="B85A1E"/>
                </a:solidFill>
                <a:latin typeface="Noto Sans SC"/>
                <a:ea typeface="Noto Sans SC"/>
                <a:cs typeface="Noto Sans SC"/>
              </a:defRPr>
            </a:lvl2pPr>
            <a:lvl3pPr algn="l">
              <a:defRPr sz="1500" b="0">
                <a:solidFill>
                  <a:srgbClr val="B85A1E"/>
                </a:solidFill>
                <a:latin typeface="Noto Sans SC"/>
                <a:ea typeface="Noto Sans SC"/>
                <a:cs typeface="Noto Sans SC"/>
              </a:defRPr>
            </a:lvl3pPr>
            <a:lvl4pPr algn="l">
              <a:defRPr sz="1500" b="0">
                <a:solidFill>
                  <a:srgbClr val="B85A1E"/>
                </a:solidFill>
                <a:latin typeface="Noto Sans SC"/>
                <a:ea typeface="Noto Sans SC"/>
                <a:cs typeface="Noto Sans SC"/>
              </a:defRPr>
            </a:lvl4pPr>
            <a:lvl5pPr algn="l">
              <a:defRPr sz="1500" b="0">
                <a:solidFill>
                  <a:srgbClr val="B85A1E"/>
                </a:solidFill>
                <a:latin typeface="Noto Sans SC"/>
                <a:ea typeface="Noto Sans SC"/>
                <a:cs typeface="Noto Sans SC"/>
              </a:defRPr>
            </a:lvl5pPr>
            <a:lvl6pPr algn="l">
              <a:defRPr sz="1500" b="0">
                <a:solidFill>
                  <a:srgbClr val="B85A1E"/>
                </a:solidFill>
                <a:latin typeface="Noto Sans SC"/>
                <a:ea typeface="Noto Sans SC"/>
                <a:cs typeface="Noto Sans SC"/>
              </a:defRPr>
            </a:lvl6pPr>
            <a:lvl7pPr algn="l">
              <a:defRPr sz="1500" b="0">
                <a:solidFill>
                  <a:srgbClr val="B85A1E"/>
                </a:solidFill>
                <a:latin typeface="Noto Sans SC"/>
                <a:ea typeface="Noto Sans SC"/>
                <a:cs typeface="Noto Sans SC"/>
              </a:defRPr>
            </a:lvl7pPr>
            <a:lvl8pPr algn="l">
              <a:defRPr sz="1500" b="0">
                <a:solidFill>
                  <a:srgbClr val="B85A1E"/>
                </a:solidFill>
                <a:latin typeface="Noto Sans SC"/>
                <a:ea typeface="Noto Sans SC"/>
                <a:cs typeface="Noto Sans SC"/>
              </a:defRPr>
            </a:lvl8pPr>
            <a:lvl9pPr algn="l">
              <a:defRPr sz="1500" b="0">
                <a:solidFill>
                  <a:srgbClr val="B85A1E"/>
                </a:solidFill>
                <a:latin typeface="Noto Sans SC"/>
                <a:ea typeface="Noto Sans SC"/>
                <a:cs typeface="Noto Sans SC"/>
              </a:defRPr>
            </a:lvl9pPr>
          </a:lstStyle>
          <a:p xmlns:a="http://schemas.openxmlformats.org/drawingml/2006/main">
            <a:pPr algn="l">
              <a:defRPr sz="1500" b="0">
                <a:solidFill>
                  <a:srgbClr val="B85A1E"/>
                </a:solidFill>
                <a:latin typeface="Noto Sans SC"/>
                <a:ea typeface="Noto Sans SC"/>
                <a:cs typeface="Noto Sans SC"/>
              </a:defRPr>
            </a:pPr>
            <a:r>
              <a:rPr sz="1500" b="0">
                <a:solidFill>
                  <a:srgbClr val="B85A1E"/>
                </a:solidFill>
                <a:latin typeface="Noto Sans SC"/>
                <a:ea typeface="Noto Sans SC"/>
                <a:cs typeface="Noto Sans SC"/>
              </a:rPr>
              <a:t>橙线：首尾距离　折线：实际路径</a:t>
            </a:r>
          </a:p>
        </p:txBody>
      </p:sp>
      <p:sp>
        <p:nvSpPr>
          <p:cNvPr id="37" name="o36">
            <a:extLst xmlns:a="http://schemas.openxmlformats.org/drawingml/2006/main">
              <a:ext uri="{FF2B5EF4-FFF2-40B4-BE49-F238E27FC236}">
                <a16:creationId xmlns:a16="http://schemas.microsoft.com/office/drawing/2014/main" id="{C59B4798-887E-4190-9D99-22F969501A69}"/>
              </a:ext>
            </a:extLst>
          </p:cNvPr>
          <p:cNvSpPr>
            <a:spLocks xmlns:a="http://schemas.openxmlformats.org/drawingml/2006/main" noGrp="1"/>
          </p:cNvSpPr>
          <p:nvPr/>
        </p:nvSpPr>
        <p:spPr>
          <a:xfrm xmlns:a="http://schemas.openxmlformats.org/drawingml/2006/main">
            <a:off x="6191250" y="4552950"/>
            <a:ext cx="5391150" cy="1143000"/>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38" name="line-20">
            <a:extLst xmlns:a="http://schemas.openxmlformats.org/drawingml/2006/main">
              <a:ext uri="{FF2B5EF4-FFF2-40B4-BE49-F238E27FC236}">
                <a16:creationId xmlns:a16="http://schemas.microsoft.com/office/drawing/2014/main" id="{9D6C19F5-C2D5-4AAB-B6ED-81B285FC0483}"/>
              </a:ext>
            </a:extLst>
          </p:cNvPr>
          <p:cNvSpPr>
            <a:spLocks xmlns:a="http://schemas.openxmlformats.org/drawingml/2006/main" noGrp="1"/>
          </p:cNvSpPr>
          <p:nvPr/>
        </p:nvSpPr>
        <p:spPr>
          <a:xfrm xmlns:a="http://schemas.openxmlformats.org/drawingml/2006/main" flipV="0">
            <a:off x="6191250" y="4552950"/>
            <a:ext cx="5391150" cy="953"/>
          </a:xfrm>
          <a:prstGeom xmlns:a="http://schemas.openxmlformats.org/drawingml/2006/main" prst="line">
            <a:avLst/>
          </a:prstGeom>
          <a:noFill xmlns:a="http://schemas.openxmlformats.org/drawingml/2006/main"/>
          <a:ln xmlns:a="http://schemas.openxmlformats.org/drawingml/2006/main" w="28575">
            <a:solidFill>
              <a:srgbClr val="32668E"/>
            </a:solidFill>
            <a:prstDash val="solid"/>
          </a:ln>
        </p:spPr>
      </p:sp>
      <p:sp>
        <p:nvSpPr>
          <p:cNvPr id="39" name="o38">
            <a:extLst xmlns:a="http://schemas.openxmlformats.org/drawingml/2006/main">
              <a:ext uri="{FF2B5EF4-FFF2-40B4-BE49-F238E27FC236}">
                <a16:creationId xmlns:a16="http://schemas.microsoft.com/office/drawing/2014/main" id="{B6BF560B-ED32-4F55-9919-161609C8D485}"/>
              </a:ext>
            </a:extLst>
          </p:cNvPr>
          <p:cNvSpPr>
            <a:spLocks xmlns:a="http://schemas.openxmlformats.org/drawingml/2006/main" noGrp="1"/>
          </p:cNvSpPr>
          <p:nvPr/>
        </p:nvSpPr>
        <p:spPr>
          <a:xfrm xmlns:a="http://schemas.openxmlformats.org/drawingml/2006/main">
            <a:off x="6343650" y="4648200"/>
            <a:ext cx="5086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32668E"/>
                </a:solidFill>
                <a:latin typeface="Noto Sans SC"/>
                <a:ea typeface="Noto Sans SC"/>
                <a:cs typeface="Noto Sans SC"/>
              </a:defRPr>
            </a:defPPr>
            <a:lvl1pPr algn="l">
              <a:defRPr sz="1650" b="1">
                <a:solidFill>
                  <a:srgbClr val="32668E"/>
                </a:solidFill>
                <a:latin typeface="Noto Sans SC"/>
                <a:ea typeface="Noto Sans SC"/>
                <a:cs typeface="Noto Sans SC"/>
              </a:defRPr>
            </a:lvl1pPr>
            <a:lvl2pPr algn="l">
              <a:defRPr sz="1650" b="1">
                <a:solidFill>
                  <a:srgbClr val="32668E"/>
                </a:solidFill>
                <a:latin typeface="Noto Sans SC"/>
                <a:ea typeface="Noto Sans SC"/>
                <a:cs typeface="Noto Sans SC"/>
              </a:defRPr>
            </a:lvl2pPr>
            <a:lvl3pPr algn="l">
              <a:defRPr sz="1650" b="1">
                <a:solidFill>
                  <a:srgbClr val="32668E"/>
                </a:solidFill>
                <a:latin typeface="Noto Sans SC"/>
                <a:ea typeface="Noto Sans SC"/>
                <a:cs typeface="Noto Sans SC"/>
              </a:defRPr>
            </a:lvl3pPr>
            <a:lvl4pPr algn="l">
              <a:defRPr sz="1650" b="1">
                <a:solidFill>
                  <a:srgbClr val="32668E"/>
                </a:solidFill>
                <a:latin typeface="Noto Sans SC"/>
                <a:ea typeface="Noto Sans SC"/>
                <a:cs typeface="Noto Sans SC"/>
              </a:defRPr>
            </a:lvl4pPr>
            <a:lvl5pPr algn="l">
              <a:defRPr sz="1650" b="1">
                <a:solidFill>
                  <a:srgbClr val="32668E"/>
                </a:solidFill>
                <a:latin typeface="Noto Sans SC"/>
                <a:ea typeface="Noto Sans SC"/>
                <a:cs typeface="Noto Sans SC"/>
              </a:defRPr>
            </a:lvl5pPr>
            <a:lvl6pPr algn="l">
              <a:defRPr sz="1650" b="1">
                <a:solidFill>
                  <a:srgbClr val="32668E"/>
                </a:solidFill>
                <a:latin typeface="Noto Sans SC"/>
                <a:ea typeface="Noto Sans SC"/>
                <a:cs typeface="Noto Sans SC"/>
              </a:defRPr>
            </a:lvl6pPr>
            <a:lvl7pPr algn="l">
              <a:defRPr sz="1650" b="1">
                <a:solidFill>
                  <a:srgbClr val="32668E"/>
                </a:solidFill>
                <a:latin typeface="Noto Sans SC"/>
                <a:ea typeface="Noto Sans SC"/>
                <a:cs typeface="Noto Sans SC"/>
              </a:defRPr>
            </a:lvl7pPr>
            <a:lvl8pPr algn="l">
              <a:defRPr sz="1650" b="1">
                <a:solidFill>
                  <a:srgbClr val="32668E"/>
                </a:solidFill>
                <a:latin typeface="Noto Sans SC"/>
                <a:ea typeface="Noto Sans SC"/>
                <a:cs typeface="Noto Sans SC"/>
              </a:defRPr>
            </a:lvl8pPr>
            <a:lvl9pPr algn="l">
              <a:defRPr sz="1650" b="1">
                <a:solidFill>
                  <a:srgbClr val="32668E"/>
                </a:solidFill>
                <a:latin typeface="Noto Sans SC"/>
                <a:ea typeface="Noto Sans SC"/>
                <a:cs typeface="Noto Sans SC"/>
              </a:defRPr>
            </a:lvl9pPr>
          </a:lstStyle>
          <a:p xmlns:a="http://schemas.openxmlformats.org/drawingml/2006/main">
            <a:pPr algn="l">
              <a:defRPr sz="1650" b="1">
                <a:solidFill>
                  <a:srgbClr val="32668E"/>
                </a:solidFill>
                <a:latin typeface="Noto Sans SC"/>
                <a:ea typeface="Noto Sans SC"/>
                <a:cs typeface="Noto Sans SC"/>
              </a:defRPr>
            </a:pPr>
            <a:r>
              <a:rPr sz="1650" b="1">
                <a:solidFill>
                  <a:srgbClr val="32668E"/>
                </a:solidFill>
                <a:latin typeface="Noto Sans SC"/>
                <a:ea typeface="Noto Sans SC"/>
                <a:cs typeface="Noto Sans SC"/>
              </a:rPr>
              <a:t>近期速度与稳健速度</a:t>
            </a:r>
          </a:p>
        </p:txBody>
      </p:sp>
      <p:sp>
        <p:nvSpPr>
          <p:cNvPr id="40" name="o39">
            <a:extLst xmlns:a="http://schemas.openxmlformats.org/drawingml/2006/main">
              <a:ext uri="{FF2B5EF4-FFF2-40B4-BE49-F238E27FC236}">
                <a16:creationId xmlns:a16="http://schemas.microsoft.com/office/drawing/2014/main" id="{81E32D30-5E09-4DDB-B561-E59529C747E6}"/>
              </a:ext>
            </a:extLst>
          </p:cNvPr>
          <p:cNvSpPr>
            <a:spLocks xmlns:a="http://schemas.openxmlformats.org/drawingml/2006/main" noGrp="1"/>
          </p:cNvSpPr>
          <p:nvPr/>
        </p:nvSpPr>
        <p:spPr>
          <a:xfrm xmlns:a="http://schemas.openxmlformats.org/drawingml/2006/main">
            <a:off x="6343650" y="5000625"/>
            <a:ext cx="50863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36A"/>
                </a:solidFill>
                <a:latin typeface="Noto Sans SC"/>
                <a:ea typeface="Noto Sans SC"/>
                <a:cs typeface="Noto Sans SC"/>
              </a:defRPr>
            </a:defPPr>
            <a:lvl1pPr algn="l">
              <a:defRPr sz="1425" b="0">
                <a:solidFill>
                  <a:srgbClr val="46536A"/>
                </a:solidFill>
                <a:latin typeface="Noto Sans SC"/>
                <a:ea typeface="Noto Sans SC"/>
                <a:cs typeface="Noto Sans SC"/>
              </a:defRPr>
            </a:lvl1pPr>
            <a:lvl2pPr algn="l">
              <a:defRPr sz="1425" b="0">
                <a:solidFill>
                  <a:srgbClr val="46536A"/>
                </a:solidFill>
                <a:latin typeface="Noto Sans SC"/>
                <a:ea typeface="Noto Sans SC"/>
                <a:cs typeface="Noto Sans SC"/>
              </a:defRPr>
            </a:lvl2pPr>
            <a:lvl3pPr algn="l">
              <a:defRPr sz="1425" b="0">
                <a:solidFill>
                  <a:srgbClr val="46536A"/>
                </a:solidFill>
                <a:latin typeface="Noto Sans SC"/>
                <a:ea typeface="Noto Sans SC"/>
                <a:cs typeface="Noto Sans SC"/>
              </a:defRPr>
            </a:lvl3pPr>
            <a:lvl4pPr algn="l">
              <a:defRPr sz="1425" b="0">
                <a:solidFill>
                  <a:srgbClr val="46536A"/>
                </a:solidFill>
                <a:latin typeface="Noto Sans SC"/>
                <a:ea typeface="Noto Sans SC"/>
                <a:cs typeface="Noto Sans SC"/>
              </a:defRPr>
            </a:lvl4pPr>
            <a:lvl5pPr algn="l">
              <a:defRPr sz="1425" b="0">
                <a:solidFill>
                  <a:srgbClr val="46536A"/>
                </a:solidFill>
                <a:latin typeface="Noto Sans SC"/>
                <a:ea typeface="Noto Sans SC"/>
                <a:cs typeface="Noto Sans SC"/>
              </a:defRPr>
            </a:lvl5pPr>
            <a:lvl6pPr algn="l">
              <a:defRPr sz="1425" b="0">
                <a:solidFill>
                  <a:srgbClr val="46536A"/>
                </a:solidFill>
                <a:latin typeface="Noto Sans SC"/>
                <a:ea typeface="Noto Sans SC"/>
                <a:cs typeface="Noto Sans SC"/>
              </a:defRPr>
            </a:lvl6pPr>
            <a:lvl7pPr algn="l">
              <a:defRPr sz="1425" b="0">
                <a:solidFill>
                  <a:srgbClr val="46536A"/>
                </a:solidFill>
                <a:latin typeface="Noto Sans SC"/>
                <a:ea typeface="Noto Sans SC"/>
                <a:cs typeface="Noto Sans SC"/>
              </a:defRPr>
            </a:lvl7pPr>
            <a:lvl8pPr algn="l">
              <a:defRPr sz="1425" b="0">
                <a:solidFill>
                  <a:srgbClr val="46536A"/>
                </a:solidFill>
                <a:latin typeface="Noto Sans SC"/>
                <a:ea typeface="Noto Sans SC"/>
                <a:cs typeface="Noto Sans SC"/>
              </a:defRPr>
            </a:lvl8pPr>
            <a:lvl9pPr algn="l">
              <a:defRPr sz="1425" b="0">
                <a:solidFill>
                  <a:srgbClr val="46536A"/>
                </a:solidFill>
                <a:latin typeface="Noto Sans SC"/>
                <a:ea typeface="Noto Sans SC"/>
                <a:cs typeface="Noto Sans SC"/>
              </a:defRPr>
            </a:lvl9pPr>
          </a:lstStyle>
          <a:p xmlns:a="http://schemas.openxmlformats.org/drawingml/2006/main">
            <a:pPr algn="l">
              <a:defRPr sz="1425" b="0">
                <a:solidFill>
                  <a:srgbClr val="46536A"/>
                </a:solidFill>
                <a:latin typeface="Noto Sans SC"/>
                <a:ea typeface="Noto Sans SC"/>
                <a:cs typeface="Noto Sans SC"/>
              </a:defRPr>
            </a:pPr>
            <a:r>
              <a:rPr sz="1425" b="0">
                <a:solidFill>
                  <a:srgbClr val="46536A"/>
                </a:solidFill>
                <a:latin typeface="Noto Sans SC"/>
                <a:ea typeface="Noto Sans SC"/>
                <a:cs typeface="Noto Sans SC"/>
              </a:rPr>
              <a:t>引擎：最近最多 3 段均值</a:t>
            </a:r>
          </a:p>
          <a:p xmlns:a="http://schemas.openxmlformats.org/drawingml/2006/main">
            <a:pPr algn="l">
              <a:defRPr sz="1425" b="0">
                <a:solidFill>
                  <a:srgbClr val="46536A"/>
                </a:solidFill>
                <a:latin typeface="Noto Sans SC"/>
                <a:ea typeface="Noto Sans SC"/>
                <a:cs typeface="Noto Sans SC"/>
              </a:defRPr>
            </a:pPr>
            <a:r>
              <a:rPr sz="1425" b="0">
                <a:solidFill>
                  <a:srgbClr val="46536A"/>
                </a:solidFill>
                <a:latin typeface="Noto Sans SC"/>
                <a:ea typeface="Noto Sans SC"/>
                <a:cs typeface="Noto Sans SC"/>
              </a:rPr>
              <a:t>聚类：有效运动段中位数</a:t>
            </a:r>
          </a:p>
        </p:txBody>
      </p:sp>
      <p:sp xmlns:a="http://schemas.openxmlformats.org/drawingml/2006/main" xmlns:m="http://schemas.openxmlformats.org/officeDocument/2006/math" xmlns:w="http://schemas.openxmlformats.org/wordprocessingml/2006/main" xmlns:a14="http://schemas.microsoft.com/office/drawing/2010/main" xmlns:r="http://schemas.openxmlformats.org/officeDocument/2006/relationships" xmlns:rel="http://schemas.openxmlformats.org/package/2006/relationships" xmlns:ct="http://schemas.openxmlformats.org/package/2006/content-types">
        <p:nvSpPr>
          <p:cNvPr id="7001" name="latex-equation-7001"/>
          <p:cNvSpPr txBox="1">
            <a:spLocks noGrp="1"/>
          </p:cNvSpPr>
          <p:nvPr/>
        </p:nvSpPr>
        <p:spPr>
          <a:xfrm>
            <a:off x="6191250" y="1524000"/>
            <a:ext cx="5143500" cy="742950"/>
          </a:xfrm>
          <a:prstGeom prst="rect">
            <a:avLst/>
          </a:prstGeom>
          <a:noFill/>
          <a:ln>
            <a:noFill/>
          </a:ln>
        </p:spPr>
        <p:txBody>
          <a:bodyPr wrap="none" lIns="0" tIns="0" rIns="0" bIns="0" anchor="ctr">
            <a:noAutofit/>
          </a:bodyPr>
          <a:lstStyle/>
          <a:p>
            <a:pPr algn="ctr"/>
            <a14:m>
              <m:oMathPara>
                <m:oMath>
                  <m:sSub>
                    <m:e>
                      <m:r>
                        <w:rPr>
                          <w:sz w:val="40"/>
                          <w:rFonts w:ascii="Cambria Math" w:hAnsi="Cambria Math" w:eastAsia="Cambria Math"/>
                        </w:rPr>
                        <m:t>v</m:t>
                      </m:r>
                    </m:e>
                    <m:sub>
                      <m:r>
                        <w:rPr>
                          <w:sz w:val="40"/>
                          <w:rFonts w:ascii="Cambria Math" w:hAnsi="Cambria Math" w:eastAsia="Cambria Math"/>
                        </w:rPr>
                        <m:t>k</m:t>
                      </m:r>
                    </m:sub>
                  </m:sSub>
                  <m:r>
                    <w:rPr>
                      <w:sz w:val="40"/>
                      <w:rFonts w:ascii="Cambria Math" w:hAnsi="Cambria Math" w:eastAsia="Cambria Math"/>
                    </w:rPr>
                    <m:t>=</m:t>
                  </m:r>
                  <m:f>
                    <m:fPr>
                      <m:type m:val="bar"/>
                    </m:fPr>
                    <m:num>
                      <m:r>
                        <w:rPr>
                          <w:sz w:val="40"/>
                          <w:rFonts w:ascii="Cambria Math" w:hAnsi="Cambria Math" w:eastAsia="Cambria Math"/>
                        </w:rPr>
                        <m:t>d(</m:t>
                      </m:r>
                      <m:sSub>
                        <m:e>
                          <m:r>
                            <w:rPr>
                              <w:sz w:val="40"/>
                              <w:rFonts w:ascii="Cambria Math" w:hAnsi="Cambria Math" w:eastAsia="Cambria Math"/>
                            </w:rPr>
                            <m:t>p</m:t>
                          </m:r>
                        </m:e>
                        <m:sub>
                          <m:r>
                            <w:rPr>
                              <w:sz w:val="40"/>
                              <w:rFonts w:ascii="Cambria Math" w:hAnsi="Cambria Math" w:eastAsia="Cambria Math"/>
                            </w:rPr>
                            <m:t>k</m:t>
                          </m:r>
                        </m:sub>
                      </m:sSub>
                      <m:r>
                        <w:rPr>
                          <w:sz w:val="40"/>
                          <w:rFonts w:ascii="Cambria Math" w:hAnsi="Cambria Math" w:eastAsia="Cambria Math"/>
                        </w:rPr>
                        <m:t>,</m:t>
                      </m:r>
                      <m:sSub>
                        <m:e>
                          <m:r>
                            <w:rPr>
                              <w:sz w:val="40"/>
                              <w:rFonts w:ascii="Cambria Math" w:hAnsi="Cambria Math" w:eastAsia="Cambria Math"/>
                            </w:rPr>
                            <m:t>p</m:t>
                          </m:r>
                        </m:e>
                        <m:sub>
                          <m:r>
                            <w:rPr>
                              <w:sz w:val="40"/>
                              <w:rFonts w:ascii="Cambria Math" w:hAnsi="Cambria Math" w:eastAsia="Cambria Math"/>
                            </w:rPr>
                            <m:t>k−1</m:t>
                          </m:r>
                        </m:sub>
                      </m:sSub>
                      <m:r>
                        <w:rPr>
                          <w:sz w:val="40"/>
                          <w:rFonts w:ascii="Cambria Math" w:hAnsi="Cambria Math" w:eastAsia="Cambria Math"/>
                        </w:rPr>
                        <m:t>)</m:t>
                      </m:r>
                    </m:num>
                    <m:den>
                      <m:sSub>
                        <m:e>
                          <m:r>
                            <w:rPr>
                              <w:sz w:val="40"/>
                              <w:rFonts w:ascii="Cambria Math" w:hAnsi="Cambria Math" w:eastAsia="Cambria Math"/>
                            </w:rPr>
                            <m:t>t</m:t>
                          </m:r>
                        </m:e>
                        <m:sub>
                          <m:r>
                            <w:rPr>
                              <w:sz w:val="40"/>
                              <w:rFonts w:ascii="Cambria Math" w:hAnsi="Cambria Math" w:eastAsia="Cambria Math"/>
                            </w:rPr>
                            <m:t>k</m:t>
                          </m:r>
                        </m:sub>
                      </m:sSub>
                      <m:r>
                        <w:rPr>
                          <w:sz w:val="40"/>
                          <w:rFonts w:ascii="Cambria Math" w:hAnsi="Cambria Math" w:eastAsia="Cambria Math"/>
                        </w:rPr>
                        <m:t>−</m:t>
                      </m:r>
                      <m:sSub>
                        <m:e>
                          <m:r>
                            <w:rPr>
                              <w:sz w:val="40"/>
                              <w:rFonts w:ascii="Cambria Math" w:hAnsi="Cambria Math" w:eastAsia="Cambria Math"/>
                            </w:rPr>
                            <m:t>t</m:t>
                          </m:r>
                        </m:e>
                        <m:sub>
                          <m:r>
                            <w:rPr>
                              <w:sz w:val="40"/>
                              <w:rFonts w:ascii="Cambria Math" w:hAnsi="Cambria Math" w:eastAsia="Cambria Math"/>
                            </w:rPr>
                            <m:t>k−1</m:t>
                          </m:r>
                        </m:sub>
                      </m:sSub>
                    </m:den>
                  </m:f>
                </m:oMath>
              </m:oMathPara>
            </a14:m>
            <a:endParaRPr sz="2000"/>
          </a:p>
        </p:txBody>
      </p:sp>
      <p:sp xmlns:a="http://schemas.openxmlformats.org/drawingml/2006/main" xmlns:m="http://schemas.openxmlformats.org/officeDocument/2006/math" xmlns:w="http://schemas.openxmlformats.org/wordprocessingml/2006/main" xmlns:a14="http://schemas.microsoft.com/office/drawing/2010/main" xmlns:r="http://schemas.openxmlformats.org/officeDocument/2006/relationships" xmlns:rel="http://schemas.openxmlformats.org/package/2006/relationships" xmlns:ct="http://schemas.openxmlformats.org/package/2006/content-types">
        <p:nvSpPr>
          <p:cNvPr id="7002" name="latex-equation-7002"/>
          <p:cNvSpPr txBox="1">
            <a:spLocks noGrp="1"/>
          </p:cNvSpPr>
          <p:nvPr/>
        </p:nvSpPr>
        <p:spPr>
          <a:xfrm>
            <a:off x="6191250" y="2476500"/>
            <a:ext cx="5143500" cy="666750"/>
          </a:xfrm>
          <a:prstGeom prst="rect">
            <a:avLst/>
          </a:prstGeom>
          <a:noFill/>
          <a:ln>
            <a:noFill/>
          </a:ln>
        </p:spPr>
        <p:txBody>
          <a:bodyPr wrap="none" lIns="0" tIns="0" rIns="0" bIns="0" anchor="ctr">
            <a:noAutofit/>
          </a:bodyPr>
          <a:lstStyle/>
          <a:p>
            <a:pPr algn="ctr"/>
            <a14:m>
              <m:oMathPara>
                <m:oMath>
                  <m:r>
                    <w:rPr>
                      <w:sz w:val="40"/>
                      <w:rFonts w:ascii="Cambria Math" w:hAnsi="Cambria Math" w:eastAsia="Cambria Math"/>
                    </w:rPr>
                    <m:t>L=</m:t>
                  </m:r>
                  <m:nary>
                    <m:naryPr>
                      <m:chr m:val="∑"/>
                      <m:limLoc m:val="subSup"/>
                      <m:grow m:val="1"/>
                      <m:subHide m:val="off"/>
                      <m:supHide m:val="off"/>
                    </m:naryPr>
                    <m:sub>
                      <m:r>
                        <w:rPr>
                          <w:sz w:val="40"/>
                          <w:rFonts w:ascii="Cambria Math" w:hAnsi="Cambria Math" w:eastAsia="Cambria Math"/>
                        </w:rPr>
                        <m:t>k=1</m:t>
                      </m:r>
                    </m:sub>
                    <m:sup>
                      <m:r>
                        <w:rPr>
                          <w:sz w:val="40"/>
                          <w:rFonts w:ascii="Cambria Math" w:hAnsi="Cambria Math" w:eastAsia="Cambria Math"/>
                        </w:rPr>
                        <m:t>n−1</m:t>
                      </m:r>
                    </m:sup>
                    <m:e>
                      <m:r>
                        <w:rPr>
                          <w:sz w:val="40"/>
                          <w:rFonts w:ascii="Cambria Math" w:hAnsi="Cambria Math" w:eastAsia="Cambria Math"/>
                        </w:rPr>
                        <m:t>d(</m:t>
                      </m:r>
                    </m:e>
                  </m:nary>
                  <m:sSub>
                    <m:e>
                      <m:r>
                        <w:rPr>
                          <w:sz w:val="40"/>
                          <w:rFonts w:ascii="Cambria Math" w:hAnsi="Cambria Math" w:eastAsia="Cambria Math"/>
                        </w:rPr>
                        <m:t>p</m:t>
                      </m:r>
                    </m:e>
                    <m:sub>
                      <m:r>
                        <w:rPr>
                          <w:sz w:val="40"/>
                          <w:rFonts w:ascii="Cambria Math" w:hAnsi="Cambria Math" w:eastAsia="Cambria Math"/>
                        </w:rPr>
                        <m:t>k−1</m:t>
                      </m:r>
                    </m:sub>
                  </m:sSub>
                  <m:r>
                    <w:rPr>
                      <w:sz w:val="40"/>
                      <w:rFonts w:ascii="Cambria Math" w:hAnsi="Cambria Math" w:eastAsia="Cambria Math"/>
                    </w:rPr>
                    <m:t>,</m:t>
                  </m:r>
                  <m:sSub>
                    <m:e>
                      <m:r>
                        <w:rPr>
                          <w:sz w:val="40"/>
                          <w:rFonts w:ascii="Cambria Math" w:hAnsi="Cambria Math" w:eastAsia="Cambria Math"/>
                        </w:rPr>
                        <m:t>p</m:t>
                      </m:r>
                    </m:e>
                    <m:sub>
                      <m:r>
                        <w:rPr>
                          <w:sz w:val="40"/>
                          <w:rFonts w:ascii="Cambria Math" w:hAnsi="Cambria Math" w:eastAsia="Cambria Math"/>
                        </w:rPr>
                        <m:t>k</m:t>
                      </m:r>
                    </m:sub>
                  </m:sSub>
                  <m:r>
                    <w:rPr>
                      <w:sz w:val="40"/>
                      <w:rFonts w:ascii="Cambria Math" w:hAnsi="Cambria Math" w:eastAsia="Cambria Math"/>
                    </w:rPr>
                    <m:t>)</m:t>
                  </m:r>
                </m:oMath>
              </m:oMathPara>
            </a14:m>
            <a:endParaRPr sz="2000"/>
          </a:p>
        </p:txBody>
      </p:sp>
      <p:sp xmlns:a="http://schemas.openxmlformats.org/drawingml/2006/main" xmlns:m="http://schemas.openxmlformats.org/officeDocument/2006/math" xmlns:w="http://schemas.openxmlformats.org/wordprocessingml/2006/main" xmlns:a14="http://schemas.microsoft.com/office/drawing/2010/main" xmlns:r="http://schemas.openxmlformats.org/officeDocument/2006/relationships" xmlns:rel="http://schemas.openxmlformats.org/package/2006/relationships" xmlns:ct="http://schemas.openxmlformats.org/package/2006/content-types">
        <p:nvSpPr>
          <p:cNvPr id="7003" name="latex-equation-7003"/>
          <p:cNvSpPr txBox="1">
            <a:spLocks noGrp="1"/>
          </p:cNvSpPr>
          <p:nvPr/>
        </p:nvSpPr>
        <p:spPr>
          <a:xfrm>
            <a:off x="6191250" y="3429000"/>
            <a:ext cx="5238750" cy="781050"/>
          </a:xfrm>
          <a:prstGeom prst="rect">
            <a:avLst/>
          </a:prstGeom>
          <a:noFill/>
          <a:ln>
            <a:noFill/>
          </a:ln>
        </p:spPr>
        <p:txBody>
          <a:bodyPr wrap="none" lIns="0" tIns="0" rIns="0" bIns="0" anchor="ctr">
            <a:noAutofit/>
          </a:bodyPr>
          <a:lstStyle/>
          <a:p>
            <a:pPr algn="ctr"/>
            <a14:m>
              <m:oMathPara>
                <m:oMath>
                  <m:r>
                    <w:rPr>
                      <w:sz w:val="38"/>
                      <w:rFonts w:ascii="Cambria Math" w:hAnsi="Cambria Math" w:eastAsia="Cambria Math"/>
                    </w:rPr>
                    <m:t>S=</m:t>
                  </m:r>
                  <m:f>
                    <m:fPr>
                      <m:type m:val="bar"/>
                    </m:fPr>
                    <m:num>
                      <m:r>
                        <w:rPr>
                          <w:sz w:val="38"/>
                          <w:rFonts w:ascii="Cambria Math" w:hAnsi="Cambria Math" w:eastAsia="Cambria Math"/>
                        </w:rPr>
                        <m:t>d(</m:t>
                      </m:r>
                      <m:sSub>
                        <m:e>
                          <m:r>
                            <w:rPr>
                              <w:sz w:val="38"/>
                              <w:rFonts w:ascii="Cambria Math" w:hAnsi="Cambria Math" w:eastAsia="Cambria Math"/>
                            </w:rPr>
                            <m:t>p</m:t>
                          </m:r>
                        </m:e>
                        <m:sub>
                          <m:r>
                            <w:rPr>
                              <w:sz w:val="38"/>
                              <w:rFonts w:ascii="Cambria Math" w:hAnsi="Cambria Math" w:eastAsia="Cambria Math"/>
                            </w:rPr>
                            <m:t>0</m:t>
                          </m:r>
                        </m:sub>
                      </m:sSub>
                      <m:r>
                        <w:rPr>
                          <w:sz w:val="38"/>
                          <w:rFonts w:ascii="Cambria Math" w:hAnsi="Cambria Math" w:eastAsia="Cambria Math"/>
                        </w:rPr>
                        <m:t>,</m:t>
                      </m:r>
                      <m:sSub>
                        <m:e>
                          <m:r>
                            <w:rPr>
                              <w:sz w:val="38"/>
                              <w:rFonts w:ascii="Cambria Math" w:hAnsi="Cambria Math" w:eastAsia="Cambria Math"/>
                            </w:rPr>
                            <m:t>p</m:t>
                          </m:r>
                        </m:e>
                        <m:sub>
                          <m:r>
                            <w:rPr>
                              <w:sz w:val="38"/>
                              <w:rFonts w:ascii="Cambria Math" w:hAnsi="Cambria Math" w:eastAsia="Cambria Math"/>
                            </w:rPr>
                            <m:t>n−1</m:t>
                          </m:r>
                        </m:sub>
                      </m:sSub>
                      <m:r>
                        <w:rPr>
                          <w:sz w:val="38"/>
                          <w:rFonts w:ascii="Cambria Math" w:hAnsi="Cambria Math" w:eastAsia="Cambria Math"/>
                        </w:rPr>
                        <m:t>)</m:t>
                      </m:r>
                    </m:num>
                    <m:den>
                      <m:r>
                        <w:rPr>
                          <w:sz w:val="38"/>
                          <w:rFonts w:ascii="Cambria Math" w:hAnsi="Cambria Math" w:eastAsia="Cambria Math"/>
                        </w:rPr>
                        <m:t>L</m:t>
                      </m:r>
                    </m:den>
                  </m:f>
                  <m:r>
                    <w:rPr>
                      <w:sz w:val="38"/>
                      <w:rFonts w:ascii="Cambria Math" w:hAnsi="Cambria Math" w:eastAsia="Cambria Math"/>
                    </w:rPr>
                    <m:t>,</m:t>
                  </m:r>
                  <m:sSub>
                    <m:e>
                      <m:r>
                        <w:rPr>
                          <w:sz w:val="38"/>
                          <w:rFonts w:ascii="Cambria Math" w:hAnsi="Cambria Math" w:eastAsia="Cambria Math"/>
                        </w:rPr>
                        <m:t>D</m:t>
                      </m:r>
                    </m:e>
                    <m:sub>
                      <m:r>
                        <w:rPr>
                          <w:sz w:val="38"/>
                          <w:rFonts w:ascii="Cambria Math" w:hAnsi="Cambria Math" w:eastAsia="Cambria Math"/>
                        </w:rPr>
                        <m:t>span</m:t>
                      </m:r>
                    </m:sub>
                  </m:sSub>
                  <m:r>
                    <w:rPr>
                      <w:sz w:val="38"/>
                      <w:rFonts w:ascii="Cambria Math" w:hAnsi="Cambria Math" w:eastAsia="Cambria Math"/>
                    </w:rPr>
                    <m:t>=</m:t>
                  </m:r>
                  <m:sSub>
                    <m:e>
                      <m:r>
                        <w:rPr>
                          <w:sz w:val="38"/>
                          <w:rFonts w:ascii="Cambria Math" w:hAnsi="Cambria Math" w:eastAsia="Cambria Math"/>
                        </w:rPr>
                        <m:t>max</m:t>
                      </m:r>
                    </m:e>
                    <m:sub>
                      <m:r>
                        <w:rPr>
                          <w:sz w:val="38"/>
                          <w:rFonts w:ascii="Cambria Math" w:hAnsi="Cambria Math" w:eastAsia="Cambria Math"/>
                        </w:rPr>
                        <m:t>i,j</m:t>
                      </m:r>
                    </m:sub>
                  </m:sSub>
                  <m:r>
                    <w:rPr>
                      <w:sz w:val="38"/>
                      <w:rFonts w:ascii="Cambria Math" w:hAnsi="Cambria Math" w:eastAsia="Cambria Math"/>
                    </w:rPr>
                    <m:t>d(</m:t>
                  </m:r>
                  <m:sSub>
                    <m:e>
                      <m:r>
                        <w:rPr>
                          <w:sz w:val="38"/>
                          <w:rFonts w:ascii="Cambria Math" w:hAnsi="Cambria Math" w:eastAsia="Cambria Math"/>
                        </w:rPr>
                        <m:t>p</m:t>
                      </m:r>
                    </m:e>
                    <m:sub>
                      <m:r>
                        <w:rPr>
                          <w:sz w:val="38"/>
                          <w:rFonts w:ascii="Cambria Math" w:hAnsi="Cambria Math" w:eastAsia="Cambria Math"/>
                        </w:rPr>
                        <m:t>i</m:t>
                      </m:r>
                    </m:sub>
                  </m:sSub>
                  <m:r>
                    <w:rPr>
                      <w:sz w:val="38"/>
                      <w:rFonts w:ascii="Cambria Math" w:hAnsi="Cambria Math" w:eastAsia="Cambria Math"/>
                    </w:rPr>
                    <m:t>,</m:t>
                  </m:r>
                  <m:sSub>
                    <m:e>
                      <m:r>
                        <w:rPr>
                          <w:sz w:val="38"/>
                          <w:rFonts w:ascii="Cambria Math" w:hAnsi="Cambria Math" w:eastAsia="Cambria Math"/>
                        </w:rPr>
                        <m:t>p</m:t>
                      </m:r>
                    </m:e>
                    <m:sub>
                      <m:r>
                        <w:rPr>
                          <w:sz w:val="38"/>
                          <w:rFonts w:ascii="Cambria Math" w:hAnsi="Cambria Math" w:eastAsia="Cambria Math"/>
                        </w:rPr>
                        <m:t>j</m:t>
                      </m:r>
                    </m:sub>
                  </m:sSub>
                  <m:r>
                    <w:rPr>
                      <w:sz w:val="38"/>
                      <w:rFonts w:ascii="Cambria Math" w:hAnsi="Cambria Math" w:eastAsia="Cambria Math"/>
                    </w:rPr>
                    <m:t>)</m:t>
                  </m:r>
                </m:oMath>
              </m:oMathPara>
            </a14:m>
            <a:endParaRPr sz="1900"/>
          </a:p>
        </p:txBody>
      </p:sp>
    </p:spTree>
    <p:extLst>
      <p:ext uri="{BB962C8B-B14F-4D97-AF65-F5344CB8AC3E}">
        <p14:creationId xmlns:p14="http://schemas.microsoft.com/office/powerpoint/2010/main" val="1278989734"/>
      </p:ext>
    </p:extLst>
  </p:cSld>
</p:sld>
</file>

<file path=ppt/slides/slide7.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22" name="o0">
            <a:extLst xmlns:a="http://schemas.openxmlformats.org/drawingml/2006/main">
              <a:ext uri="{FF2B5EF4-FFF2-40B4-BE49-F238E27FC236}">
                <a16:creationId xmlns:a16="http://schemas.microsoft.com/office/drawing/2014/main" id="{C2DA9473-B3C1-4DEE-BC46-9A79E7066100}"/>
              </a:ext>
            </a:extLst>
          </p:cNvPr>
          <p:cNvSpPr>
            <a:spLocks xmlns:a="http://schemas.openxmlformats.org/drawingml/2006/main" noGrp="1"/>
          </p:cNvSpPr>
          <p:nvPr/>
        </p:nvSpPr>
        <p:spPr>
          <a:xfrm xmlns:a="http://schemas.openxmlformats.org/drawingml/2006/main">
            <a:off x="609600" y="219075"/>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B85A1E"/>
                </a:solidFill>
                <a:latin typeface="Noto Sans SC"/>
                <a:ea typeface="Noto Sans SC"/>
                <a:cs typeface="Noto Sans SC"/>
              </a:defRPr>
            </a:defPPr>
            <a:lvl1pPr algn="l">
              <a:defRPr sz="1275" b="1">
                <a:solidFill>
                  <a:srgbClr val="B85A1E"/>
                </a:solidFill>
                <a:latin typeface="Noto Sans SC"/>
                <a:ea typeface="Noto Sans SC"/>
                <a:cs typeface="Noto Sans SC"/>
              </a:defRPr>
            </a:lvl1pPr>
            <a:lvl2pPr algn="l">
              <a:defRPr sz="1275" b="1">
                <a:solidFill>
                  <a:srgbClr val="B85A1E"/>
                </a:solidFill>
                <a:latin typeface="Noto Sans SC"/>
                <a:ea typeface="Noto Sans SC"/>
                <a:cs typeface="Noto Sans SC"/>
              </a:defRPr>
            </a:lvl2pPr>
            <a:lvl3pPr algn="l">
              <a:defRPr sz="1275" b="1">
                <a:solidFill>
                  <a:srgbClr val="B85A1E"/>
                </a:solidFill>
                <a:latin typeface="Noto Sans SC"/>
                <a:ea typeface="Noto Sans SC"/>
                <a:cs typeface="Noto Sans SC"/>
              </a:defRPr>
            </a:lvl3pPr>
            <a:lvl4pPr algn="l">
              <a:defRPr sz="1275" b="1">
                <a:solidFill>
                  <a:srgbClr val="B85A1E"/>
                </a:solidFill>
                <a:latin typeface="Noto Sans SC"/>
                <a:ea typeface="Noto Sans SC"/>
                <a:cs typeface="Noto Sans SC"/>
              </a:defRPr>
            </a:lvl4pPr>
            <a:lvl5pPr algn="l">
              <a:defRPr sz="1275" b="1">
                <a:solidFill>
                  <a:srgbClr val="B85A1E"/>
                </a:solidFill>
                <a:latin typeface="Noto Sans SC"/>
                <a:ea typeface="Noto Sans SC"/>
                <a:cs typeface="Noto Sans SC"/>
              </a:defRPr>
            </a:lvl5pPr>
            <a:lvl6pPr algn="l">
              <a:defRPr sz="1275" b="1">
                <a:solidFill>
                  <a:srgbClr val="B85A1E"/>
                </a:solidFill>
                <a:latin typeface="Noto Sans SC"/>
                <a:ea typeface="Noto Sans SC"/>
                <a:cs typeface="Noto Sans SC"/>
              </a:defRPr>
            </a:lvl6pPr>
            <a:lvl7pPr algn="l">
              <a:defRPr sz="1275" b="1">
                <a:solidFill>
                  <a:srgbClr val="B85A1E"/>
                </a:solidFill>
                <a:latin typeface="Noto Sans SC"/>
                <a:ea typeface="Noto Sans SC"/>
                <a:cs typeface="Noto Sans SC"/>
              </a:defRPr>
            </a:lvl7pPr>
            <a:lvl8pPr algn="l">
              <a:defRPr sz="1275" b="1">
                <a:solidFill>
                  <a:srgbClr val="B85A1E"/>
                </a:solidFill>
                <a:latin typeface="Noto Sans SC"/>
                <a:ea typeface="Noto Sans SC"/>
                <a:cs typeface="Noto Sans SC"/>
              </a:defRPr>
            </a:lvl8pPr>
            <a:lvl9pPr algn="l">
              <a:defRPr sz="1275" b="1">
                <a:solidFill>
                  <a:srgbClr val="B85A1E"/>
                </a:solidFill>
                <a:latin typeface="Noto Sans SC"/>
                <a:ea typeface="Noto Sans SC"/>
                <a:cs typeface="Noto Sans SC"/>
              </a:defRPr>
            </a:lvl9pPr>
          </a:lstStyle>
          <a:p xmlns:a="http://schemas.openxmlformats.org/drawingml/2006/main">
            <a:pPr algn="l">
              <a:defRPr sz="1275" b="1">
                <a:solidFill>
                  <a:srgbClr val="B85A1E"/>
                </a:solidFill>
                <a:latin typeface="Noto Sans SC"/>
                <a:ea typeface="Noto Sans SC"/>
                <a:cs typeface="Noto Sans SC"/>
              </a:defRPr>
            </a:pPr>
            <a:r>
              <a:rPr sz="1275" b="1">
                <a:solidFill>
                  <a:srgbClr val="B85A1E"/>
                </a:solidFill>
                <a:latin typeface="Noto Sans SC"/>
                <a:ea typeface="Noto Sans SC"/>
                <a:cs typeface="Noto Sans SC"/>
              </a:rPr>
              <a:t>优化 · 轨迹跨度</a:t>
            </a:r>
          </a:p>
        </p:txBody>
      </p:sp>
      <p:sp>
        <p:nvSpPr>
          <p:cNvPr id="2" name="o1">
            <a:extLst xmlns:a="http://schemas.openxmlformats.org/drawingml/2006/main">
              <a:ext uri="{FF2B5EF4-FFF2-40B4-BE49-F238E27FC236}">
                <a16:creationId xmlns:a16="http://schemas.microsoft.com/office/drawing/2014/main" id="{BCFC5AFF-F62A-4B7D-B02B-73A60DE7AB99}"/>
              </a:ext>
            </a:extLst>
          </p:cNvPr>
          <p:cNvSpPr>
            <a:spLocks xmlns:a="http://schemas.openxmlformats.org/drawingml/2006/main" noGrp="1"/>
          </p:cNvSpPr>
          <p:nvPr/>
        </p:nvSpPr>
        <p:spPr>
          <a:xfrm xmlns:a="http://schemas.openxmlformats.org/drawingml/2006/main">
            <a:off x="609600" y="6000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700" b="1">
                <a:solidFill>
                  <a:srgbClr val="16243A"/>
                </a:solidFill>
                <a:latin typeface="Noto Serif SC"/>
                <a:ea typeface="Noto Serif SC"/>
                <a:cs typeface="Noto Serif SC"/>
              </a:defRPr>
            </a:defPPr>
            <a:lvl1pPr algn="l">
              <a:defRPr sz="2700" b="1">
                <a:solidFill>
                  <a:srgbClr val="16243A"/>
                </a:solidFill>
                <a:latin typeface="Noto Serif SC"/>
                <a:ea typeface="Noto Serif SC"/>
                <a:cs typeface="Noto Serif SC"/>
              </a:defRPr>
            </a:lvl1pPr>
            <a:lvl2pPr algn="l">
              <a:defRPr sz="2700" b="1">
                <a:solidFill>
                  <a:srgbClr val="16243A"/>
                </a:solidFill>
                <a:latin typeface="Noto Serif SC"/>
                <a:ea typeface="Noto Serif SC"/>
                <a:cs typeface="Noto Serif SC"/>
              </a:defRPr>
            </a:lvl2pPr>
            <a:lvl3pPr algn="l">
              <a:defRPr sz="2700" b="1">
                <a:solidFill>
                  <a:srgbClr val="16243A"/>
                </a:solidFill>
                <a:latin typeface="Noto Serif SC"/>
                <a:ea typeface="Noto Serif SC"/>
                <a:cs typeface="Noto Serif SC"/>
              </a:defRPr>
            </a:lvl3pPr>
            <a:lvl4pPr algn="l">
              <a:defRPr sz="2700" b="1">
                <a:solidFill>
                  <a:srgbClr val="16243A"/>
                </a:solidFill>
                <a:latin typeface="Noto Serif SC"/>
                <a:ea typeface="Noto Serif SC"/>
                <a:cs typeface="Noto Serif SC"/>
              </a:defRPr>
            </a:lvl4pPr>
            <a:lvl5pPr algn="l">
              <a:defRPr sz="2700" b="1">
                <a:solidFill>
                  <a:srgbClr val="16243A"/>
                </a:solidFill>
                <a:latin typeface="Noto Serif SC"/>
                <a:ea typeface="Noto Serif SC"/>
                <a:cs typeface="Noto Serif SC"/>
              </a:defRPr>
            </a:lvl5pPr>
            <a:lvl6pPr algn="l">
              <a:defRPr sz="2700" b="1">
                <a:solidFill>
                  <a:srgbClr val="16243A"/>
                </a:solidFill>
                <a:latin typeface="Noto Serif SC"/>
                <a:ea typeface="Noto Serif SC"/>
                <a:cs typeface="Noto Serif SC"/>
              </a:defRPr>
            </a:lvl6pPr>
            <a:lvl7pPr algn="l">
              <a:defRPr sz="2700" b="1">
                <a:solidFill>
                  <a:srgbClr val="16243A"/>
                </a:solidFill>
                <a:latin typeface="Noto Serif SC"/>
                <a:ea typeface="Noto Serif SC"/>
                <a:cs typeface="Noto Serif SC"/>
              </a:defRPr>
            </a:lvl7pPr>
            <a:lvl8pPr algn="l">
              <a:defRPr sz="2700" b="1">
                <a:solidFill>
                  <a:srgbClr val="16243A"/>
                </a:solidFill>
                <a:latin typeface="Noto Serif SC"/>
                <a:ea typeface="Noto Serif SC"/>
                <a:cs typeface="Noto Serif SC"/>
              </a:defRPr>
            </a:lvl8pPr>
            <a:lvl9pPr algn="l">
              <a:defRPr sz="2700" b="1">
                <a:solidFill>
                  <a:srgbClr val="16243A"/>
                </a:solidFill>
                <a:latin typeface="Noto Serif SC"/>
                <a:ea typeface="Noto Serif SC"/>
                <a:cs typeface="Noto Serif SC"/>
              </a:defRPr>
            </a:lvl9pPr>
          </a:lstStyle>
          <a:p xmlns:a="http://schemas.openxmlformats.org/drawingml/2006/main">
            <a:pPr algn="l">
              <a:defRPr sz="2700" b="1">
                <a:solidFill>
                  <a:srgbClr val="16243A"/>
                </a:solidFill>
                <a:latin typeface="Noto Serif SC"/>
                <a:ea typeface="Noto Serif SC"/>
                <a:cs typeface="Noto Serif SC"/>
              </a:defRPr>
            </a:pPr>
            <a:r>
              <a:rPr sz="2700" b="1">
                <a:solidFill>
                  <a:srgbClr val="16243A"/>
                </a:solidFill>
                <a:latin typeface="Noto Serif SC"/>
                <a:ea typeface="Noto Serif SC"/>
                <a:cs typeface="Noto Serif SC"/>
              </a:rPr>
              <a:t>点对距离矩阵减少跨度计算的解释器开销</a:t>
            </a:r>
          </a:p>
        </p:txBody>
      </p:sp>
      <p:sp>
        <p:nvSpPr>
          <p:cNvPr id="3" name="line-2">
            <a:extLst xmlns:a="http://schemas.openxmlformats.org/drawingml/2006/main">
              <a:ext uri="{FF2B5EF4-FFF2-40B4-BE49-F238E27FC236}">
                <a16:creationId xmlns:a16="http://schemas.microsoft.com/office/drawing/2014/main" id="{7404F424-C20F-41CF-A3B4-E5A0F268BDE3}"/>
              </a:ext>
            </a:extLst>
          </p:cNvPr>
          <p:cNvSpPr>
            <a:spLocks xmlns:a="http://schemas.openxmlformats.org/drawingml/2006/main" noGrp="1"/>
          </p:cNvSpPr>
          <p:nvPr/>
        </p:nvSpPr>
        <p:spPr>
          <a:xfrm xmlns:a="http://schemas.openxmlformats.org/drawingml/2006/main" flipV="0">
            <a:off x="609600" y="1200150"/>
            <a:ext cx="10972800" cy="953"/>
          </a:xfrm>
          <a:prstGeom xmlns:a="http://schemas.openxmlformats.org/drawingml/2006/main" prst="line">
            <a:avLst/>
          </a:prstGeom>
          <a:noFill xmlns:a="http://schemas.openxmlformats.org/drawingml/2006/main"/>
          <a:ln xmlns:a="http://schemas.openxmlformats.org/drawingml/2006/main" w="14288">
            <a:solidFill>
              <a:srgbClr val="D5DAE0"/>
            </a:solidFill>
            <a:prstDash val="solid"/>
          </a:ln>
        </p:spPr>
      </p:sp>
      <p:sp>
        <p:nvSpPr>
          <p:cNvPr id="4" name="o3">
            <a:extLst xmlns:a="http://schemas.openxmlformats.org/drawingml/2006/main">
              <a:ext uri="{FF2B5EF4-FFF2-40B4-BE49-F238E27FC236}">
                <a16:creationId xmlns:a16="http://schemas.microsoft.com/office/drawing/2014/main" id="{347DC090-DC0A-49D2-BAD0-1D14C36F3CA1}"/>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00" b="0">
                <a:solidFill>
                  <a:srgbClr val="6B7689"/>
                </a:solidFill>
                <a:latin typeface="Noto Sans SC"/>
                <a:ea typeface="Noto Sans SC"/>
                <a:cs typeface="Noto Sans SC"/>
              </a:defRPr>
            </a:defPPr>
            <a:lvl1pPr algn="l">
              <a:defRPr sz="900" b="0">
                <a:solidFill>
                  <a:srgbClr val="6B7689"/>
                </a:solidFill>
                <a:latin typeface="Noto Sans SC"/>
                <a:ea typeface="Noto Sans SC"/>
                <a:cs typeface="Noto Sans SC"/>
              </a:defRPr>
            </a:lvl1pPr>
            <a:lvl2pPr algn="l">
              <a:defRPr sz="900" b="0">
                <a:solidFill>
                  <a:srgbClr val="6B7689"/>
                </a:solidFill>
                <a:latin typeface="Noto Sans SC"/>
                <a:ea typeface="Noto Sans SC"/>
                <a:cs typeface="Noto Sans SC"/>
              </a:defRPr>
            </a:lvl2pPr>
            <a:lvl3pPr algn="l">
              <a:defRPr sz="900" b="0">
                <a:solidFill>
                  <a:srgbClr val="6B7689"/>
                </a:solidFill>
                <a:latin typeface="Noto Sans SC"/>
                <a:ea typeface="Noto Sans SC"/>
                <a:cs typeface="Noto Sans SC"/>
              </a:defRPr>
            </a:lvl3pPr>
            <a:lvl4pPr algn="l">
              <a:defRPr sz="900" b="0">
                <a:solidFill>
                  <a:srgbClr val="6B7689"/>
                </a:solidFill>
                <a:latin typeface="Noto Sans SC"/>
                <a:ea typeface="Noto Sans SC"/>
                <a:cs typeface="Noto Sans SC"/>
              </a:defRPr>
            </a:lvl4pPr>
            <a:lvl5pPr algn="l">
              <a:defRPr sz="900" b="0">
                <a:solidFill>
                  <a:srgbClr val="6B7689"/>
                </a:solidFill>
                <a:latin typeface="Noto Sans SC"/>
                <a:ea typeface="Noto Sans SC"/>
                <a:cs typeface="Noto Sans SC"/>
              </a:defRPr>
            </a:lvl5pPr>
            <a:lvl6pPr algn="l">
              <a:defRPr sz="900" b="0">
                <a:solidFill>
                  <a:srgbClr val="6B7689"/>
                </a:solidFill>
                <a:latin typeface="Noto Sans SC"/>
                <a:ea typeface="Noto Sans SC"/>
                <a:cs typeface="Noto Sans SC"/>
              </a:defRPr>
            </a:lvl6pPr>
            <a:lvl7pPr algn="l">
              <a:defRPr sz="900" b="0">
                <a:solidFill>
                  <a:srgbClr val="6B7689"/>
                </a:solidFill>
                <a:latin typeface="Noto Sans SC"/>
                <a:ea typeface="Noto Sans SC"/>
                <a:cs typeface="Noto Sans SC"/>
              </a:defRPr>
            </a:lvl7pPr>
            <a:lvl8pPr algn="l">
              <a:defRPr sz="900" b="0">
                <a:solidFill>
                  <a:srgbClr val="6B7689"/>
                </a:solidFill>
                <a:latin typeface="Noto Sans SC"/>
                <a:ea typeface="Noto Sans SC"/>
                <a:cs typeface="Noto Sans SC"/>
              </a:defRPr>
            </a:lvl8pPr>
            <a:lvl9pPr algn="l">
              <a:defRPr sz="900" b="0">
                <a:solidFill>
                  <a:srgbClr val="6B7689"/>
                </a:solidFill>
                <a:latin typeface="Noto Sans SC"/>
                <a:ea typeface="Noto Sans SC"/>
                <a:cs typeface="Noto Sans SC"/>
              </a:defRPr>
            </a:lvl9pPr>
          </a:lstStyle>
          <a:p xmlns:a="http://schemas.openxmlformats.org/drawingml/2006/main">
            <a:pPr algn="l">
              <a:defRPr sz="900" b="0">
                <a:solidFill>
                  <a:srgbClr val="6B7689"/>
                </a:solidFill>
                <a:latin typeface="Noto Sans SC"/>
                <a:ea typeface="Noto Sans SC"/>
                <a:cs typeface="Noto Sans SC"/>
              </a:defRPr>
            </a:pPr>
            <a:r>
              <a:rPr sz="900" b="0">
                <a:solidFill>
                  <a:srgbClr val="6B7689"/>
                </a:solidFill>
                <a:latin typeface="Noto Sans SC"/>
                <a:ea typeface="Noto Sans SC"/>
                <a:cs typeface="Noto Sans SC"/>
              </a:rPr>
              <a:t>results.json:components.span；project_reference §12.5</a:t>
            </a:r>
          </a:p>
        </p:txBody>
      </p:sp>
      <p:sp>
        <p:nvSpPr>
          <p:cNvPr id="5" name="o4">
            <a:extLst xmlns:a="http://schemas.openxmlformats.org/drawingml/2006/main">
              <a:ext uri="{FF2B5EF4-FFF2-40B4-BE49-F238E27FC236}">
                <a16:creationId xmlns:a16="http://schemas.microsoft.com/office/drawing/2014/main" id="{CCBFE3BC-B357-42D1-A084-C306349285CC}"/>
              </a:ext>
            </a:extLst>
          </p:cNvPr>
          <p:cNvSpPr>
            <a:spLocks xmlns:a="http://schemas.openxmlformats.org/drawingml/2006/main" noGrp="1"/>
          </p:cNvSpPr>
          <p:nvPr/>
        </p:nvSpPr>
        <p:spPr>
          <a:xfrm xmlns:a="http://schemas.openxmlformats.org/drawingml/2006/main">
            <a:off x="10896600" y="6505575"/>
            <a:ext cx="68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6B7689"/>
                </a:solidFill>
                <a:latin typeface="Noto Sans SC"/>
                <a:ea typeface="Noto Sans SC"/>
                <a:cs typeface="Noto Sans SC"/>
              </a:defRPr>
            </a:defPPr>
            <a:lvl1pPr algn="r">
              <a:defRPr sz="1200" b="0">
                <a:solidFill>
                  <a:srgbClr val="6B7689"/>
                </a:solidFill>
                <a:latin typeface="Noto Sans SC"/>
                <a:ea typeface="Noto Sans SC"/>
                <a:cs typeface="Noto Sans SC"/>
              </a:defRPr>
            </a:lvl1pPr>
            <a:lvl2pPr algn="r">
              <a:defRPr sz="1200" b="0">
                <a:solidFill>
                  <a:srgbClr val="6B7689"/>
                </a:solidFill>
                <a:latin typeface="Noto Sans SC"/>
                <a:ea typeface="Noto Sans SC"/>
                <a:cs typeface="Noto Sans SC"/>
              </a:defRPr>
            </a:lvl2pPr>
            <a:lvl3pPr algn="r">
              <a:defRPr sz="1200" b="0">
                <a:solidFill>
                  <a:srgbClr val="6B7689"/>
                </a:solidFill>
                <a:latin typeface="Noto Sans SC"/>
                <a:ea typeface="Noto Sans SC"/>
                <a:cs typeface="Noto Sans SC"/>
              </a:defRPr>
            </a:lvl3pPr>
            <a:lvl4pPr algn="r">
              <a:defRPr sz="1200" b="0">
                <a:solidFill>
                  <a:srgbClr val="6B7689"/>
                </a:solidFill>
                <a:latin typeface="Noto Sans SC"/>
                <a:ea typeface="Noto Sans SC"/>
                <a:cs typeface="Noto Sans SC"/>
              </a:defRPr>
            </a:lvl4pPr>
            <a:lvl5pPr algn="r">
              <a:defRPr sz="1200" b="0">
                <a:solidFill>
                  <a:srgbClr val="6B7689"/>
                </a:solidFill>
                <a:latin typeface="Noto Sans SC"/>
                <a:ea typeface="Noto Sans SC"/>
                <a:cs typeface="Noto Sans SC"/>
              </a:defRPr>
            </a:lvl5pPr>
            <a:lvl6pPr algn="r">
              <a:defRPr sz="1200" b="0">
                <a:solidFill>
                  <a:srgbClr val="6B7689"/>
                </a:solidFill>
                <a:latin typeface="Noto Sans SC"/>
                <a:ea typeface="Noto Sans SC"/>
                <a:cs typeface="Noto Sans SC"/>
              </a:defRPr>
            </a:lvl6pPr>
            <a:lvl7pPr algn="r">
              <a:defRPr sz="1200" b="0">
                <a:solidFill>
                  <a:srgbClr val="6B7689"/>
                </a:solidFill>
                <a:latin typeface="Noto Sans SC"/>
                <a:ea typeface="Noto Sans SC"/>
                <a:cs typeface="Noto Sans SC"/>
              </a:defRPr>
            </a:lvl7pPr>
            <a:lvl8pPr algn="r">
              <a:defRPr sz="1200" b="0">
                <a:solidFill>
                  <a:srgbClr val="6B7689"/>
                </a:solidFill>
                <a:latin typeface="Noto Sans SC"/>
                <a:ea typeface="Noto Sans SC"/>
                <a:cs typeface="Noto Sans SC"/>
              </a:defRPr>
            </a:lvl8pPr>
            <a:lvl9pPr algn="r">
              <a:defRPr sz="1200" b="0">
                <a:solidFill>
                  <a:srgbClr val="6B7689"/>
                </a:solidFill>
                <a:latin typeface="Noto Sans SC"/>
                <a:ea typeface="Noto Sans SC"/>
                <a:cs typeface="Noto Sans SC"/>
              </a:defRPr>
            </a:lvl9pPr>
          </a:lstStyle>
          <a:p xmlns:a="http://schemas.openxmlformats.org/drawingml/2006/main">
            <a:pPr algn="r">
              <a:defRPr sz="1200" b="0">
                <a:solidFill>
                  <a:srgbClr val="6B7689"/>
                </a:solidFill>
                <a:latin typeface="Noto Sans SC"/>
                <a:ea typeface="Noto Sans SC"/>
                <a:cs typeface="Noto Sans SC"/>
              </a:defRPr>
            </a:pPr>
            <a:r>
              <a:rPr sz="1200" b="0">
                <a:solidFill>
                  <a:srgbClr val="6B7689"/>
                </a:solidFill>
                <a:latin typeface="Noto Sans SC"/>
                <a:ea typeface="Noto Sans SC"/>
                <a:cs typeface="Noto Sans SC"/>
              </a:rPr>
              <a:t>07 / 39</a:t>
            </a:r>
          </a:p>
        </p:txBody>
      </p:sp>
      <p:sp>
        <p:nvSpPr>
          <p:cNvPr id="6" name="o5">
            <a:extLst xmlns:a="http://schemas.openxmlformats.org/drawingml/2006/main">
              <a:ext uri="{FF2B5EF4-FFF2-40B4-BE49-F238E27FC236}">
                <a16:creationId xmlns:a16="http://schemas.microsoft.com/office/drawing/2014/main" id="{D139ED2D-DFB1-44F1-9688-D671BB5973D4}"/>
              </a:ext>
            </a:extLst>
          </p:cNvPr>
          <p:cNvSpPr>
            <a:spLocks xmlns:a="http://schemas.openxmlformats.org/drawingml/2006/main" noGrp="1"/>
          </p:cNvSpPr>
          <p:nvPr/>
        </p:nvSpPr>
        <p:spPr>
          <a:xfrm xmlns:a="http://schemas.openxmlformats.org/drawingml/2006/main">
            <a:off x="609600" y="5981700"/>
            <a:ext cx="10972800" cy="428625"/>
          </a:xfrm>
          <a:prstGeom xmlns:a="http://schemas.openxmlformats.org/drawingml/2006/main" prst="roundRect">
            <a:avLst>
              <a:gd name="adj" fmla="val 17778"/>
            </a:avLst>
          </a:prstGeom>
          <a:solidFill xmlns:a="http://schemas.openxmlformats.org/drawingml/2006/main">
            <a:srgbClr val="D6E6E5"/>
          </a:solidFill>
          <a:ln xmlns:a="http://schemas.openxmlformats.org/drawingml/2006/main" w="0">
            <a:noFill/>
            <a:prstDash val="solid"/>
          </a:ln>
        </p:spPr>
      </p:sp>
      <p:sp>
        <p:nvSpPr>
          <p:cNvPr id="7" name="o6">
            <a:extLst xmlns:a="http://schemas.openxmlformats.org/drawingml/2006/main">
              <a:ext uri="{FF2B5EF4-FFF2-40B4-BE49-F238E27FC236}">
                <a16:creationId xmlns:a16="http://schemas.microsoft.com/office/drawing/2014/main" id="{68B0312C-918B-4237-97D2-49ABE180A521}"/>
              </a:ext>
            </a:extLst>
          </p:cNvPr>
          <p:cNvSpPr>
            <a:spLocks xmlns:a="http://schemas.openxmlformats.org/drawingml/2006/main" noGrp="1"/>
          </p:cNvSpPr>
          <p:nvPr/>
        </p:nvSpPr>
        <p:spPr>
          <a:xfrm xmlns:a="http://schemas.openxmlformats.org/drawingml/2006/main">
            <a:off x="781050" y="6029325"/>
            <a:ext cx="10629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75" b="1">
                <a:solidFill>
                  <a:srgbClr val="0F6E73"/>
                </a:solidFill>
                <a:latin typeface="Noto Sans SC"/>
                <a:ea typeface="Noto Sans SC"/>
                <a:cs typeface="Noto Sans SC"/>
              </a:defRPr>
            </a:defPPr>
            <a:lvl1pPr algn="l">
              <a:defRPr sz="1575" b="1">
                <a:solidFill>
                  <a:srgbClr val="0F6E73"/>
                </a:solidFill>
                <a:latin typeface="Noto Sans SC"/>
                <a:ea typeface="Noto Sans SC"/>
                <a:cs typeface="Noto Sans SC"/>
              </a:defRPr>
            </a:lvl1pPr>
            <a:lvl2pPr algn="l">
              <a:defRPr sz="1575" b="1">
                <a:solidFill>
                  <a:srgbClr val="0F6E73"/>
                </a:solidFill>
                <a:latin typeface="Noto Sans SC"/>
                <a:ea typeface="Noto Sans SC"/>
                <a:cs typeface="Noto Sans SC"/>
              </a:defRPr>
            </a:lvl2pPr>
            <a:lvl3pPr algn="l">
              <a:defRPr sz="1575" b="1">
                <a:solidFill>
                  <a:srgbClr val="0F6E73"/>
                </a:solidFill>
                <a:latin typeface="Noto Sans SC"/>
                <a:ea typeface="Noto Sans SC"/>
                <a:cs typeface="Noto Sans SC"/>
              </a:defRPr>
            </a:lvl3pPr>
            <a:lvl4pPr algn="l">
              <a:defRPr sz="1575" b="1">
                <a:solidFill>
                  <a:srgbClr val="0F6E73"/>
                </a:solidFill>
                <a:latin typeface="Noto Sans SC"/>
                <a:ea typeface="Noto Sans SC"/>
                <a:cs typeface="Noto Sans SC"/>
              </a:defRPr>
            </a:lvl4pPr>
            <a:lvl5pPr algn="l">
              <a:defRPr sz="1575" b="1">
                <a:solidFill>
                  <a:srgbClr val="0F6E73"/>
                </a:solidFill>
                <a:latin typeface="Noto Sans SC"/>
                <a:ea typeface="Noto Sans SC"/>
                <a:cs typeface="Noto Sans SC"/>
              </a:defRPr>
            </a:lvl5pPr>
            <a:lvl6pPr algn="l">
              <a:defRPr sz="1575" b="1">
                <a:solidFill>
                  <a:srgbClr val="0F6E73"/>
                </a:solidFill>
                <a:latin typeface="Noto Sans SC"/>
                <a:ea typeface="Noto Sans SC"/>
                <a:cs typeface="Noto Sans SC"/>
              </a:defRPr>
            </a:lvl6pPr>
            <a:lvl7pPr algn="l">
              <a:defRPr sz="1575" b="1">
                <a:solidFill>
                  <a:srgbClr val="0F6E73"/>
                </a:solidFill>
                <a:latin typeface="Noto Sans SC"/>
                <a:ea typeface="Noto Sans SC"/>
                <a:cs typeface="Noto Sans SC"/>
              </a:defRPr>
            </a:lvl7pPr>
            <a:lvl8pPr algn="l">
              <a:defRPr sz="1575" b="1">
                <a:solidFill>
                  <a:srgbClr val="0F6E73"/>
                </a:solidFill>
                <a:latin typeface="Noto Sans SC"/>
                <a:ea typeface="Noto Sans SC"/>
                <a:cs typeface="Noto Sans SC"/>
              </a:defRPr>
            </a:lvl8pPr>
            <a:lvl9pPr algn="l">
              <a:defRPr sz="1575" b="1">
                <a:solidFill>
                  <a:srgbClr val="0F6E73"/>
                </a:solidFill>
                <a:latin typeface="Noto Sans SC"/>
                <a:ea typeface="Noto Sans SC"/>
                <a:cs typeface="Noto Sans SC"/>
              </a:defRPr>
            </a:lvl9pPr>
          </a:lstStyle>
          <a:p xmlns:a="http://schemas.openxmlformats.org/drawingml/2006/main">
            <a:pPr algn="l">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120 点组件耗时比约 20.07 倍；计算与矩阵内存仍随窗口长度平方增长。</a:t>
            </a:r>
          </a:p>
        </p:txBody>
      </p:sp>
      <p:sp>
        <p:nvSpPr>
          <p:cNvPr id="8" name="o7">
            <a:extLst xmlns:a="http://schemas.openxmlformats.org/drawingml/2006/main">
              <a:ext uri="{FF2B5EF4-FFF2-40B4-BE49-F238E27FC236}">
                <a16:creationId xmlns:a16="http://schemas.microsoft.com/office/drawing/2014/main" id="{1D24D453-5A80-4A79-80DC-560F3897A5F2}"/>
              </a:ext>
            </a:extLst>
          </p:cNvPr>
          <p:cNvSpPr>
            <a:spLocks xmlns:a="http://schemas.openxmlformats.org/drawingml/2006/main" noGrp="1"/>
          </p:cNvSpPr>
          <p:nvPr/>
        </p:nvSpPr>
        <p:spPr>
          <a:xfrm xmlns:a="http://schemas.openxmlformats.org/drawingml/2006/main">
            <a:off x="609600" y="1609725"/>
            <a:ext cx="3492500" cy="628650"/>
          </a:xfrm>
          <a:prstGeom xmlns:a="http://schemas.openxmlformats.org/drawingml/2006/main" prst="roundRect">
            <a:avLst>
              <a:gd name="adj" fmla="val 12121"/>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逐对调用距离</a:t>
            </a:r>
          </a:p>
        </p:txBody>
      </p:sp>
      <p:sp>
        <p:nvSpPr>
          <p:cNvPr id="9" name="line-7">
            <a:extLst xmlns:a="http://schemas.openxmlformats.org/drawingml/2006/main">
              <a:ext uri="{FF2B5EF4-FFF2-40B4-BE49-F238E27FC236}">
                <a16:creationId xmlns:a16="http://schemas.microsoft.com/office/drawing/2014/main" id="{DAB5D00D-BD98-4429-9EBC-EE1397D3E0C8}"/>
              </a:ext>
            </a:extLst>
          </p:cNvPr>
          <p:cNvSpPr>
            <a:spLocks xmlns:a="http://schemas.openxmlformats.org/drawingml/2006/main" noGrp="1"/>
          </p:cNvSpPr>
          <p:nvPr/>
        </p:nvSpPr>
        <p:spPr>
          <a:xfrm xmlns:a="http://schemas.openxmlformats.org/drawingml/2006/main" flipV="0">
            <a:off x="4130675" y="1924050"/>
            <a:ext cx="180975"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0" name="line-7">
            <a:extLst xmlns:a="http://schemas.openxmlformats.org/drawingml/2006/main">
              <a:ext uri="{FF2B5EF4-FFF2-40B4-BE49-F238E27FC236}">
                <a16:creationId xmlns:a16="http://schemas.microsoft.com/office/drawing/2014/main" id="{FE0D6B45-7CF2-463E-A624-E6B041AFE205}"/>
              </a:ext>
            </a:extLst>
          </p:cNvPr>
          <p:cNvSpPr>
            <a:spLocks xmlns:a="http://schemas.openxmlformats.org/drawingml/2006/main" noGrp="1"/>
          </p:cNvSpPr>
          <p:nvPr/>
        </p:nvSpPr>
        <p:spPr>
          <a:xfrm xmlns:a="http://schemas.openxmlformats.org/drawingml/2006/main" flipV="1">
            <a:off x="4236419" y="1924050"/>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1" name="line-7">
            <a:extLst xmlns:a="http://schemas.openxmlformats.org/drawingml/2006/main">
              <a:ext uri="{FF2B5EF4-FFF2-40B4-BE49-F238E27FC236}">
                <a16:creationId xmlns:a16="http://schemas.microsoft.com/office/drawing/2014/main" id="{09EEF162-9F8B-4963-9CAB-8A787FDF278F}"/>
              </a:ext>
            </a:extLst>
          </p:cNvPr>
          <p:cNvSpPr>
            <a:spLocks xmlns:a="http://schemas.openxmlformats.org/drawingml/2006/main" noGrp="1"/>
          </p:cNvSpPr>
          <p:nvPr/>
        </p:nvSpPr>
        <p:spPr>
          <a:xfrm xmlns:a="http://schemas.openxmlformats.org/drawingml/2006/main" flipV="0">
            <a:off x="4236419" y="1882951"/>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2" name="o11">
            <a:extLst xmlns:a="http://schemas.openxmlformats.org/drawingml/2006/main">
              <a:ext uri="{FF2B5EF4-FFF2-40B4-BE49-F238E27FC236}">
                <a16:creationId xmlns:a16="http://schemas.microsoft.com/office/drawing/2014/main" id="{182AC36E-256D-40A4-AE6D-E998986913EA}"/>
              </a:ext>
            </a:extLst>
          </p:cNvPr>
          <p:cNvSpPr>
            <a:spLocks xmlns:a="http://schemas.openxmlformats.org/drawingml/2006/main" noGrp="1"/>
          </p:cNvSpPr>
          <p:nvPr/>
        </p:nvSpPr>
        <p:spPr>
          <a:xfrm xmlns:a="http://schemas.openxmlformats.org/drawingml/2006/main">
            <a:off x="4349750" y="1609725"/>
            <a:ext cx="3492500" cy="628650"/>
          </a:xfrm>
          <a:prstGeom xmlns:a="http://schemas.openxmlformats.org/drawingml/2006/main" prst="roundRect">
            <a:avLst>
              <a:gd name="adj" fmla="val 12121"/>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广播形成距离矩阵</a:t>
            </a:r>
          </a:p>
        </p:txBody>
      </p:sp>
      <p:sp>
        <p:nvSpPr>
          <p:cNvPr id="13" name="line-8">
            <a:extLst xmlns:a="http://schemas.openxmlformats.org/drawingml/2006/main">
              <a:ext uri="{FF2B5EF4-FFF2-40B4-BE49-F238E27FC236}">
                <a16:creationId xmlns:a16="http://schemas.microsoft.com/office/drawing/2014/main" id="{2E6A192D-58C2-468B-B9E2-E3607E780C5C}"/>
              </a:ext>
            </a:extLst>
          </p:cNvPr>
          <p:cNvSpPr>
            <a:spLocks xmlns:a="http://schemas.openxmlformats.org/drawingml/2006/main" noGrp="1"/>
          </p:cNvSpPr>
          <p:nvPr/>
        </p:nvSpPr>
        <p:spPr>
          <a:xfrm xmlns:a="http://schemas.openxmlformats.org/drawingml/2006/main" flipV="0">
            <a:off x="7870825" y="1924050"/>
            <a:ext cx="180975"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4" name="line-8">
            <a:extLst xmlns:a="http://schemas.openxmlformats.org/drawingml/2006/main">
              <a:ext uri="{FF2B5EF4-FFF2-40B4-BE49-F238E27FC236}">
                <a16:creationId xmlns:a16="http://schemas.microsoft.com/office/drawing/2014/main" id="{E277A931-F352-4735-A33D-12A48C7BED08}"/>
              </a:ext>
            </a:extLst>
          </p:cNvPr>
          <p:cNvSpPr>
            <a:spLocks xmlns:a="http://schemas.openxmlformats.org/drawingml/2006/main" noGrp="1"/>
          </p:cNvSpPr>
          <p:nvPr/>
        </p:nvSpPr>
        <p:spPr>
          <a:xfrm xmlns:a="http://schemas.openxmlformats.org/drawingml/2006/main" flipV="1">
            <a:off x="7976569" y="1924050"/>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5" name="line-8">
            <a:extLst xmlns:a="http://schemas.openxmlformats.org/drawingml/2006/main">
              <a:ext uri="{FF2B5EF4-FFF2-40B4-BE49-F238E27FC236}">
                <a16:creationId xmlns:a16="http://schemas.microsoft.com/office/drawing/2014/main" id="{CE1B53DC-A119-462E-A726-188340399091}"/>
              </a:ext>
            </a:extLst>
          </p:cNvPr>
          <p:cNvSpPr>
            <a:spLocks xmlns:a="http://schemas.openxmlformats.org/drawingml/2006/main" noGrp="1"/>
          </p:cNvSpPr>
          <p:nvPr/>
        </p:nvSpPr>
        <p:spPr>
          <a:xfrm xmlns:a="http://schemas.openxmlformats.org/drawingml/2006/main" flipV="0">
            <a:off x="7976569" y="1882951"/>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6" name="o15">
            <a:extLst xmlns:a="http://schemas.openxmlformats.org/drawingml/2006/main">
              <a:ext uri="{FF2B5EF4-FFF2-40B4-BE49-F238E27FC236}">
                <a16:creationId xmlns:a16="http://schemas.microsoft.com/office/drawing/2014/main" id="{F3407082-9381-48AA-B2D9-6EDD8180B324}"/>
              </a:ext>
            </a:extLst>
          </p:cNvPr>
          <p:cNvSpPr>
            <a:spLocks xmlns:a="http://schemas.openxmlformats.org/drawingml/2006/main" noGrp="1"/>
          </p:cNvSpPr>
          <p:nvPr/>
        </p:nvSpPr>
        <p:spPr>
          <a:xfrm xmlns:a="http://schemas.openxmlformats.org/drawingml/2006/main">
            <a:off x="8089900" y="1609725"/>
            <a:ext cx="3492500" cy="628650"/>
          </a:xfrm>
          <a:prstGeom xmlns:a="http://schemas.openxmlformats.org/drawingml/2006/main" prst="roundRect">
            <a:avLst>
              <a:gd name="adj" fmla="val 12121"/>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矩阵最大值</a:t>
            </a:r>
          </a:p>
        </p:txBody>
      </p:sp>
      <p:sp>
        <p:nvSpPr>
          <p:cNvPr id="17" name="o16">
            <a:extLst xmlns:a="http://schemas.openxmlformats.org/drawingml/2006/main">
              <a:ext uri="{FF2B5EF4-FFF2-40B4-BE49-F238E27FC236}">
                <a16:creationId xmlns:a16="http://schemas.microsoft.com/office/drawing/2014/main" id="{58BFBD1C-F416-403E-9906-5AC0820620AE}"/>
              </a:ext>
            </a:extLst>
          </p:cNvPr>
          <p:cNvSpPr>
            <a:spLocks xmlns:a="http://schemas.openxmlformats.org/drawingml/2006/main" noGrp="1"/>
          </p:cNvSpPr>
          <p:nvPr/>
        </p:nvSpPr>
        <p:spPr>
          <a:xfrm xmlns:a="http://schemas.openxmlformats.org/drawingml/2006/main">
            <a:off x="609600" y="3886200"/>
            <a:ext cx="4572000" cy="1666875"/>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18" name="line-10">
            <a:extLst xmlns:a="http://schemas.openxmlformats.org/drawingml/2006/main">
              <a:ext uri="{FF2B5EF4-FFF2-40B4-BE49-F238E27FC236}">
                <a16:creationId xmlns:a16="http://schemas.microsoft.com/office/drawing/2014/main" id="{9D257DFF-C6BA-4BC5-B53C-25CE2559337B}"/>
              </a:ext>
            </a:extLst>
          </p:cNvPr>
          <p:cNvSpPr>
            <a:spLocks xmlns:a="http://schemas.openxmlformats.org/drawingml/2006/main" noGrp="1"/>
          </p:cNvSpPr>
          <p:nvPr/>
        </p:nvSpPr>
        <p:spPr>
          <a:xfrm xmlns:a="http://schemas.openxmlformats.org/drawingml/2006/main" flipV="0">
            <a:off x="609600" y="3886200"/>
            <a:ext cx="4572000" cy="953"/>
          </a:xfrm>
          <a:prstGeom xmlns:a="http://schemas.openxmlformats.org/drawingml/2006/main" prst="line">
            <a:avLst/>
          </a:prstGeom>
          <a:noFill xmlns:a="http://schemas.openxmlformats.org/drawingml/2006/main"/>
          <a:ln xmlns:a="http://schemas.openxmlformats.org/drawingml/2006/main" w="28575">
            <a:solidFill>
              <a:srgbClr val="32668E"/>
            </a:solidFill>
            <a:prstDash val="solid"/>
          </a:ln>
        </p:spPr>
      </p:sp>
      <p:sp>
        <p:nvSpPr>
          <p:cNvPr id="19" name="o18">
            <a:extLst xmlns:a="http://schemas.openxmlformats.org/drawingml/2006/main">
              <a:ext uri="{FF2B5EF4-FFF2-40B4-BE49-F238E27FC236}">
                <a16:creationId xmlns:a16="http://schemas.microsoft.com/office/drawing/2014/main" id="{29AEB068-A390-471B-AAC9-3E3E33D10AAE}"/>
              </a:ext>
            </a:extLst>
          </p:cNvPr>
          <p:cNvSpPr>
            <a:spLocks xmlns:a="http://schemas.openxmlformats.org/drawingml/2006/main" noGrp="1"/>
          </p:cNvSpPr>
          <p:nvPr/>
        </p:nvSpPr>
        <p:spPr>
          <a:xfrm xmlns:a="http://schemas.openxmlformats.org/drawingml/2006/main">
            <a:off x="762000" y="3981450"/>
            <a:ext cx="4267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32668E"/>
                </a:solidFill>
                <a:latin typeface="Noto Sans SC"/>
                <a:ea typeface="Noto Sans SC"/>
                <a:cs typeface="Noto Sans SC"/>
              </a:defRPr>
            </a:defPPr>
            <a:lvl1pPr algn="l">
              <a:defRPr sz="1800" b="1">
                <a:solidFill>
                  <a:srgbClr val="32668E"/>
                </a:solidFill>
                <a:latin typeface="Noto Sans SC"/>
                <a:ea typeface="Noto Sans SC"/>
                <a:cs typeface="Noto Sans SC"/>
              </a:defRPr>
            </a:lvl1pPr>
            <a:lvl2pPr algn="l">
              <a:defRPr sz="1800" b="1">
                <a:solidFill>
                  <a:srgbClr val="32668E"/>
                </a:solidFill>
                <a:latin typeface="Noto Sans SC"/>
                <a:ea typeface="Noto Sans SC"/>
                <a:cs typeface="Noto Sans SC"/>
              </a:defRPr>
            </a:lvl2pPr>
            <a:lvl3pPr algn="l">
              <a:defRPr sz="1800" b="1">
                <a:solidFill>
                  <a:srgbClr val="32668E"/>
                </a:solidFill>
                <a:latin typeface="Noto Sans SC"/>
                <a:ea typeface="Noto Sans SC"/>
                <a:cs typeface="Noto Sans SC"/>
              </a:defRPr>
            </a:lvl3pPr>
            <a:lvl4pPr algn="l">
              <a:defRPr sz="1800" b="1">
                <a:solidFill>
                  <a:srgbClr val="32668E"/>
                </a:solidFill>
                <a:latin typeface="Noto Sans SC"/>
                <a:ea typeface="Noto Sans SC"/>
                <a:cs typeface="Noto Sans SC"/>
              </a:defRPr>
            </a:lvl4pPr>
            <a:lvl5pPr algn="l">
              <a:defRPr sz="1800" b="1">
                <a:solidFill>
                  <a:srgbClr val="32668E"/>
                </a:solidFill>
                <a:latin typeface="Noto Sans SC"/>
                <a:ea typeface="Noto Sans SC"/>
                <a:cs typeface="Noto Sans SC"/>
              </a:defRPr>
            </a:lvl5pPr>
            <a:lvl6pPr algn="l">
              <a:defRPr sz="1800" b="1">
                <a:solidFill>
                  <a:srgbClr val="32668E"/>
                </a:solidFill>
                <a:latin typeface="Noto Sans SC"/>
                <a:ea typeface="Noto Sans SC"/>
                <a:cs typeface="Noto Sans SC"/>
              </a:defRPr>
            </a:lvl6pPr>
            <a:lvl7pPr algn="l">
              <a:defRPr sz="1800" b="1">
                <a:solidFill>
                  <a:srgbClr val="32668E"/>
                </a:solidFill>
                <a:latin typeface="Noto Sans SC"/>
                <a:ea typeface="Noto Sans SC"/>
                <a:cs typeface="Noto Sans SC"/>
              </a:defRPr>
            </a:lvl7pPr>
            <a:lvl8pPr algn="l">
              <a:defRPr sz="1800" b="1">
                <a:solidFill>
                  <a:srgbClr val="32668E"/>
                </a:solidFill>
                <a:latin typeface="Noto Sans SC"/>
                <a:ea typeface="Noto Sans SC"/>
                <a:cs typeface="Noto Sans SC"/>
              </a:defRPr>
            </a:lvl8pPr>
            <a:lvl9pPr algn="l">
              <a:defRPr sz="1800" b="1">
                <a:solidFill>
                  <a:srgbClr val="32668E"/>
                </a:solidFill>
                <a:latin typeface="Noto Sans SC"/>
                <a:ea typeface="Noto Sans SC"/>
                <a:cs typeface="Noto Sans SC"/>
              </a:defRPr>
            </a:lvl9pPr>
          </a:lstStyle>
          <a:p xmlns:a="http://schemas.openxmlformats.org/drawingml/2006/main">
            <a:pPr algn="l">
              <a:defRPr sz="1800" b="1">
                <a:solidFill>
                  <a:srgbClr val="32668E"/>
                </a:solidFill>
                <a:latin typeface="Noto Sans SC"/>
                <a:ea typeface="Noto Sans SC"/>
                <a:cs typeface="Noto Sans SC"/>
              </a:defRPr>
            </a:pPr>
            <a:r>
              <a:rPr sz="1800" b="1">
                <a:solidFill>
                  <a:srgbClr val="32668E"/>
                </a:solidFill>
                <a:latin typeface="Noto Sans SC"/>
                <a:ea typeface="Noto Sans SC"/>
                <a:cs typeface="Noto Sans SC"/>
              </a:rPr>
              <a:t>数值与复杂度核验</a:t>
            </a:r>
          </a:p>
        </p:txBody>
      </p:sp>
      <p:sp>
        <p:nvSpPr>
          <p:cNvPr id="20" name="o19">
            <a:extLst xmlns:a="http://schemas.openxmlformats.org/drawingml/2006/main">
              <a:ext uri="{FF2B5EF4-FFF2-40B4-BE49-F238E27FC236}">
                <a16:creationId xmlns:a16="http://schemas.microsoft.com/office/drawing/2014/main" id="{4AAA5862-E895-4E28-94EF-95F3957FF79D}"/>
              </a:ext>
            </a:extLst>
          </p:cNvPr>
          <p:cNvSpPr>
            <a:spLocks xmlns:a="http://schemas.openxmlformats.org/drawingml/2006/main" noGrp="1"/>
          </p:cNvSpPr>
          <p:nvPr/>
        </p:nvSpPr>
        <p:spPr>
          <a:xfrm xmlns:a="http://schemas.openxmlformats.org/drawingml/2006/main">
            <a:off x="762000" y="4438650"/>
            <a:ext cx="4267200" cy="1038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46536A"/>
                </a:solidFill>
                <a:latin typeface="Noto Sans SC"/>
                <a:ea typeface="Noto Sans SC"/>
                <a:cs typeface="Noto Sans SC"/>
              </a:defRPr>
            </a:defPPr>
            <a:lvl1pPr algn="l">
              <a:defRPr sz="1575" b="0">
                <a:solidFill>
                  <a:srgbClr val="46536A"/>
                </a:solidFill>
                <a:latin typeface="Noto Sans SC"/>
                <a:ea typeface="Noto Sans SC"/>
                <a:cs typeface="Noto Sans SC"/>
              </a:defRPr>
            </a:lvl1pPr>
            <a:lvl2pPr algn="l">
              <a:defRPr sz="1575" b="0">
                <a:solidFill>
                  <a:srgbClr val="46536A"/>
                </a:solidFill>
                <a:latin typeface="Noto Sans SC"/>
                <a:ea typeface="Noto Sans SC"/>
                <a:cs typeface="Noto Sans SC"/>
              </a:defRPr>
            </a:lvl2pPr>
            <a:lvl3pPr algn="l">
              <a:defRPr sz="1575" b="0">
                <a:solidFill>
                  <a:srgbClr val="46536A"/>
                </a:solidFill>
                <a:latin typeface="Noto Sans SC"/>
                <a:ea typeface="Noto Sans SC"/>
                <a:cs typeface="Noto Sans SC"/>
              </a:defRPr>
            </a:lvl3pPr>
            <a:lvl4pPr algn="l">
              <a:defRPr sz="1575" b="0">
                <a:solidFill>
                  <a:srgbClr val="46536A"/>
                </a:solidFill>
                <a:latin typeface="Noto Sans SC"/>
                <a:ea typeface="Noto Sans SC"/>
                <a:cs typeface="Noto Sans SC"/>
              </a:defRPr>
            </a:lvl4pPr>
            <a:lvl5pPr algn="l">
              <a:defRPr sz="1575" b="0">
                <a:solidFill>
                  <a:srgbClr val="46536A"/>
                </a:solidFill>
                <a:latin typeface="Noto Sans SC"/>
                <a:ea typeface="Noto Sans SC"/>
                <a:cs typeface="Noto Sans SC"/>
              </a:defRPr>
            </a:lvl5pPr>
            <a:lvl6pPr algn="l">
              <a:defRPr sz="1575" b="0">
                <a:solidFill>
                  <a:srgbClr val="46536A"/>
                </a:solidFill>
                <a:latin typeface="Noto Sans SC"/>
                <a:ea typeface="Noto Sans SC"/>
                <a:cs typeface="Noto Sans SC"/>
              </a:defRPr>
            </a:lvl6pPr>
            <a:lvl7pPr algn="l">
              <a:defRPr sz="1575" b="0">
                <a:solidFill>
                  <a:srgbClr val="46536A"/>
                </a:solidFill>
                <a:latin typeface="Noto Sans SC"/>
                <a:ea typeface="Noto Sans SC"/>
                <a:cs typeface="Noto Sans SC"/>
              </a:defRPr>
            </a:lvl7pPr>
            <a:lvl8pPr algn="l">
              <a:defRPr sz="1575" b="0">
                <a:solidFill>
                  <a:srgbClr val="46536A"/>
                </a:solidFill>
                <a:latin typeface="Noto Sans SC"/>
                <a:ea typeface="Noto Sans SC"/>
                <a:cs typeface="Noto Sans SC"/>
              </a:defRPr>
            </a:lvl8pPr>
            <a:lvl9pPr algn="l">
              <a:defRPr sz="1575" b="0">
                <a:solidFill>
                  <a:srgbClr val="46536A"/>
                </a:solidFill>
                <a:latin typeface="Noto Sans SC"/>
                <a:ea typeface="Noto Sans SC"/>
                <a:cs typeface="Noto Sans SC"/>
              </a:defRPr>
            </a:lvl9pPr>
          </a:lstStyle>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每种窗口比较 5 条轨迹</a:t>
            </a:r>
          </a:p>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最大绝对差 &lt; 2×10⁻⁹ m</a:t>
            </a:r>
          </a:p>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时间与矩阵内存均为平方规模</a:t>
            </a:r>
          </a:p>
        </p:txBody>
      </p:sp>
      <p:graphicFrame>
        <p:nvGraphicFramePr>
          <p:cNvPr id="21" name="Chart">
            <a:extLst xmlns:a="http://schemas.openxmlformats.org/drawingml/2006/main">
              <a:ext uri="{FF2B5EF4-FFF2-40B4-BE49-F238E27FC236}">
                <a16:creationId xmlns:a16="http://schemas.microsoft.com/office/drawing/2014/main" id="{3762D488-C611-47EF-B4FA-2300DDB293BF}"/>
              </a:ext>
            </a:extLst>
          </p:cNvPr>
          <p:cNvGraphicFramePr/>
          <p:nvPr/>
        </p:nvGraphicFramePr>
        <p:xfrm>
          <a:off xmlns:a="http://schemas.openxmlformats.org/drawingml/2006/main" x="5619750" y="2609850"/>
          <a:ext xmlns:a="http://schemas.openxmlformats.org/drawingml/2006/main" cx="5962650" cy="3000375"/>
        </p:xfrm>
        <a:graphic xmlns:a="http://schemas.openxmlformats.org/drawingml/2006/main">
          <a:graphicData uri="http://schemas.openxmlformats.org/drawingml/2006/chart">
            <c:chart xmlns:r="http://schemas.openxmlformats.org/officeDocument/2006/relationships" xmlns:c="http://schemas.openxmlformats.org/drawingml/2006/chart" r:id="R36a374e04a3a4bb4"/>
          </a:graphicData>
        </a:graphic>
      </p:graphicFrame>
      <p:sp xmlns:a="http://schemas.openxmlformats.org/drawingml/2006/main" xmlns:m="http://schemas.openxmlformats.org/officeDocument/2006/math" xmlns:w="http://schemas.openxmlformats.org/wordprocessingml/2006/main" xmlns:a14="http://schemas.microsoft.com/office/drawing/2010/main" xmlns:r="http://schemas.openxmlformats.org/officeDocument/2006/relationships" xmlns:rel="http://schemas.openxmlformats.org/package/2006/relationships" xmlns:ct="http://schemas.openxmlformats.org/package/2006/content-types">
        <p:nvSpPr>
          <p:cNvPr id="7001" name="latex-equation-7001"/>
          <p:cNvSpPr txBox="1">
            <a:spLocks noGrp="1"/>
          </p:cNvSpPr>
          <p:nvPr/>
        </p:nvSpPr>
        <p:spPr>
          <a:xfrm>
            <a:off x="609600" y="2743200"/>
            <a:ext cx="5238750" cy="714375"/>
          </a:xfrm>
          <a:prstGeom prst="rect">
            <a:avLst/>
          </a:prstGeom>
          <a:noFill/>
          <a:ln>
            <a:noFill/>
          </a:ln>
        </p:spPr>
        <p:txBody>
          <a:bodyPr wrap="none" lIns="0" tIns="0" rIns="0" bIns="0" anchor="ctr">
            <a:noAutofit/>
          </a:bodyPr>
          <a:lstStyle/>
          <a:p>
            <a:pPr algn="ctr"/>
            <a14:m>
              <m:oMathPara>
                <m:oMath>
                  <m:sSub>
                    <m:e>
                      <m:r>
                        <w:rPr>
                          <w:sz w:val="42"/>
                          <w:rFonts w:ascii="Cambria Math" w:hAnsi="Cambria Math" w:eastAsia="Cambria Math"/>
                        </w:rPr>
                        <m:t>D</m:t>
                      </m:r>
                    </m:e>
                    <m:sub>
                      <m:r>
                        <w:rPr>
                          <w:sz w:val="42"/>
                          <w:rFonts w:ascii="Cambria Math" w:hAnsi="Cambria Math" w:eastAsia="Cambria Math"/>
                        </w:rPr>
                        <m:t>ij</m:t>
                      </m:r>
                    </m:sub>
                  </m:sSub>
                  <m:r>
                    <w:rPr>
                      <w:sz w:val="42"/>
                      <w:rFonts w:ascii="Cambria Math" w:hAnsi="Cambria Math" w:eastAsia="Cambria Math"/>
                    </w:rPr>
                    <m:t>=d(</m:t>
                  </m:r>
                  <m:sSub>
                    <m:e>
                      <m:r>
                        <w:rPr>
                          <w:sz w:val="42"/>
                          <w:rFonts w:ascii="Cambria Math" w:hAnsi="Cambria Math" w:eastAsia="Cambria Math"/>
                        </w:rPr>
                        <m:t>p</m:t>
                      </m:r>
                    </m:e>
                    <m:sub>
                      <m:r>
                        <w:rPr>
                          <w:sz w:val="42"/>
                          <w:rFonts w:ascii="Cambria Math" w:hAnsi="Cambria Math" w:eastAsia="Cambria Math"/>
                        </w:rPr>
                        <m:t>i</m:t>
                      </m:r>
                    </m:sub>
                  </m:sSub>
                  <m:r>
                    <w:rPr>
                      <w:sz w:val="42"/>
                      <w:rFonts w:ascii="Cambria Math" w:hAnsi="Cambria Math" w:eastAsia="Cambria Math"/>
                    </w:rPr>
                    <m:t>,</m:t>
                  </m:r>
                  <m:sSub>
                    <m:e>
                      <m:r>
                        <w:rPr>
                          <w:sz w:val="42"/>
                          <w:rFonts w:ascii="Cambria Math" w:hAnsi="Cambria Math" w:eastAsia="Cambria Math"/>
                        </w:rPr>
                        <m:t>p</m:t>
                      </m:r>
                    </m:e>
                    <m:sub>
                      <m:r>
                        <w:rPr>
                          <w:sz w:val="42"/>
                          <w:rFonts w:ascii="Cambria Math" w:hAnsi="Cambria Math" w:eastAsia="Cambria Math"/>
                        </w:rPr>
                        <m:t>j</m:t>
                      </m:r>
                    </m:sub>
                  </m:sSub>
                  <m:r>
                    <w:rPr>
                      <w:sz w:val="42"/>
                      <w:rFonts w:ascii="Cambria Math" w:hAnsi="Cambria Math" w:eastAsia="Cambria Math"/>
                    </w:rPr>
                    <m:t>),</m:t>
                  </m:r>
                  <m:sSub>
                    <m:e>
                      <m:r>
                        <w:rPr>
                          <w:sz w:val="42"/>
                          <w:rFonts w:ascii="Cambria Math" w:hAnsi="Cambria Math" w:eastAsia="Cambria Math"/>
                        </w:rPr>
                        <m:t>D</m:t>
                      </m:r>
                    </m:e>
                    <m:sub>
                      <m:r>
                        <w:rPr>
                          <w:sz w:val="42"/>
                          <w:rFonts w:ascii="Cambria Math" w:hAnsi="Cambria Math" w:eastAsia="Cambria Math"/>
                        </w:rPr>
                        <m:t>span</m:t>
                      </m:r>
                    </m:sub>
                  </m:sSub>
                  <m:r>
                    <w:rPr>
                      <w:sz w:val="42"/>
                      <w:rFonts w:ascii="Cambria Math" w:hAnsi="Cambria Math" w:eastAsia="Cambria Math"/>
                    </w:rPr>
                    <m:t>=maxD</m:t>
                  </m:r>
                </m:oMath>
              </m:oMathPara>
            </a14:m>
            <a:endParaRPr sz="2100"/>
          </a:p>
        </p:txBody>
      </p:sp>
    </p:spTree>
    <p:extLst>
      <p:ext uri="{BB962C8B-B14F-4D97-AF65-F5344CB8AC3E}">
        <p14:creationId xmlns:p14="http://schemas.microsoft.com/office/powerpoint/2010/main" val="1361424171"/>
      </p:ext>
    </p:extLst>
  </p:cSld>
</p:sld>
</file>

<file path=ppt/slides/slide8.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32" name="o0">
            <a:extLst xmlns:a="http://schemas.openxmlformats.org/drawingml/2006/main">
              <a:ext uri="{FF2B5EF4-FFF2-40B4-BE49-F238E27FC236}">
                <a16:creationId xmlns:a16="http://schemas.microsoft.com/office/drawing/2014/main" id="{3C55796C-F756-4C6F-84B2-C77306EE5A51}"/>
              </a:ext>
            </a:extLst>
          </p:cNvPr>
          <p:cNvSpPr>
            <a:spLocks xmlns:a="http://schemas.openxmlformats.org/drawingml/2006/main" noGrp="1"/>
          </p:cNvSpPr>
          <p:nvPr/>
        </p:nvSpPr>
        <p:spPr>
          <a:xfrm xmlns:a="http://schemas.openxmlformats.org/drawingml/2006/main">
            <a:off x="609600" y="219075"/>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B85A1E"/>
                </a:solidFill>
                <a:latin typeface="Noto Sans SC"/>
                <a:ea typeface="Noto Sans SC"/>
                <a:cs typeface="Noto Sans SC"/>
              </a:defRPr>
            </a:defPPr>
            <a:lvl1pPr algn="l">
              <a:defRPr sz="1275" b="1">
                <a:solidFill>
                  <a:srgbClr val="B85A1E"/>
                </a:solidFill>
                <a:latin typeface="Noto Sans SC"/>
                <a:ea typeface="Noto Sans SC"/>
                <a:cs typeface="Noto Sans SC"/>
              </a:defRPr>
            </a:lvl1pPr>
            <a:lvl2pPr algn="l">
              <a:defRPr sz="1275" b="1">
                <a:solidFill>
                  <a:srgbClr val="B85A1E"/>
                </a:solidFill>
                <a:latin typeface="Noto Sans SC"/>
                <a:ea typeface="Noto Sans SC"/>
                <a:cs typeface="Noto Sans SC"/>
              </a:defRPr>
            </a:lvl2pPr>
            <a:lvl3pPr algn="l">
              <a:defRPr sz="1275" b="1">
                <a:solidFill>
                  <a:srgbClr val="B85A1E"/>
                </a:solidFill>
                <a:latin typeface="Noto Sans SC"/>
                <a:ea typeface="Noto Sans SC"/>
                <a:cs typeface="Noto Sans SC"/>
              </a:defRPr>
            </a:lvl3pPr>
            <a:lvl4pPr algn="l">
              <a:defRPr sz="1275" b="1">
                <a:solidFill>
                  <a:srgbClr val="B85A1E"/>
                </a:solidFill>
                <a:latin typeface="Noto Sans SC"/>
                <a:ea typeface="Noto Sans SC"/>
                <a:cs typeface="Noto Sans SC"/>
              </a:defRPr>
            </a:lvl4pPr>
            <a:lvl5pPr algn="l">
              <a:defRPr sz="1275" b="1">
                <a:solidFill>
                  <a:srgbClr val="B85A1E"/>
                </a:solidFill>
                <a:latin typeface="Noto Sans SC"/>
                <a:ea typeface="Noto Sans SC"/>
                <a:cs typeface="Noto Sans SC"/>
              </a:defRPr>
            </a:lvl5pPr>
            <a:lvl6pPr algn="l">
              <a:defRPr sz="1275" b="1">
                <a:solidFill>
                  <a:srgbClr val="B85A1E"/>
                </a:solidFill>
                <a:latin typeface="Noto Sans SC"/>
                <a:ea typeface="Noto Sans SC"/>
                <a:cs typeface="Noto Sans SC"/>
              </a:defRPr>
            </a:lvl6pPr>
            <a:lvl7pPr algn="l">
              <a:defRPr sz="1275" b="1">
                <a:solidFill>
                  <a:srgbClr val="B85A1E"/>
                </a:solidFill>
                <a:latin typeface="Noto Sans SC"/>
                <a:ea typeface="Noto Sans SC"/>
                <a:cs typeface="Noto Sans SC"/>
              </a:defRPr>
            </a:lvl7pPr>
            <a:lvl8pPr algn="l">
              <a:defRPr sz="1275" b="1">
                <a:solidFill>
                  <a:srgbClr val="B85A1E"/>
                </a:solidFill>
                <a:latin typeface="Noto Sans SC"/>
                <a:ea typeface="Noto Sans SC"/>
                <a:cs typeface="Noto Sans SC"/>
              </a:defRPr>
            </a:lvl8pPr>
            <a:lvl9pPr algn="l">
              <a:defRPr sz="1275" b="1">
                <a:solidFill>
                  <a:srgbClr val="B85A1E"/>
                </a:solidFill>
                <a:latin typeface="Noto Sans SC"/>
                <a:ea typeface="Noto Sans SC"/>
                <a:cs typeface="Noto Sans SC"/>
              </a:defRPr>
            </a:lvl9pPr>
          </a:lstStyle>
          <a:p xmlns:a="http://schemas.openxmlformats.org/drawingml/2006/main">
            <a:pPr algn="l">
              <a:defRPr sz="1275" b="1">
                <a:solidFill>
                  <a:srgbClr val="B85A1E"/>
                </a:solidFill>
                <a:latin typeface="Noto Sans SC"/>
                <a:ea typeface="Noto Sans SC"/>
                <a:cs typeface="Noto Sans SC"/>
              </a:defRPr>
            </a:pPr>
            <a:r>
              <a:rPr sz="1275" b="1">
                <a:solidFill>
                  <a:srgbClr val="B85A1E"/>
                </a:solidFill>
                <a:latin typeface="Noto Sans SC"/>
                <a:ea typeface="Noto Sans SC"/>
                <a:cs typeface="Noto Sans SC"/>
              </a:rPr>
              <a:t>空间 · 几何关系与趋势</a:t>
            </a:r>
          </a:p>
        </p:txBody>
      </p:sp>
      <p:sp>
        <p:nvSpPr>
          <p:cNvPr id="2" name="o1">
            <a:extLst xmlns:a="http://schemas.openxmlformats.org/drawingml/2006/main">
              <a:ext uri="{FF2B5EF4-FFF2-40B4-BE49-F238E27FC236}">
                <a16:creationId xmlns:a16="http://schemas.microsoft.com/office/drawing/2014/main" id="{F378AF23-015E-4F88-ABFF-6AB343538764}"/>
              </a:ext>
            </a:extLst>
          </p:cNvPr>
          <p:cNvSpPr>
            <a:spLocks xmlns:a="http://schemas.openxmlformats.org/drawingml/2006/main" noGrp="1"/>
          </p:cNvSpPr>
          <p:nvPr/>
        </p:nvSpPr>
        <p:spPr>
          <a:xfrm xmlns:a="http://schemas.openxmlformats.org/drawingml/2006/main">
            <a:off x="609600" y="6000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700" b="1">
                <a:solidFill>
                  <a:srgbClr val="16243A"/>
                </a:solidFill>
                <a:latin typeface="Noto Serif SC"/>
                <a:ea typeface="Noto Serif SC"/>
                <a:cs typeface="Noto Serif SC"/>
              </a:defRPr>
            </a:defPPr>
            <a:lvl1pPr algn="l">
              <a:defRPr sz="2700" b="1">
                <a:solidFill>
                  <a:srgbClr val="16243A"/>
                </a:solidFill>
                <a:latin typeface="Noto Serif SC"/>
                <a:ea typeface="Noto Serif SC"/>
                <a:cs typeface="Noto Serif SC"/>
              </a:defRPr>
            </a:lvl1pPr>
            <a:lvl2pPr algn="l">
              <a:defRPr sz="2700" b="1">
                <a:solidFill>
                  <a:srgbClr val="16243A"/>
                </a:solidFill>
                <a:latin typeface="Noto Serif SC"/>
                <a:ea typeface="Noto Serif SC"/>
                <a:cs typeface="Noto Serif SC"/>
              </a:defRPr>
            </a:lvl2pPr>
            <a:lvl3pPr algn="l">
              <a:defRPr sz="2700" b="1">
                <a:solidFill>
                  <a:srgbClr val="16243A"/>
                </a:solidFill>
                <a:latin typeface="Noto Serif SC"/>
                <a:ea typeface="Noto Serif SC"/>
                <a:cs typeface="Noto Serif SC"/>
              </a:defRPr>
            </a:lvl3pPr>
            <a:lvl4pPr algn="l">
              <a:defRPr sz="2700" b="1">
                <a:solidFill>
                  <a:srgbClr val="16243A"/>
                </a:solidFill>
                <a:latin typeface="Noto Serif SC"/>
                <a:ea typeface="Noto Serif SC"/>
                <a:cs typeface="Noto Serif SC"/>
              </a:defRPr>
            </a:lvl4pPr>
            <a:lvl5pPr algn="l">
              <a:defRPr sz="2700" b="1">
                <a:solidFill>
                  <a:srgbClr val="16243A"/>
                </a:solidFill>
                <a:latin typeface="Noto Serif SC"/>
                <a:ea typeface="Noto Serif SC"/>
                <a:cs typeface="Noto Serif SC"/>
              </a:defRPr>
            </a:lvl5pPr>
            <a:lvl6pPr algn="l">
              <a:defRPr sz="2700" b="1">
                <a:solidFill>
                  <a:srgbClr val="16243A"/>
                </a:solidFill>
                <a:latin typeface="Noto Serif SC"/>
                <a:ea typeface="Noto Serif SC"/>
                <a:cs typeface="Noto Serif SC"/>
              </a:defRPr>
            </a:lvl6pPr>
            <a:lvl7pPr algn="l">
              <a:defRPr sz="2700" b="1">
                <a:solidFill>
                  <a:srgbClr val="16243A"/>
                </a:solidFill>
                <a:latin typeface="Noto Serif SC"/>
                <a:ea typeface="Noto Serif SC"/>
                <a:cs typeface="Noto Serif SC"/>
              </a:defRPr>
            </a:lvl7pPr>
            <a:lvl8pPr algn="l">
              <a:defRPr sz="2700" b="1">
                <a:solidFill>
                  <a:srgbClr val="16243A"/>
                </a:solidFill>
                <a:latin typeface="Noto Serif SC"/>
                <a:ea typeface="Noto Serif SC"/>
                <a:cs typeface="Noto Serif SC"/>
              </a:defRPr>
            </a:lvl8pPr>
            <a:lvl9pPr algn="l">
              <a:defRPr sz="2700" b="1">
                <a:solidFill>
                  <a:srgbClr val="16243A"/>
                </a:solidFill>
                <a:latin typeface="Noto Serif SC"/>
                <a:ea typeface="Noto Serif SC"/>
                <a:cs typeface="Noto Serif SC"/>
              </a:defRPr>
            </a:lvl9pPr>
          </a:lstStyle>
          <a:p xmlns:a="http://schemas.openxmlformats.org/drawingml/2006/main">
            <a:pPr algn="l">
              <a:defRPr sz="2700" b="1">
                <a:solidFill>
                  <a:srgbClr val="16243A"/>
                </a:solidFill>
                <a:latin typeface="Noto Serif SC"/>
                <a:ea typeface="Noto Serif SC"/>
                <a:cs typeface="Noto Serif SC"/>
              </a:defRPr>
            </a:pPr>
            <a:r>
              <a:rPr sz="2700" b="1">
                <a:solidFill>
                  <a:srgbClr val="16243A"/>
                </a:solidFill>
                <a:latin typeface="Noto Serif SC"/>
                <a:ea typeface="Noto Serif SC"/>
                <a:cs typeface="Noto Serif SC"/>
              </a:rPr>
              <a:t>几何位置与真实时间共同决定边界运动</a:t>
            </a:r>
          </a:p>
        </p:txBody>
      </p:sp>
      <p:sp>
        <p:nvSpPr>
          <p:cNvPr id="3" name="line-2">
            <a:extLst xmlns:a="http://schemas.openxmlformats.org/drawingml/2006/main">
              <a:ext uri="{FF2B5EF4-FFF2-40B4-BE49-F238E27FC236}">
                <a16:creationId xmlns:a16="http://schemas.microsoft.com/office/drawing/2014/main" id="{740891FD-04D6-451C-857A-379495F5334C}"/>
              </a:ext>
            </a:extLst>
          </p:cNvPr>
          <p:cNvSpPr>
            <a:spLocks xmlns:a="http://schemas.openxmlformats.org/drawingml/2006/main" noGrp="1"/>
          </p:cNvSpPr>
          <p:nvPr/>
        </p:nvSpPr>
        <p:spPr>
          <a:xfrm xmlns:a="http://schemas.openxmlformats.org/drawingml/2006/main" flipV="0">
            <a:off x="609600" y="1200150"/>
            <a:ext cx="10972800" cy="953"/>
          </a:xfrm>
          <a:prstGeom xmlns:a="http://schemas.openxmlformats.org/drawingml/2006/main" prst="line">
            <a:avLst/>
          </a:prstGeom>
          <a:noFill xmlns:a="http://schemas.openxmlformats.org/drawingml/2006/main"/>
          <a:ln xmlns:a="http://schemas.openxmlformats.org/drawingml/2006/main" w="14288">
            <a:solidFill>
              <a:srgbClr val="D5DAE0"/>
            </a:solidFill>
            <a:prstDash val="solid"/>
          </a:ln>
        </p:spPr>
      </p:sp>
      <p:sp>
        <p:nvSpPr>
          <p:cNvPr id="4" name="o3">
            <a:extLst xmlns:a="http://schemas.openxmlformats.org/drawingml/2006/main">
              <a:ext uri="{FF2B5EF4-FFF2-40B4-BE49-F238E27FC236}">
                <a16:creationId xmlns:a16="http://schemas.microsoft.com/office/drawing/2014/main" id="{A565DAA1-150D-4F9B-8902-2C01A2939D7B}"/>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00" b="0">
                <a:solidFill>
                  <a:srgbClr val="6B7689"/>
                </a:solidFill>
                <a:latin typeface="Noto Sans SC"/>
                <a:ea typeface="Noto Sans SC"/>
                <a:cs typeface="Noto Sans SC"/>
              </a:defRPr>
            </a:defPPr>
            <a:lvl1pPr algn="l">
              <a:defRPr sz="900" b="0">
                <a:solidFill>
                  <a:srgbClr val="6B7689"/>
                </a:solidFill>
                <a:latin typeface="Noto Sans SC"/>
                <a:ea typeface="Noto Sans SC"/>
                <a:cs typeface="Noto Sans SC"/>
              </a:defRPr>
            </a:lvl1pPr>
            <a:lvl2pPr algn="l">
              <a:defRPr sz="900" b="0">
                <a:solidFill>
                  <a:srgbClr val="6B7689"/>
                </a:solidFill>
                <a:latin typeface="Noto Sans SC"/>
                <a:ea typeface="Noto Sans SC"/>
                <a:cs typeface="Noto Sans SC"/>
              </a:defRPr>
            </a:lvl2pPr>
            <a:lvl3pPr algn="l">
              <a:defRPr sz="900" b="0">
                <a:solidFill>
                  <a:srgbClr val="6B7689"/>
                </a:solidFill>
                <a:latin typeface="Noto Sans SC"/>
                <a:ea typeface="Noto Sans SC"/>
                <a:cs typeface="Noto Sans SC"/>
              </a:defRPr>
            </a:lvl3pPr>
            <a:lvl4pPr algn="l">
              <a:defRPr sz="900" b="0">
                <a:solidFill>
                  <a:srgbClr val="6B7689"/>
                </a:solidFill>
                <a:latin typeface="Noto Sans SC"/>
                <a:ea typeface="Noto Sans SC"/>
                <a:cs typeface="Noto Sans SC"/>
              </a:defRPr>
            </a:lvl4pPr>
            <a:lvl5pPr algn="l">
              <a:defRPr sz="900" b="0">
                <a:solidFill>
                  <a:srgbClr val="6B7689"/>
                </a:solidFill>
                <a:latin typeface="Noto Sans SC"/>
                <a:ea typeface="Noto Sans SC"/>
                <a:cs typeface="Noto Sans SC"/>
              </a:defRPr>
            </a:lvl5pPr>
            <a:lvl6pPr algn="l">
              <a:defRPr sz="900" b="0">
                <a:solidFill>
                  <a:srgbClr val="6B7689"/>
                </a:solidFill>
                <a:latin typeface="Noto Sans SC"/>
                <a:ea typeface="Noto Sans SC"/>
                <a:cs typeface="Noto Sans SC"/>
              </a:defRPr>
            </a:lvl6pPr>
            <a:lvl7pPr algn="l">
              <a:defRPr sz="900" b="0">
                <a:solidFill>
                  <a:srgbClr val="6B7689"/>
                </a:solidFill>
                <a:latin typeface="Noto Sans SC"/>
                <a:ea typeface="Noto Sans SC"/>
                <a:cs typeface="Noto Sans SC"/>
              </a:defRPr>
            </a:lvl7pPr>
            <a:lvl8pPr algn="l">
              <a:defRPr sz="900" b="0">
                <a:solidFill>
                  <a:srgbClr val="6B7689"/>
                </a:solidFill>
                <a:latin typeface="Noto Sans SC"/>
                <a:ea typeface="Noto Sans SC"/>
                <a:cs typeface="Noto Sans SC"/>
              </a:defRPr>
            </a:lvl8pPr>
            <a:lvl9pPr algn="l">
              <a:defRPr sz="900" b="0">
                <a:solidFill>
                  <a:srgbClr val="6B7689"/>
                </a:solidFill>
                <a:latin typeface="Noto Sans SC"/>
                <a:ea typeface="Noto Sans SC"/>
                <a:cs typeface="Noto Sans SC"/>
              </a:defRPr>
            </a:lvl9pPr>
          </a:lstStyle>
          <a:p xmlns:a="http://schemas.openxmlformats.org/drawingml/2006/main">
            <a:pPr algn="l">
              <a:defRPr sz="900" b="0">
                <a:solidFill>
                  <a:srgbClr val="6B7689"/>
                </a:solidFill>
                <a:latin typeface="Noto Sans SC"/>
                <a:ea typeface="Noto Sans SC"/>
                <a:cs typeface="Noto Sans SC"/>
              </a:defRPr>
            </a:pPr>
            <a:r>
              <a:rPr sz="900" b="0">
                <a:solidFill>
                  <a:srgbClr val="6B7689"/>
                </a:solidFill>
                <a:latin typeface="Noto Sans SC"/>
                <a:ea typeface="Noto Sans SC"/>
                <a:cs typeface="Noto Sans SC"/>
              </a:rPr>
              <a:t>project_reference §7、§16.9；airspace_analysis.py</a:t>
            </a:r>
          </a:p>
        </p:txBody>
      </p:sp>
      <p:sp>
        <p:nvSpPr>
          <p:cNvPr id="5" name="o4">
            <a:extLst xmlns:a="http://schemas.openxmlformats.org/drawingml/2006/main">
              <a:ext uri="{FF2B5EF4-FFF2-40B4-BE49-F238E27FC236}">
                <a16:creationId xmlns:a16="http://schemas.microsoft.com/office/drawing/2014/main" id="{C5CE03C2-47D0-4BFE-A3D7-E9CF548E05AD}"/>
              </a:ext>
            </a:extLst>
          </p:cNvPr>
          <p:cNvSpPr>
            <a:spLocks xmlns:a="http://schemas.openxmlformats.org/drawingml/2006/main" noGrp="1"/>
          </p:cNvSpPr>
          <p:nvPr/>
        </p:nvSpPr>
        <p:spPr>
          <a:xfrm xmlns:a="http://schemas.openxmlformats.org/drawingml/2006/main">
            <a:off x="10896600" y="6505575"/>
            <a:ext cx="68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6B7689"/>
                </a:solidFill>
                <a:latin typeface="Noto Sans SC"/>
                <a:ea typeface="Noto Sans SC"/>
                <a:cs typeface="Noto Sans SC"/>
              </a:defRPr>
            </a:defPPr>
            <a:lvl1pPr algn="r">
              <a:defRPr sz="1200" b="0">
                <a:solidFill>
                  <a:srgbClr val="6B7689"/>
                </a:solidFill>
                <a:latin typeface="Noto Sans SC"/>
                <a:ea typeface="Noto Sans SC"/>
                <a:cs typeface="Noto Sans SC"/>
              </a:defRPr>
            </a:lvl1pPr>
            <a:lvl2pPr algn="r">
              <a:defRPr sz="1200" b="0">
                <a:solidFill>
                  <a:srgbClr val="6B7689"/>
                </a:solidFill>
                <a:latin typeface="Noto Sans SC"/>
                <a:ea typeface="Noto Sans SC"/>
                <a:cs typeface="Noto Sans SC"/>
              </a:defRPr>
            </a:lvl2pPr>
            <a:lvl3pPr algn="r">
              <a:defRPr sz="1200" b="0">
                <a:solidFill>
                  <a:srgbClr val="6B7689"/>
                </a:solidFill>
                <a:latin typeface="Noto Sans SC"/>
                <a:ea typeface="Noto Sans SC"/>
                <a:cs typeface="Noto Sans SC"/>
              </a:defRPr>
            </a:lvl3pPr>
            <a:lvl4pPr algn="r">
              <a:defRPr sz="1200" b="0">
                <a:solidFill>
                  <a:srgbClr val="6B7689"/>
                </a:solidFill>
                <a:latin typeface="Noto Sans SC"/>
                <a:ea typeface="Noto Sans SC"/>
                <a:cs typeface="Noto Sans SC"/>
              </a:defRPr>
            </a:lvl4pPr>
            <a:lvl5pPr algn="r">
              <a:defRPr sz="1200" b="0">
                <a:solidFill>
                  <a:srgbClr val="6B7689"/>
                </a:solidFill>
                <a:latin typeface="Noto Sans SC"/>
                <a:ea typeface="Noto Sans SC"/>
                <a:cs typeface="Noto Sans SC"/>
              </a:defRPr>
            </a:lvl5pPr>
            <a:lvl6pPr algn="r">
              <a:defRPr sz="1200" b="0">
                <a:solidFill>
                  <a:srgbClr val="6B7689"/>
                </a:solidFill>
                <a:latin typeface="Noto Sans SC"/>
                <a:ea typeface="Noto Sans SC"/>
                <a:cs typeface="Noto Sans SC"/>
              </a:defRPr>
            </a:lvl6pPr>
            <a:lvl7pPr algn="r">
              <a:defRPr sz="1200" b="0">
                <a:solidFill>
                  <a:srgbClr val="6B7689"/>
                </a:solidFill>
                <a:latin typeface="Noto Sans SC"/>
                <a:ea typeface="Noto Sans SC"/>
                <a:cs typeface="Noto Sans SC"/>
              </a:defRPr>
            </a:lvl7pPr>
            <a:lvl8pPr algn="r">
              <a:defRPr sz="1200" b="0">
                <a:solidFill>
                  <a:srgbClr val="6B7689"/>
                </a:solidFill>
                <a:latin typeface="Noto Sans SC"/>
                <a:ea typeface="Noto Sans SC"/>
                <a:cs typeface="Noto Sans SC"/>
              </a:defRPr>
            </a:lvl8pPr>
            <a:lvl9pPr algn="r">
              <a:defRPr sz="1200" b="0">
                <a:solidFill>
                  <a:srgbClr val="6B7689"/>
                </a:solidFill>
                <a:latin typeface="Noto Sans SC"/>
                <a:ea typeface="Noto Sans SC"/>
                <a:cs typeface="Noto Sans SC"/>
              </a:defRPr>
            </a:lvl9pPr>
          </a:lstStyle>
          <a:p xmlns:a="http://schemas.openxmlformats.org/drawingml/2006/main">
            <a:pPr algn="r">
              <a:defRPr sz="1200" b="0">
                <a:solidFill>
                  <a:srgbClr val="6B7689"/>
                </a:solidFill>
                <a:latin typeface="Noto Sans SC"/>
                <a:ea typeface="Noto Sans SC"/>
                <a:cs typeface="Noto Sans SC"/>
              </a:defRPr>
            </a:pPr>
            <a:r>
              <a:rPr sz="1200" b="0">
                <a:solidFill>
                  <a:srgbClr val="6B7689"/>
                </a:solidFill>
                <a:latin typeface="Noto Sans SC"/>
                <a:ea typeface="Noto Sans SC"/>
                <a:cs typeface="Noto Sans SC"/>
              </a:rPr>
              <a:t>08 / 39</a:t>
            </a:r>
          </a:p>
        </p:txBody>
      </p:sp>
      <p:sp>
        <p:nvSpPr>
          <p:cNvPr id="6" name="o5">
            <a:extLst xmlns:a="http://schemas.openxmlformats.org/drawingml/2006/main">
              <a:ext uri="{FF2B5EF4-FFF2-40B4-BE49-F238E27FC236}">
                <a16:creationId xmlns:a16="http://schemas.microsoft.com/office/drawing/2014/main" id="{E728BFFC-6BE4-4F85-B881-39AD852B83CD}"/>
              </a:ext>
            </a:extLst>
          </p:cNvPr>
          <p:cNvSpPr>
            <a:spLocks xmlns:a="http://schemas.openxmlformats.org/drawingml/2006/main" noGrp="1"/>
          </p:cNvSpPr>
          <p:nvPr/>
        </p:nvSpPr>
        <p:spPr>
          <a:xfrm xmlns:a="http://schemas.openxmlformats.org/drawingml/2006/main">
            <a:off x="609600" y="5981700"/>
            <a:ext cx="10972800" cy="428625"/>
          </a:xfrm>
          <a:prstGeom xmlns:a="http://schemas.openxmlformats.org/drawingml/2006/main" prst="roundRect">
            <a:avLst>
              <a:gd name="adj" fmla="val 17778"/>
            </a:avLst>
          </a:prstGeom>
          <a:solidFill xmlns:a="http://schemas.openxmlformats.org/drawingml/2006/main">
            <a:srgbClr val="D6E6E5"/>
          </a:solidFill>
          <a:ln xmlns:a="http://schemas.openxmlformats.org/drawingml/2006/main" w="0">
            <a:noFill/>
            <a:prstDash val="solid"/>
          </a:ln>
        </p:spPr>
      </p:sp>
      <p:sp>
        <p:nvSpPr>
          <p:cNvPr id="7" name="o6">
            <a:extLst xmlns:a="http://schemas.openxmlformats.org/drawingml/2006/main">
              <a:ext uri="{FF2B5EF4-FFF2-40B4-BE49-F238E27FC236}">
                <a16:creationId xmlns:a16="http://schemas.microsoft.com/office/drawing/2014/main" id="{FC5CEFA3-6C5C-48B3-A7B0-42996515CF5E}"/>
              </a:ext>
            </a:extLst>
          </p:cNvPr>
          <p:cNvSpPr>
            <a:spLocks xmlns:a="http://schemas.openxmlformats.org/drawingml/2006/main" noGrp="1"/>
          </p:cNvSpPr>
          <p:nvPr/>
        </p:nvSpPr>
        <p:spPr>
          <a:xfrm xmlns:a="http://schemas.openxmlformats.org/drawingml/2006/main">
            <a:off x="781050" y="6029325"/>
            <a:ext cx="10629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75" b="1">
                <a:solidFill>
                  <a:srgbClr val="0F6E73"/>
                </a:solidFill>
                <a:latin typeface="Noto Sans SC"/>
                <a:ea typeface="Noto Sans SC"/>
                <a:cs typeface="Noto Sans SC"/>
              </a:defRPr>
            </a:defPPr>
            <a:lvl1pPr algn="l">
              <a:defRPr sz="1575" b="1">
                <a:solidFill>
                  <a:srgbClr val="0F6E73"/>
                </a:solidFill>
                <a:latin typeface="Noto Sans SC"/>
                <a:ea typeface="Noto Sans SC"/>
                <a:cs typeface="Noto Sans SC"/>
              </a:defRPr>
            </a:lvl1pPr>
            <a:lvl2pPr algn="l">
              <a:defRPr sz="1575" b="1">
                <a:solidFill>
                  <a:srgbClr val="0F6E73"/>
                </a:solidFill>
                <a:latin typeface="Noto Sans SC"/>
                <a:ea typeface="Noto Sans SC"/>
                <a:cs typeface="Noto Sans SC"/>
              </a:defRPr>
            </a:lvl2pPr>
            <a:lvl3pPr algn="l">
              <a:defRPr sz="1575" b="1">
                <a:solidFill>
                  <a:srgbClr val="0F6E73"/>
                </a:solidFill>
                <a:latin typeface="Noto Sans SC"/>
                <a:ea typeface="Noto Sans SC"/>
                <a:cs typeface="Noto Sans SC"/>
              </a:defRPr>
            </a:lvl3pPr>
            <a:lvl4pPr algn="l">
              <a:defRPr sz="1575" b="1">
                <a:solidFill>
                  <a:srgbClr val="0F6E73"/>
                </a:solidFill>
                <a:latin typeface="Noto Sans SC"/>
                <a:ea typeface="Noto Sans SC"/>
                <a:cs typeface="Noto Sans SC"/>
              </a:defRPr>
            </a:lvl4pPr>
            <a:lvl5pPr algn="l">
              <a:defRPr sz="1575" b="1">
                <a:solidFill>
                  <a:srgbClr val="0F6E73"/>
                </a:solidFill>
                <a:latin typeface="Noto Sans SC"/>
                <a:ea typeface="Noto Sans SC"/>
                <a:cs typeface="Noto Sans SC"/>
              </a:defRPr>
            </a:lvl5pPr>
            <a:lvl6pPr algn="l">
              <a:defRPr sz="1575" b="1">
                <a:solidFill>
                  <a:srgbClr val="0F6E73"/>
                </a:solidFill>
                <a:latin typeface="Noto Sans SC"/>
                <a:ea typeface="Noto Sans SC"/>
                <a:cs typeface="Noto Sans SC"/>
              </a:defRPr>
            </a:lvl6pPr>
            <a:lvl7pPr algn="l">
              <a:defRPr sz="1575" b="1">
                <a:solidFill>
                  <a:srgbClr val="0F6E73"/>
                </a:solidFill>
                <a:latin typeface="Noto Sans SC"/>
                <a:ea typeface="Noto Sans SC"/>
                <a:cs typeface="Noto Sans SC"/>
              </a:defRPr>
            </a:lvl7pPr>
            <a:lvl8pPr algn="l">
              <a:defRPr sz="1575" b="1">
                <a:solidFill>
                  <a:srgbClr val="0F6E73"/>
                </a:solidFill>
                <a:latin typeface="Noto Sans SC"/>
                <a:ea typeface="Noto Sans SC"/>
                <a:cs typeface="Noto Sans SC"/>
              </a:defRPr>
            </a:lvl8pPr>
            <a:lvl9pPr algn="l">
              <a:defRPr sz="1575" b="1">
                <a:solidFill>
                  <a:srgbClr val="0F6E73"/>
                </a:solidFill>
                <a:latin typeface="Noto Sans SC"/>
                <a:ea typeface="Noto Sans SC"/>
                <a:cs typeface="Noto Sans SC"/>
              </a:defRPr>
            </a:lvl9pPr>
          </a:lstStyle>
          <a:p xmlns:a="http://schemas.openxmlformats.org/drawingml/2006/main">
            <a:pPr algn="l">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距离下降需结合区域内外解释；高度未知保留不确定性。</a:t>
            </a:r>
          </a:p>
        </p:txBody>
      </p:sp>
      <p:sp>
        <p:nvSpPr>
          <p:cNvPr id="8" name="o7">
            <a:extLst xmlns:a="http://schemas.openxmlformats.org/drawingml/2006/main">
              <a:ext uri="{FF2B5EF4-FFF2-40B4-BE49-F238E27FC236}">
                <a16:creationId xmlns:a16="http://schemas.microsoft.com/office/drawing/2014/main" id="{2BF486D9-1289-4A3E-AFFD-FE7C52F8D749}"/>
              </a:ext>
            </a:extLst>
          </p:cNvPr>
          <p:cNvSpPr>
            <a:spLocks xmlns:a="http://schemas.openxmlformats.org/drawingml/2006/main" noGrp="1"/>
          </p:cNvSpPr>
          <p:nvPr/>
        </p:nvSpPr>
        <p:spPr>
          <a:xfrm xmlns:a="http://schemas.openxmlformats.org/drawingml/2006/main">
            <a:off x="2857500" y="1924050"/>
            <a:ext cx="2762250" cy="2857500"/>
          </a:xfrm>
          <a:prstGeom xmlns:a="http://schemas.openxmlformats.org/drawingml/2006/main" prst="rect">
            <a:avLst/>
          </a:prstGeom>
          <a:solidFill xmlns:a="http://schemas.openxmlformats.org/drawingml/2006/main">
            <a:srgbClr val="D6E6E5"/>
          </a:solidFill>
          <a:ln xmlns:a="http://schemas.openxmlformats.org/drawingml/2006/main" w="11430">
            <a:solidFill>
              <a:srgbClr val="0F6E73"/>
            </a:solidFill>
            <a:prstDash val="solid"/>
          </a:ln>
        </p:spPr>
      </p:sp>
      <p:sp>
        <p:nvSpPr>
          <p:cNvPr id="9" name="o8">
            <a:extLst xmlns:a="http://schemas.openxmlformats.org/drawingml/2006/main">
              <a:ext uri="{FF2B5EF4-FFF2-40B4-BE49-F238E27FC236}">
                <a16:creationId xmlns:a16="http://schemas.microsoft.com/office/drawing/2014/main" id="{0AA0E188-4F7C-4DCB-AE13-6259E7F94D1B}"/>
              </a:ext>
            </a:extLst>
          </p:cNvPr>
          <p:cNvSpPr>
            <a:spLocks xmlns:a="http://schemas.openxmlformats.org/drawingml/2006/main" noGrp="1"/>
          </p:cNvSpPr>
          <p:nvPr/>
        </p:nvSpPr>
        <p:spPr>
          <a:xfrm xmlns:a="http://schemas.openxmlformats.org/drawingml/2006/main">
            <a:off x="3476625" y="2066925"/>
            <a:ext cx="171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0F6E73"/>
                </a:solidFill>
                <a:latin typeface="Noto Sans SC"/>
                <a:ea typeface="Noto Sans SC"/>
                <a:cs typeface="Noto Sans SC"/>
              </a:defRPr>
            </a:defPPr>
            <a:lvl1pPr algn="l">
              <a:defRPr sz="1800" b="1">
                <a:solidFill>
                  <a:srgbClr val="0F6E73"/>
                </a:solidFill>
                <a:latin typeface="Noto Sans SC"/>
                <a:ea typeface="Noto Sans SC"/>
                <a:cs typeface="Noto Sans SC"/>
              </a:defRPr>
            </a:lvl1pPr>
            <a:lvl2pPr algn="l">
              <a:defRPr sz="1800" b="1">
                <a:solidFill>
                  <a:srgbClr val="0F6E73"/>
                </a:solidFill>
                <a:latin typeface="Noto Sans SC"/>
                <a:ea typeface="Noto Sans SC"/>
                <a:cs typeface="Noto Sans SC"/>
              </a:defRPr>
            </a:lvl2pPr>
            <a:lvl3pPr algn="l">
              <a:defRPr sz="1800" b="1">
                <a:solidFill>
                  <a:srgbClr val="0F6E73"/>
                </a:solidFill>
                <a:latin typeface="Noto Sans SC"/>
                <a:ea typeface="Noto Sans SC"/>
                <a:cs typeface="Noto Sans SC"/>
              </a:defRPr>
            </a:lvl3pPr>
            <a:lvl4pPr algn="l">
              <a:defRPr sz="1800" b="1">
                <a:solidFill>
                  <a:srgbClr val="0F6E73"/>
                </a:solidFill>
                <a:latin typeface="Noto Sans SC"/>
                <a:ea typeface="Noto Sans SC"/>
                <a:cs typeface="Noto Sans SC"/>
              </a:defRPr>
            </a:lvl4pPr>
            <a:lvl5pPr algn="l">
              <a:defRPr sz="1800" b="1">
                <a:solidFill>
                  <a:srgbClr val="0F6E73"/>
                </a:solidFill>
                <a:latin typeface="Noto Sans SC"/>
                <a:ea typeface="Noto Sans SC"/>
                <a:cs typeface="Noto Sans SC"/>
              </a:defRPr>
            </a:lvl5pPr>
            <a:lvl6pPr algn="l">
              <a:defRPr sz="1800" b="1">
                <a:solidFill>
                  <a:srgbClr val="0F6E73"/>
                </a:solidFill>
                <a:latin typeface="Noto Sans SC"/>
                <a:ea typeface="Noto Sans SC"/>
                <a:cs typeface="Noto Sans SC"/>
              </a:defRPr>
            </a:lvl6pPr>
            <a:lvl7pPr algn="l">
              <a:defRPr sz="1800" b="1">
                <a:solidFill>
                  <a:srgbClr val="0F6E73"/>
                </a:solidFill>
                <a:latin typeface="Noto Sans SC"/>
                <a:ea typeface="Noto Sans SC"/>
                <a:cs typeface="Noto Sans SC"/>
              </a:defRPr>
            </a:lvl7pPr>
            <a:lvl8pPr algn="l">
              <a:defRPr sz="1800" b="1">
                <a:solidFill>
                  <a:srgbClr val="0F6E73"/>
                </a:solidFill>
                <a:latin typeface="Noto Sans SC"/>
                <a:ea typeface="Noto Sans SC"/>
                <a:cs typeface="Noto Sans SC"/>
              </a:defRPr>
            </a:lvl8pPr>
            <a:lvl9pPr algn="l">
              <a:defRPr sz="1800" b="1">
                <a:solidFill>
                  <a:srgbClr val="0F6E73"/>
                </a:solidFill>
                <a:latin typeface="Noto Sans SC"/>
                <a:ea typeface="Noto Sans SC"/>
                <a:cs typeface="Noto Sans SC"/>
              </a:defRPr>
            </a:lvl9pPr>
          </a:lstStyle>
          <a:p xmlns:a="http://schemas.openxmlformats.org/drawingml/2006/main">
            <a:pPr algn="l">
              <a:defRPr sz="1800" b="1">
                <a:solidFill>
                  <a:srgbClr val="0F6E73"/>
                </a:solidFill>
                <a:latin typeface="Noto Sans SC"/>
                <a:ea typeface="Noto Sans SC"/>
                <a:cs typeface="Noto Sans SC"/>
              </a:defRPr>
            </a:pPr>
            <a:r>
              <a:rPr sz="1800" b="1">
                <a:solidFill>
                  <a:srgbClr val="0F6E73"/>
                </a:solidFill>
                <a:latin typeface="Noto Sans SC"/>
                <a:ea typeface="Noto Sans SC"/>
                <a:cs typeface="Noto Sans SC"/>
              </a:rPr>
              <a:t>有效区域</a:t>
            </a:r>
          </a:p>
        </p:txBody>
      </p:sp>
      <p:sp>
        <p:nvSpPr>
          <p:cNvPr id="10" name="line-8">
            <a:extLst xmlns:a="http://schemas.openxmlformats.org/drawingml/2006/main">
              <a:ext uri="{FF2B5EF4-FFF2-40B4-BE49-F238E27FC236}">
                <a16:creationId xmlns:a16="http://schemas.microsoft.com/office/drawing/2014/main" id="{BEBB6CE0-0B77-486F-A373-C952349AAE76}"/>
              </a:ext>
            </a:extLst>
          </p:cNvPr>
          <p:cNvSpPr>
            <a:spLocks xmlns:a="http://schemas.openxmlformats.org/drawingml/2006/main" noGrp="1"/>
          </p:cNvSpPr>
          <p:nvPr/>
        </p:nvSpPr>
        <p:spPr>
          <a:xfrm xmlns:a="http://schemas.openxmlformats.org/drawingml/2006/main" flipV="1">
            <a:off x="895350" y="3886200"/>
            <a:ext cx="504825" cy="400050"/>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11" name="line-8">
            <a:extLst xmlns:a="http://schemas.openxmlformats.org/drawingml/2006/main">
              <a:ext uri="{FF2B5EF4-FFF2-40B4-BE49-F238E27FC236}">
                <a16:creationId xmlns:a16="http://schemas.microsoft.com/office/drawing/2014/main" id="{6357BCC4-CA55-4E2D-9661-6470395C60E3}"/>
              </a:ext>
            </a:extLst>
          </p:cNvPr>
          <p:cNvSpPr>
            <a:spLocks xmlns:a="http://schemas.openxmlformats.org/drawingml/2006/main" noGrp="1"/>
          </p:cNvSpPr>
          <p:nvPr/>
        </p:nvSpPr>
        <p:spPr>
          <a:xfrm xmlns:a="http://schemas.openxmlformats.org/drawingml/2006/main" flipV="1">
            <a:off x="1366739" y="3886200"/>
            <a:ext cx="33436" cy="78935"/>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12" name="line-8">
            <a:extLst xmlns:a="http://schemas.openxmlformats.org/drawingml/2006/main">
              <a:ext uri="{FF2B5EF4-FFF2-40B4-BE49-F238E27FC236}">
                <a16:creationId xmlns:a16="http://schemas.microsoft.com/office/drawing/2014/main" id="{82D35D4C-0E13-4AA3-9B49-974F9D36A2BE}"/>
              </a:ext>
            </a:extLst>
          </p:cNvPr>
          <p:cNvSpPr>
            <a:spLocks xmlns:a="http://schemas.openxmlformats.org/drawingml/2006/main" noGrp="1"/>
          </p:cNvSpPr>
          <p:nvPr/>
        </p:nvSpPr>
        <p:spPr>
          <a:xfrm xmlns:a="http://schemas.openxmlformats.org/drawingml/2006/main" flipV="1">
            <a:off x="1315688" y="3886200"/>
            <a:ext cx="84487" cy="14513"/>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13" name="line-8">
            <a:extLst xmlns:a="http://schemas.openxmlformats.org/drawingml/2006/main">
              <a:ext uri="{FF2B5EF4-FFF2-40B4-BE49-F238E27FC236}">
                <a16:creationId xmlns:a16="http://schemas.microsoft.com/office/drawing/2014/main" id="{E6050D8F-B26C-4002-A983-B5D25B530BC0}"/>
              </a:ext>
            </a:extLst>
          </p:cNvPr>
          <p:cNvSpPr>
            <a:spLocks xmlns:a="http://schemas.openxmlformats.org/drawingml/2006/main" noGrp="1"/>
          </p:cNvSpPr>
          <p:nvPr/>
        </p:nvSpPr>
        <p:spPr>
          <a:xfrm xmlns:a="http://schemas.openxmlformats.org/drawingml/2006/main" flipV="1">
            <a:off x="1400175" y="3562350"/>
            <a:ext cx="552450" cy="323850"/>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14" name="line-8">
            <a:extLst xmlns:a="http://schemas.openxmlformats.org/drawingml/2006/main">
              <a:ext uri="{FF2B5EF4-FFF2-40B4-BE49-F238E27FC236}">
                <a16:creationId xmlns:a16="http://schemas.microsoft.com/office/drawing/2014/main" id="{F5CDB1AF-CB45-4AD9-90A3-B6644C53FB58}"/>
              </a:ext>
            </a:extLst>
          </p:cNvPr>
          <p:cNvSpPr>
            <a:spLocks xmlns:a="http://schemas.openxmlformats.org/drawingml/2006/main" noGrp="1"/>
          </p:cNvSpPr>
          <p:nvPr/>
        </p:nvSpPr>
        <p:spPr>
          <a:xfrm xmlns:a="http://schemas.openxmlformats.org/drawingml/2006/main" flipV="1">
            <a:off x="1908508" y="3562350"/>
            <a:ext cx="44117" cy="73501"/>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15" name="line-8">
            <a:extLst xmlns:a="http://schemas.openxmlformats.org/drawingml/2006/main">
              <a:ext uri="{FF2B5EF4-FFF2-40B4-BE49-F238E27FC236}">
                <a16:creationId xmlns:a16="http://schemas.microsoft.com/office/drawing/2014/main" id="{F10C15EC-1948-46C9-9CA2-0943EBE55E64}"/>
              </a:ext>
            </a:extLst>
          </p:cNvPr>
          <p:cNvSpPr>
            <a:spLocks xmlns:a="http://schemas.openxmlformats.org/drawingml/2006/main" noGrp="1"/>
          </p:cNvSpPr>
          <p:nvPr/>
        </p:nvSpPr>
        <p:spPr>
          <a:xfrm xmlns:a="http://schemas.openxmlformats.org/drawingml/2006/main" flipV="1">
            <a:off x="1866939" y="3562350"/>
            <a:ext cx="85686" cy="2590"/>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16" name="line-8">
            <a:extLst xmlns:a="http://schemas.openxmlformats.org/drawingml/2006/main">
              <a:ext uri="{FF2B5EF4-FFF2-40B4-BE49-F238E27FC236}">
                <a16:creationId xmlns:a16="http://schemas.microsoft.com/office/drawing/2014/main" id="{37784E19-6DB0-4D1F-8495-B000BC9C7AE0}"/>
              </a:ext>
            </a:extLst>
          </p:cNvPr>
          <p:cNvSpPr>
            <a:spLocks xmlns:a="http://schemas.openxmlformats.org/drawingml/2006/main" noGrp="1"/>
          </p:cNvSpPr>
          <p:nvPr/>
        </p:nvSpPr>
        <p:spPr>
          <a:xfrm xmlns:a="http://schemas.openxmlformats.org/drawingml/2006/main" flipV="1">
            <a:off x="1952625" y="3286125"/>
            <a:ext cx="523875" cy="276225"/>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17" name="line-8">
            <a:extLst xmlns:a="http://schemas.openxmlformats.org/drawingml/2006/main">
              <a:ext uri="{FF2B5EF4-FFF2-40B4-BE49-F238E27FC236}">
                <a16:creationId xmlns:a16="http://schemas.microsoft.com/office/drawing/2014/main" id="{A21F8E21-0FD8-4C1C-9EEE-0D7CDA223083}"/>
              </a:ext>
            </a:extLst>
          </p:cNvPr>
          <p:cNvSpPr>
            <a:spLocks xmlns:a="http://schemas.openxmlformats.org/drawingml/2006/main" noGrp="1"/>
          </p:cNvSpPr>
          <p:nvPr/>
        </p:nvSpPr>
        <p:spPr>
          <a:xfrm xmlns:a="http://schemas.openxmlformats.org/drawingml/2006/main" flipV="1">
            <a:off x="2429122" y="3286125"/>
            <a:ext cx="47378" cy="71443"/>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18" name="line-8">
            <a:extLst xmlns:a="http://schemas.openxmlformats.org/drawingml/2006/main">
              <a:ext uri="{FF2B5EF4-FFF2-40B4-BE49-F238E27FC236}">
                <a16:creationId xmlns:a16="http://schemas.microsoft.com/office/drawing/2014/main" id="{973E928D-EBF3-4395-A738-E823D01F63CB}"/>
              </a:ext>
            </a:extLst>
          </p:cNvPr>
          <p:cNvSpPr>
            <a:spLocks xmlns:a="http://schemas.openxmlformats.org/drawingml/2006/main" noGrp="1"/>
          </p:cNvSpPr>
          <p:nvPr/>
        </p:nvSpPr>
        <p:spPr>
          <a:xfrm xmlns:a="http://schemas.openxmlformats.org/drawingml/2006/main" flipV="0">
            <a:off x="2390784" y="3284859"/>
            <a:ext cx="85716" cy="1266"/>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19" name="o18">
            <a:extLst xmlns:a="http://schemas.openxmlformats.org/drawingml/2006/main">
              <a:ext uri="{FF2B5EF4-FFF2-40B4-BE49-F238E27FC236}">
                <a16:creationId xmlns:a16="http://schemas.microsoft.com/office/drawing/2014/main" id="{A75A665B-8C20-42CF-B900-1080ED856900}"/>
              </a:ext>
            </a:extLst>
          </p:cNvPr>
          <p:cNvSpPr>
            <a:spLocks xmlns:a="http://schemas.openxmlformats.org/drawingml/2006/main" noGrp="1"/>
          </p:cNvSpPr>
          <p:nvPr/>
        </p:nvSpPr>
        <p:spPr>
          <a:xfrm xmlns:a="http://schemas.openxmlformats.org/drawingml/2006/main">
            <a:off x="2390775" y="3200400"/>
            <a:ext cx="171450" cy="171450"/>
          </a:xfrm>
          <a:prstGeom xmlns:a="http://schemas.openxmlformats.org/drawingml/2006/main" prst="ellipse">
            <a:avLst/>
          </a:prstGeom>
          <a:solidFill xmlns:a="http://schemas.openxmlformats.org/drawingml/2006/main">
            <a:srgbClr val="32668E"/>
          </a:solidFill>
          <a:ln xmlns:a="http://schemas.openxmlformats.org/drawingml/2006/main" w="0">
            <a:noFill/>
            <a:prstDash val="solid"/>
          </a:ln>
        </p:spPr>
      </p:sp>
      <p:sp>
        <p:nvSpPr>
          <p:cNvPr id="20" name="o19">
            <a:extLst xmlns:a="http://schemas.openxmlformats.org/drawingml/2006/main">
              <a:ext uri="{FF2B5EF4-FFF2-40B4-BE49-F238E27FC236}">
                <a16:creationId xmlns:a16="http://schemas.microsoft.com/office/drawing/2014/main" id="{5B5FB9B0-A9B6-4B61-BB0F-E74D6579CFF5}"/>
              </a:ext>
            </a:extLst>
          </p:cNvPr>
          <p:cNvSpPr>
            <a:spLocks xmlns:a="http://schemas.openxmlformats.org/drawingml/2006/main" noGrp="1"/>
          </p:cNvSpPr>
          <p:nvPr/>
        </p:nvSpPr>
        <p:spPr>
          <a:xfrm xmlns:a="http://schemas.openxmlformats.org/drawingml/2006/main">
            <a:off x="2095500" y="3476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b="0">
                <a:solidFill>
                  <a:srgbClr val="32668E"/>
                </a:solidFill>
                <a:latin typeface="Noto Sans SC"/>
                <a:ea typeface="Noto Sans SC"/>
                <a:cs typeface="Noto Sans SC"/>
              </a:defRPr>
            </a:defPPr>
            <a:lvl1pPr algn="l">
              <a:defRPr sz="1350" b="0">
                <a:solidFill>
                  <a:srgbClr val="32668E"/>
                </a:solidFill>
                <a:latin typeface="Noto Sans SC"/>
                <a:ea typeface="Noto Sans SC"/>
                <a:cs typeface="Noto Sans SC"/>
              </a:defRPr>
            </a:lvl1pPr>
            <a:lvl2pPr algn="l">
              <a:defRPr sz="1350" b="0">
                <a:solidFill>
                  <a:srgbClr val="32668E"/>
                </a:solidFill>
                <a:latin typeface="Noto Sans SC"/>
                <a:ea typeface="Noto Sans SC"/>
                <a:cs typeface="Noto Sans SC"/>
              </a:defRPr>
            </a:lvl2pPr>
            <a:lvl3pPr algn="l">
              <a:defRPr sz="1350" b="0">
                <a:solidFill>
                  <a:srgbClr val="32668E"/>
                </a:solidFill>
                <a:latin typeface="Noto Sans SC"/>
                <a:ea typeface="Noto Sans SC"/>
                <a:cs typeface="Noto Sans SC"/>
              </a:defRPr>
            </a:lvl3pPr>
            <a:lvl4pPr algn="l">
              <a:defRPr sz="1350" b="0">
                <a:solidFill>
                  <a:srgbClr val="32668E"/>
                </a:solidFill>
                <a:latin typeface="Noto Sans SC"/>
                <a:ea typeface="Noto Sans SC"/>
                <a:cs typeface="Noto Sans SC"/>
              </a:defRPr>
            </a:lvl4pPr>
            <a:lvl5pPr algn="l">
              <a:defRPr sz="1350" b="0">
                <a:solidFill>
                  <a:srgbClr val="32668E"/>
                </a:solidFill>
                <a:latin typeface="Noto Sans SC"/>
                <a:ea typeface="Noto Sans SC"/>
                <a:cs typeface="Noto Sans SC"/>
              </a:defRPr>
            </a:lvl5pPr>
            <a:lvl6pPr algn="l">
              <a:defRPr sz="1350" b="0">
                <a:solidFill>
                  <a:srgbClr val="32668E"/>
                </a:solidFill>
                <a:latin typeface="Noto Sans SC"/>
                <a:ea typeface="Noto Sans SC"/>
                <a:cs typeface="Noto Sans SC"/>
              </a:defRPr>
            </a:lvl6pPr>
            <a:lvl7pPr algn="l">
              <a:defRPr sz="1350" b="0">
                <a:solidFill>
                  <a:srgbClr val="32668E"/>
                </a:solidFill>
                <a:latin typeface="Noto Sans SC"/>
                <a:ea typeface="Noto Sans SC"/>
                <a:cs typeface="Noto Sans SC"/>
              </a:defRPr>
            </a:lvl7pPr>
            <a:lvl8pPr algn="l">
              <a:defRPr sz="1350" b="0">
                <a:solidFill>
                  <a:srgbClr val="32668E"/>
                </a:solidFill>
                <a:latin typeface="Noto Sans SC"/>
                <a:ea typeface="Noto Sans SC"/>
                <a:cs typeface="Noto Sans SC"/>
              </a:defRPr>
            </a:lvl8pPr>
            <a:lvl9pPr algn="l">
              <a:defRPr sz="1350" b="0">
                <a:solidFill>
                  <a:srgbClr val="32668E"/>
                </a:solidFill>
                <a:latin typeface="Noto Sans SC"/>
                <a:ea typeface="Noto Sans SC"/>
                <a:cs typeface="Noto Sans SC"/>
              </a:defRPr>
            </a:lvl9pPr>
          </a:lstStyle>
          <a:p xmlns:a="http://schemas.openxmlformats.org/drawingml/2006/main">
            <a:pPr algn="l">
              <a:defRPr sz="1350" b="0">
                <a:solidFill>
                  <a:srgbClr val="32668E"/>
                </a:solidFill>
                <a:latin typeface="Noto Sans SC"/>
                <a:ea typeface="Noto Sans SC"/>
                <a:cs typeface="Noto Sans SC"/>
              </a:defRPr>
            </a:pPr>
            <a:r>
              <a:rPr sz="1350" b="0">
                <a:solidFill>
                  <a:srgbClr val="32668E"/>
                </a:solidFill>
                <a:latin typeface="Noto Sans SC"/>
                <a:ea typeface="Noto Sans SC"/>
                <a:cs typeface="Noto Sans SC"/>
              </a:rPr>
              <a:t>当前位置</a:t>
            </a:r>
          </a:p>
        </p:txBody>
      </p:sp>
      <p:sp>
        <p:nvSpPr>
          <p:cNvPr id="21" name="line-10">
            <a:extLst xmlns:a="http://schemas.openxmlformats.org/drawingml/2006/main">
              <a:ext uri="{FF2B5EF4-FFF2-40B4-BE49-F238E27FC236}">
                <a16:creationId xmlns:a16="http://schemas.microsoft.com/office/drawing/2014/main" id="{954FDFC3-598D-47FF-B224-504F3922BEAD}"/>
              </a:ext>
            </a:extLst>
          </p:cNvPr>
          <p:cNvSpPr>
            <a:spLocks xmlns:a="http://schemas.openxmlformats.org/drawingml/2006/main" noGrp="1"/>
          </p:cNvSpPr>
          <p:nvPr/>
        </p:nvSpPr>
        <p:spPr>
          <a:xfrm xmlns:a="http://schemas.openxmlformats.org/drawingml/2006/main" flipV="0">
            <a:off x="2476500" y="3286125"/>
            <a:ext cx="381000" cy="953"/>
          </a:xfrm>
          <a:prstGeom xmlns:a="http://schemas.openxmlformats.org/drawingml/2006/main" prst="line">
            <a:avLst/>
          </a:prstGeom>
          <a:noFill xmlns:a="http://schemas.openxmlformats.org/drawingml/2006/main"/>
          <a:ln xmlns:a="http://schemas.openxmlformats.org/drawingml/2006/main" w="28575">
            <a:solidFill>
              <a:srgbClr val="B85A1E"/>
            </a:solidFill>
            <a:prstDash val="solid"/>
          </a:ln>
        </p:spPr>
      </p:sp>
      <p:sp>
        <p:nvSpPr>
          <p:cNvPr id="22" name="o21">
            <a:extLst xmlns:a="http://schemas.openxmlformats.org/drawingml/2006/main">
              <a:ext uri="{FF2B5EF4-FFF2-40B4-BE49-F238E27FC236}">
                <a16:creationId xmlns:a16="http://schemas.microsoft.com/office/drawing/2014/main" id="{D99E4A98-1D18-428E-AD7C-B5B33D6B477D}"/>
              </a:ext>
            </a:extLst>
          </p:cNvPr>
          <p:cNvSpPr>
            <a:spLocks xmlns:a="http://schemas.openxmlformats.org/drawingml/2006/main" noGrp="1"/>
          </p:cNvSpPr>
          <p:nvPr/>
        </p:nvSpPr>
        <p:spPr>
          <a:xfrm xmlns:a="http://schemas.openxmlformats.org/drawingml/2006/main">
            <a:off x="1047750" y="276225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75" b="0">
                <a:solidFill>
                  <a:srgbClr val="B85A1E"/>
                </a:solidFill>
                <a:latin typeface="Noto Sans SC"/>
                <a:ea typeface="Noto Sans SC"/>
                <a:cs typeface="Noto Sans SC"/>
              </a:defRPr>
            </a:defPPr>
            <a:lvl1pPr algn="l">
              <a:defRPr sz="1575" b="0">
                <a:solidFill>
                  <a:srgbClr val="B85A1E"/>
                </a:solidFill>
                <a:latin typeface="Noto Sans SC"/>
                <a:ea typeface="Noto Sans SC"/>
                <a:cs typeface="Noto Sans SC"/>
              </a:defRPr>
            </a:lvl1pPr>
            <a:lvl2pPr algn="l">
              <a:defRPr sz="1575" b="0">
                <a:solidFill>
                  <a:srgbClr val="B85A1E"/>
                </a:solidFill>
                <a:latin typeface="Noto Sans SC"/>
                <a:ea typeface="Noto Sans SC"/>
                <a:cs typeface="Noto Sans SC"/>
              </a:defRPr>
            </a:lvl2pPr>
            <a:lvl3pPr algn="l">
              <a:defRPr sz="1575" b="0">
                <a:solidFill>
                  <a:srgbClr val="B85A1E"/>
                </a:solidFill>
                <a:latin typeface="Noto Sans SC"/>
                <a:ea typeface="Noto Sans SC"/>
                <a:cs typeface="Noto Sans SC"/>
              </a:defRPr>
            </a:lvl3pPr>
            <a:lvl4pPr algn="l">
              <a:defRPr sz="1575" b="0">
                <a:solidFill>
                  <a:srgbClr val="B85A1E"/>
                </a:solidFill>
                <a:latin typeface="Noto Sans SC"/>
                <a:ea typeface="Noto Sans SC"/>
                <a:cs typeface="Noto Sans SC"/>
              </a:defRPr>
            </a:lvl4pPr>
            <a:lvl5pPr algn="l">
              <a:defRPr sz="1575" b="0">
                <a:solidFill>
                  <a:srgbClr val="B85A1E"/>
                </a:solidFill>
                <a:latin typeface="Noto Sans SC"/>
                <a:ea typeface="Noto Sans SC"/>
                <a:cs typeface="Noto Sans SC"/>
              </a:defRPr>
            </a:lvl5pPr>
            <a:lvl6pPr algn="l">
              <a:defRPr sz="1575" b="0">
                <a:solidFill>
                  <a:srgbClr val="B85A1E"/>
                </a:solidFill>
                <a:latin typeface="Noto Sans SC"/>
                <a:ea typeface="Noto Sans SC"/>
                <a:cs typeface="Noto Sans SC"/>
              </a:defRPr>
            </a:lvl6pPr>
            <a:lvl7pPr algn="l">
              <a:defRPr sz="1575" b="0">
                <a:solidFill>
                  <a:srgbClr val="B85A1E"/>
                </a:solidFill>
                <a:latin typeface="Noto Sans SC"/>
                <a:ea typeface="Noto Sans SC"/>
                <a:cs typeface="Noto Sans SC"/>
              </a:defRPr>
            </a:lvl7pPr>
            <a:lvl8pPr algn="l">
              <a:defRPr sz="1575" b="0">
                <a:solidFill>
                  <a:srgbClr val="B85A1E"/>
                </a:solidFill>
                <a:latin typeface="Noto Sans SC"/>
                <a:ea typeface="Noto Sans SC"/>
                <a:cs typeface="Noto Sans SC"/>
              </a:defRPr>
            </a:lvl8pPr>
            <a:lvl9pPr algn="l">
              <a:defRPr sz="1575" b="0">
                <a:solidFill>
                  <a:srgbClr val="B85A1E"/>
                </a:solidFill>
                <a:latin typeface="Noto Sans SC"/>
                <a:ea typeface="Noto Sans SC"/>
                <a:cs typeface="Noto Sans SC"/>
              </a:defRPr>
            </a:lvl9pPr>
          </a:lstStyle>
          <a:p xmlns:a="http://schemas.openxmlformats.org/drawingml/2006/main">
            <a:pPr algn="l">
              <a:defRPr sz="1575" b="0">
                <a:solidFill>
                  <a:srgbClr val="B85A1E"/>
                </a:solidFill>
                <a:latin typeface="Noto Sans SC"/>
                <a:ea typeface="Noto Sans SC"/>
                <a:cs typeface="Noto Sans SC"/>
              </a:defRPr>
            </a:pPr>
            <a:r>
              <a:rPr sz="1575" b="0">
                <a:solidFill>
                  <a:srgbClr val="B85A1E"/>
                </a:solidFill>
                <a:latin typeface="Noto Sans SC"/>
                <a:ea typeface="Noto Sans SC"/>
                <a:cs typeface="Noto Sans SC"/>
              </a:rPr>
              <a:t>边界距离</a:t>
            </a:r>
          </a:p>
        </p:txBody>
      </p:sp>
      <p:sp>
        <p:nvSpPr>
          <p:cNvPr id="23" name="o22">
            <a:extLst xmlns:a="http://schemas.openxmlformats.org/drawingml/2006/main">
              <a:ext uri="{FF2B5EF4-FFF2-40B4-BE49-F238E27FC236}">
                <a16:creationId xmlns:a16="http://schemas.microsoft.com/office/drawing/2014/main" id="{F85C21C6-ADDA-4E1B-B4A3-51B4B1376E4C}"/>
              </a:ext>
            </a:extLst>
          </p:cNvPr>
          <p:cNvSpPr>
            <a:spLocks xmlns:a="http://schemas.openxmlformats.org/drawingml/2006/main" noGrp="1"/>
          </p:cNvSpPr>
          <p:nvPr/>
        </p:nvSpPr>
        <p:spPr>
          <a:xfrm xmlns:a="http://schemas.openxmlformats.org/drawingml/2006/main">
            <a:off x="609600" y="5191125"/>
            <a:ext cx="523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0F6E73"/>
                </a:solidFill>
                <a:latin typeface="Noto Sans SC"/>
                <a:ea typeface="Noto Sans SC"/>
                <a:cs typeface="Noto Sans SC"/>
              </a:defRPr>
            </a:defPPr>
            <a:lvl1pPr algn="l">
              <a:defRPr sz="1650" b="1">
                <a:solidFill>
                  <a:srgbClr val="0F6E73"/>
                </a:solidFill>
                <a:latin typeface="Noto Sans SC"/>
                <a:ea typeface="Noto Sans SC"/>
                <a:cs typeface="Noto Sans SC"/>
              </a:defRPr>
            </a:lvl1pPr>
            <a:lvl2pPr algn="l">
              <a:defRPr sz="1650" b="1">
                <a:solidFill>
                  <a:srgbClr val="0F6E73"/>
                </a:solidFill>
                <a:latin typeface="Noto Sans SC"/>
                <a:ea typeface="Noto Sans SC"/>
                <a:cs typeface="Noto Sans SC"/>
              </a:defRPr>
            </a:lvl2pPr>
            <a:lvl3pPr algn="l">
              <a:defRPr sz="1650" b="1">
                <a:solidFill>
                  <a:srgbClr val="0F6E73"/>
                </a:solidFill>
                <a:latin typeface="Noto Sans SC"/>
                <a:ea typeface="Noto Sans SC"/>
                <a:cs typeface="Noto Sans SC"/>
              </a:defRPr>
            </a:lvl3pPr>
            <a:lvl4pPr algn="l">
              <a:defRPr sz="1650" b="1">
                <a:solidFill>
                  <a:srgbClr val="0F6E73"/>
                </a:solidFill>
                <a:latin typeface="Noto Sans SC"/>
                <a:ea typeface="Noto Sans SC"/>
                <a:cs typeface="Noto Sans SC"/>
              </a:defRPr>
            </a:lvl4pPr>
            <a:lvl5pPr algn="l">
              <a:defRPr sz="1650" b="1">
                <a:solidFill>
                  <a:srgbClr val="0F6E73"/>
                </a:solidFill>
                <a:latin typeface="Noto Sans SC"/>
                <a:ea typeface="Noto Sans SC"/>
                <a:cs typeface="Noto Sans SC"/>
              </a:defRPr>
            </a:lvl5pPr>
            <a:lvl6pPr algn="l">
              <a:defRPr sz="1650" b="1">
                <a:solidFill>
                  <a:srgbClr val="0F6E73"/>
                </a:solidFill>
                <a:latin typeface="Noto Sans SC"/>
                <a:ea typeface="Noto Sans SC"/>
                <a:cs typeface="Noto Sans SC"/>
              </a:defRPr>
            </a:lvl6pPr>
            <a:lvl7pPr algn="l">
              <a:defRPr sz="1650" b="1">
                <a:solidFill>
                  <a:srgbClr val="0F6E73"/>
                </a:solidFill>
                <a:latin typeface="Noto Sans SC"/>
                <a:ea typeface="Noto Sans SC"/>
                <a:cs typeface="Noto Sans SC"/>
              </a:defRPr>
            </a:lvl7pPr>
            <a:lvl8pPr algn="l">
              <a:defRPr sz="1650" b="1">
                <a:solidFill>
                  <a:srgbClr val="0F6E73"/>
                </a:solidFill>
                <a:latin typeface="Noto Sans SC"/>
                <a:ea typeface="Noto Sans SC"/>
                <a:cs typeface="Noto Sans SC"/>
              </a:defRPr>
            </a:lvl8pPr>
            <a:lvl9pPr algn="l">
              <a:defRPr sz="1650" b="1">
                <a:solidFill>
                  <a:srgbClr val="0F6E73"/>
                </a:solidFill>
                <a:latin typeface="Noto Sans SC"/>
                <a:ea typeface="Noto Sans SC"/>
                <a:cs typeface="Noto Sans SC"/>
              </a:defRPr>
            </a:lvl9pPr>
          </a:lstStyle>
          <a:p xmlns:a="http://schemas.openxmlformats.org/drawingml/2006/main">
            <a:pPr algn="l">
              <a:defRPr sz="1650" b="1">
                <a:solidFill>
                  <a:srgbClr val="0F6E73"/>
                </a:solidFill>
                <a:latin typeface="Noto Sans SC"/>
                <a:ea typeface="Noto Sans SC"/>
                <a:cs typeface="Noto Sans SC"/>
              </a:defRPr>
            </a:pPr>
            <a:r>
              <a:rPr sz="1650" b="1">
                <a:solidFill>
                  <a:srgbClr val="0F6E73"/>
                </a:solidFill>
                <a:latin typeface="Noto Sans SC"/>
                <a:ea typeface="Noto Sans SC"/>
                <a:cs typeface="Noto Sans SC"/>
              </a:rPr>
              <a:t>平面内外 × 高度条件 × 有效期</a:t>
            </a:r>
          </a:p>
        </p:txBody>
      </p:sp>
      <p:sp>
        <p:nvSpPr>
          <p:cNvPr id="24" name="o23">
            <a:extLst xmlns:a="http://schemas.openxmlformats.org/drawingml/2006/main">
              <a:ext uri="{FF2B5EF4-FFF2-40B4-BE49-F238E27FC236}">
                <a16:creationId xmlns:a16="http://schemas.microsoft.com/office/drawing/2014/main" id="{D0CAD5C4-C50C-411B-99B3-7ED440AA7E1A}"/>
              </a:ext>
            </a:extLst>
          </p:cNvPr>
          <p:cNvSpPr>
            <a:spLocks xmlns:a="http://schemas.openxmlformats.org/drawingml/2006/main" noGrp="1"/>
          </p:cNvSpPr>
          <p:nvPr/>
        </p:nvSpPr>
        <p:spPr>
          <a:xfrm xmlns:a="http://schemas.openxmlformats.org/drawingml/2006/main">
            <a:off x="6191250" y="2809875"/>
            <a:ext cx="5391150" cy="1543050"/>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25" name="line-13">
            <a:extLst xmlns:a="http://schemas.openxmlformats.org/drawingml/2006/main">
              <a:ext uri="{FF2B5EF4-FFF2-40B4-BE49-F238E27FC236}">
                <a16:creationId xmlns:a16="http://schemas.microsoft.com/office/drawing/2014/main" id="{7747A18F-8522-43BB-929E-0EF372ADC40D}"/>
              </a:ext>
            </a:extLst>
          </p:cNvPr>
          <p:cNvSpPr>
            <a:spLocks xmlns:a="http://schemas.openxmlformats.org/drawingml/2006/main" noGrp="1"/>
          </p:cNvSpPr>
          <p:nvPr/>
        </p:nvSpPr>
        <p:spPr>
          <a:xfrm xmlns:a="http://schemas.openxmlformats.org/drawingml/2006/main" flipV="0">
            <a:off x="6191250" y="2809875"/>
            <a:ext cx="5391150" cy="953"/>
          </a:xfrm>
          <a:prstGeom xmlns:a="http://schemas.openxmlformats.org/drawingml/2006/main" prst="line">
            <a:avLst/>
          </a:prstGeom>
          <a:noFill xmlns:a="http://schemas.openxmlformats.org/drawingml/2006/main"/>
          <a:ln xmlns:a="http://schemas.openxmlformats.org/drawingml/2006/main" w="28575">
            <a:solidFill>
              <a:srgbClr val="32668E"/>
            </a:solidFill>
            <a:prstDash val="solid"/>
          </a:ln>
        </p:spPr>
      </p:sp>
      <p:sp>
        <p:nvSpPr>
          <p:cNvPr id="26" name="o25">
            <a:extLst xmlns:a="http://schemas.openxmlformats.org/drawingml/2006/main">
              <a:ext uri="{FF2B5EF4-FFF2-40B4-BE49-F238E27FC236}">
                <a16:creationId xmlns:a16="http://schemas.microsoft.com/office/drawing/2014/main" id="{B06102C0-754A-4CBD-AD33-D6A36CD9C6C0}"/>
              </a:ext>
            </a:extLst>
          </p:cNvPr>
          <p:cNvSpPr>
            <a:spLocks xmlns:a="http://schemas.openxmlformats.org/drawingml/2006/main" noGrp="1"/>
          </p:cNvSpPr>
          <p:nvPr/>
        </p:nvSpPr>
        <p:spPr>
          <a:xfrm xmlns:a="http://schemas.openxmlformats.org/drawingml/2006/main">
            <a:off x="6343650" y="2905125"/>
            <a:ext cx="5086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32668E"/>
                </a:solidFill>
                <a:latin typeface="Noto Sans SC"/>
                <a:ea typeface="Noto Sans SC"/>
                <a:cs typeface="Noto Sans SC"/>
              </a:defRPr>
            </a:defPPr>
            <a:lvl1pPr algn="l">
              <a:defRPr sz="1800" b="1">
                <a:solidFill>
                  <a:srgbClr val="32668E"/>
                </a:solidFill>
                <a:latin typeface="Noto Sans SC"/>
                <a:ea typeface="Noto Sans SC"/>
                <a:cs typeface="Noto Sans SC"/>
              </a:defRPr>
            </a:lvl1pPr>
            <a:lvl2pPr algn="l">
              <a:defRPr sz="1800" b="1">
                <a:solidFill>
                  <a:srgbClr val="32668E"/>
                </a:solidFill>
                <a:latin typeface="Noto Sans SC"/>
                <a:ea typeface="Noto Sans SC"/>
                <a:cs typeface="Noto Sans SC"/>
              </a:defRPr>
            </a:lvl2pPr>
            <a:lvl3pPr algn="l">
              <a:defRPr sz="1800" b="1">
                <a:solidFill>
                  <a:srgbClr val="32668E"/>
                </a:solidFill>
                <a:latin typeface="Noto Sans SC"/>
                <a:ea typeface="Noto Sans SC"/>
                <a:cs typeface="Noto Sans SC"/>
              </a:defRPr>
            </a:lvl3pPr>
            <a:lvl4pPr algn="l">
              <a:defRPr sz="1800" b="1">
                <a:solidFill>
                  <a:srgbClr val="32668E"/>
                </a:solidFill>
                <a:latin typeface="Noto Sans SC"/>
                <a:ea typeface="Noto Sans SC"/>
                <a:cs typeface="Noto Sans SC"/>
              </a:defRPr>
            </a:lvl4pPr>
            <a:lvl5pPr algn="l">
              <a:defRPr sz="1800" b="1">
                <a:solidFill>
                  <a:srgbClr val="32668E"/>
                </a:solidFill>
                <a:latin typeface="Noto Sans SC"/>
                <a:ea typeface="Noto Sans SC"/>
                <a:cs typeface="Noto Sans SC"/>
              </a:defRPr>
            </a:lvl5pPr>
            <a:lvl6pPr algn="l">
              <a:defRPr sz="1800" b="1">
                <a:solidFill>
                  <a:srgbClr val="32668E"/>
                </a:solidFill>
                <a:latin typeface="Noto Sans SC"/>
                <a:ea typeface="Noto Sans SC"/>
                <a:cs typeface="Noto Sans SC"/>
              </a:defRPr>
            </a:lvl6pPr>
            <a:lvl7pPr algn="l">
              <a:defRPr sz="1800" b="1">
                <a:solidFill>
                  <a:srgbClr val="32668E"/>
                </a:solidFill>
                <a:latin typeface="Noto Sans SC"/>
                <a:ea typeface="Noto Sans SC"/>
                <a:cs typeface="Noto Sans SC"/>
              </a:defRPr>
            </a:lvl7pPr>
            <a:lvl8pPr algn="l">
              <a:defRPr sz="1800" b="1">
                <a:solidFill>
                  <a:srgbClr val="32668E"/>
                </a:solidFill>
                <a:latin typeface="Noto Sans SC"/>
                <a:ea typeface="Noto Sans SC"/>
                <a:cs typeface="Noto Sans SC"/>
              </a:defRPr>
            </a:lvl8pPr>
            <a:lvl9pPr algn="l">
              <a:defRPr sz="1800" b="1">
                <a:solidFill>
                  <a:srgbClr val="32668E"/>
                </a:solidFill>
                <a:latin typeface="Noto Sans SC"/>
                <a:ea typeface="Noto Sans SC"/>
                <a:cs typeface="Noto Sans SC"/>
              </a:defRPr>
            </a:lvl9pPr>
          </a:lstStyle>
          <a:p xmlns:a="http://schemas.openxmlformats.org/drawingml/2006/main">
            <a:pPr algn="l">
              <a:defRPr sz="1800" b="1">
                <a:solidFill>
                  <a:srgbClr val="32668E"/>
                </a:solidFill>
                <a:latin typeface="Noto Sans SC"/>
                <a:ea typeface="Noto Sans SC"/>
                <a:cs typeface="Noto Sans SC"/>
              </a:defRPr>
            </a:pPr>
            <a:r>
              <a:rPr sz="1800" b="1">
                <a:solidFill>
                  <a:srgbClr val="32668E"/>
                </a:solidFill>
                <a:latin typeface="Noto Sans SC"/>
                <a:ea typeface="Noto Sans SC"/>
                <a:cs typeface="Noto Sans SC"/>
              </a:rPr>
              <a:t>趋势解释</a:t>
            </a:r>
          </a:p>
        </p:txBody>
      </p:sp>
      <p:sp>
        <p:nvSpPr>
          <p:cNvPr id="27" name="o26">
            <a:extLst xmlns:a="http://schemas.openxmlformats.org/drawingml/2006/main">
              <a:ext uri="{FF2B5EF4-FFF2-40B4-BE49-F238E27FC236}">
                <a16:creationId xmlns:a16="http://schemas.microsoft.com/office/drawing/2014/main" id="{32E9C544-4993-4518-963C-EC6632A17727}"/>
              </a:ext>
            </a:extLst>
          </p:cNvPr>
          <p:cNvSpPr>
            <a:spLocks xmlns:a="http://schemas.openxmlformats.org/drawingml/2006/main" noGrp="1"/>
          </p:cNvSpPr>
          <p:nvPr/>
        </p:nvSpPr>
        <p:spPr>
          <a:xfrm xmlns:a="http://schemas.openxmlformats.org/drawingml/2006/main">
            <a:off x="6343650" y="3362325"/>
            <a:ext cx="50863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46536A"/>
                </a:solidFill>
                <a:latin typeface="Noto Sans SC"/>
                <a:ea typeface="Noto Sans SC"/>
                <a:cs typeface="Noto Sans SC"/>
              </a:defRPr>
            </a:defPPr>
            <a:lvl1pPr algn="l">
              <a:defRPr sz="1575" b="0">
                <a:solidFill>
                  <a:srgbClr val="46536A"/>
                </a:solidFill>
                <a:latin typeface="Noto Sans SC"/>
                <a:ea typeface="Noto Sans SC"/>
                <a:cs typeface="Noto Sans SC"/>
              </a:defRPr>
            </a:lvl1pPr>
            <a:lvl2pPr algn="l">
              <a:defRPr sz="1575" b="0">
                <a:solidFill>
                  <a:srgbClr val="46536A"/>
                </a:solidFill>
                <a:latin typeface="Noto Sans SC"/>
                <a:ea typeface="Noto Sans SC"/>
                <a:cs typeface="Noto Sans SC"/>
              </a:defRPr>
            </a:lvl2pPr>
            <a:lvl3pPr algn="l">
              <a:defRPr sz="1575" b="0">
                <a:solidFill>
                  <a:srgbClr val="46536A"/>
                </a:solidFill>
                <a:latin typeface="Noto Sans SC"/>
                <a:ea typeface="Noto Sans SC"/>
                <a:cs typeface="Noto Sans SC"/>
              </a:defRPr>
            </a:lvl3pPr>
            <a:lvl4pPr algn="l">
              <a:defRPr sz="1575" b="0">
                <a:solidFill>
                  <a:srgbClr val="46536A"/>
                </a:solidFill>
                <a:latin typeface="Noto Sans SC"/>
                <a:ea typeface="Noto Sans SC"/>
                <a:cs typeface="Noto Sans SC"/>
              </a:defRPr>
            </a:lvl4pPr>
            <a:lvl5pPr algn="l">
              <a:defRPr sz="1575" b="0">
                <a:solidFill>
                  <a:srgbClr val="46536A"/>
                </a:solidFill>
                <a:latin typeface="Noto Sans SC"/>
                <a:ea typeface="Noto Sans SC"/>
                <a:cs typeface="Noto Sans SC"/>
              </a:defRPr>
            </a:lvl5pPr>
            <a:lvl6pPr algn="l">
              <a:defRPr sz="1575" b="0">
                <a:solidFill>
                  <a:srgbClr val="46536A"/>
                </a:solidFill>
                <a:latin typeface="Noto Sans SC"/>
                <a:ea typeface="Noto Sans SC"/>
                <a:cs typeface="Noto Sans SC"/>
              </a:defRPr>
            </a:lvl6pPr>
            <a:lvl7pPr algn="l">
              <a:defRPr sz="1575" b="0">
                <a:solidFill>
                  <a:srgbClr val="46536A"/>
                </a:solidFill>
                <a:latin typeface="Noto Sans SC"/>
                <a:ea typeface="Noto Sans SC"/>
                <a:cs typeface="Noto Sans SC"/>
              </a:defRPr>
            </a:lvl7pPr>
            <a:lvl8pPr algn="l">
              <a:defRPr sz="1575" b="0">
                <a:solidFill>
                  <a:srgbClr val="46536A"/>
                </a:solidFill>
                <a:latin typeface="Noto Sans SC"/>
                <a:ea typeface="Noto Sans SC"/>
                <a:cs typeface="Noto Sans SC"/>
              </a:defRPr>
            </a:lvl8pPr>
            <a:lvl9pPr algn="l">
              <a:defRPr sz="1575" b="0">
                <a:solidFill>
                  <a:srgbClr val="46536A"/>
                </a:solidFill>
                <a:latin typeface="Noto Sans SC"/>
                <a:ea typeface="Noto Sans SC"/>
                <a:cs typeface="Noto Sans SC"/>
              </a:defRPr>
            </a:lvl9pPr>
          </a:lstStyle>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区域外：距离下降 → 趋近</a:t>
            </a:r>
          </a:p>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区域内：还需判断朝向出口</a:t>
            </a:r>
          </a:p>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实际采样间隔进入回归</a:t>
            </a:r>
          </a:p>
        </p:txBody>
      </p:sp>
      <p:sp>
        <p:nvSpPr>
          <p:cNvPr id="28" name="o27">
            <a:extLst xmlns:a="http://schemas.openxmlformats.org/drawingml/2006/main">
              <a:ext uri="{FF2B5EF4-FFF2-40B4-BE49-F238E27FC236}">
                <a16:creationId xmlns:a16="http://schemas.microsoft.com/office/drawing/2014/main" id="{8883A4B7-2853-4302-885E-FD7D63872433}"/>
              </a:ext>
            </a:extLst>
          </p:cNvPr>
          <p:cNvSpPr>
            <a:spLocks xmlns:a="http://schemas.openxmlformats.org/drawingml/2006/main" noGrp="1"/>
          </p:cNvSpPr>
          <p:nvPr/>
        </p:nvSpPr>
        <p:spPr>
          <a:xfrm xmlns:a="http://schemas.openxmlformats.org/drawingml/2006/main">
            <a:off x="6191250" y="4657725"/>
            <a:ext cx="5391150" cy="1047750"/>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29" name="line-16">
            <a:extLst xmlns:a="http://schemas.openxmlformats.org/drawingml/2006/main">
              <a:ext uri="{FF2B5EF4-FFF2-40B4-BE49-F238E27FC236}">
                <a16:creationId xmlns:a16="http://schemas.microsoft.com/office/drawing/2014/main" id="{CF73660E-BCBF-4509-A914-4636BF7B63D7}"/>
              </a:ext>
            </a:extLst>
          </p:cNvPr>
          <p:cNvSpPr>
            <a:spLocks xmlns:a="http://schemas.openxmlformats.org/drawingml/2006/main" noGrp="1"/>
          </p:cNvSpPr>
          <p:nvPr/>
        </p:nvSpPr>
        <p:spPr>
          <a:xfrm xmlns:a="http://schemas.openxmlformats.org/drawingml/2006/main" flipV="0">
            <a:off x="6191250" y="4657725"/>
            <a:ext cx="5391150" cy="953"/>
          </a:xfrm>
          <a:prstGeom xmlns:a="http://schemas.openxmlformats.org/drawingml/2006/main" prst="line">
            <a:avLst/>
          </a:prstGeom>
          <a:noFill xmlns:a="http://schemas.openxmlformats.org/drawingml/2006/main"/>
          <a:ln xmlns:a="http://schemas.openxmlformats.org/drawingml/2006/main" w="28575">
            <a:solidFill>
              <a:srgbClr val="B85A1E"/>
            </a:solidFill>
            <a:prstDash val="solid"/>
          </a:ln>
        </p:spPr>
      </p:sp>
      <p:sp>
        <p:nvSpPr>
          <p:cNvPr id="30" name="o29">
            <a:extLst xmlns:a="http://schemas.openxmlformats.org/drawingml/2006/main">
              <a:ext uri="{FF2B5EF4-FFF2-40B4-BE49-F238E27FC236}">
                <a16:creationId xmlns:a16="http://schemas.microsoft.com/office/drawing/2014/main" id="{304E6669-1CDB-4A02-BAAB-C3DB87051373}"/>
              </a:ext>
            </a:extLst>
          </p:cNvPr>
          <p:cNvSpPr>
            <a:spLocks xmlns:a="http://schemas.openxmlformats.org/drawingml/2006/main" noGrp="1"/>
          </p:cNvSpPr>
          <p:nvPr/>
        </p:nvSpPr>
        <p:spPr>
          <a:xfrm xmlns:a="http://schemas.openxmlformats.org/drawingml/2006/main">
            <a:off x="6343650" y="4752975"/>
            <a:ext cx="5086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B85A1E"/>
                </a:solidFill>
                <a:latin typeface="Noto Sans SC"/>
                <a:ea typeface="Noto Sans SC"/>
                <a:cs typeface="Noto Sans SC"/>
              </a:defRPr>
            </a:defPPr>
            <a:lvl1pPr algn="l">
              <a:defRPr sz="1650" b="1">
                <a:solidFill>
                  <a:srgbClr val="B85A1E"/>
                </a:solidFill>
                <a:latin typeface="Noto Sans SC"/>
                <a:ea typeface="Noto Sans SC"/>
                <a:cs typeface="Noto Sans SC"/>
              </a:defRPr>
            </a:lvl1pPr>
            <a:lvl2pPr algn="l">
              <a:defRPr sz="1650" b="1">
                <a:solidFill>
                  <a:srgbClr val="B85A1E"/>
                </a:solidFill>
                <a:latin typeface="Noto Sans SC"/>
                <a:ea typeface="Noto Sans SC"/>
                <a:cs typeface="Noto Sans SC"/>
              </a:defRPr>
            </a:lvl2pPr>
            <a:lvl3pPr algn="l">
              <a:defRPr sz="1650" b="1">
                <a:solidFill>
                  <a:srgbClr val="B85A1E"/>
                </a:solidFill>
                <a:latin typeface="Noto Sans SC"/>
                <a:ea typeface="Noto Sans SC"/>
                <a:cs typeface="Noto Sans SC"/>
              </a:defRPr>
            </a:lvl3pPr>
            <a:lvl4pPr algn="l">
              <a:defRPr sz="1650" b="1">
                <a:solidFill>
                  <a:srgbClr val="B85A1E"/>
                </a:solidFill>
                <a:latin typeface="Noto Sans SC"/>
                <a:ea typeface="Noto Sans SC"/>
                <a:cs typeface="Noto Sans SC"/>
              </a:defRPr>
            </a:lvl4pPr>
            <a:lvl5pPr algn="l">
              <a:defRPr sz="1650" b="1">
                <a:solidFill>
                  <a:srgbClr val="B85A1E"/>
                </a:solidFill>
                <a:latin typeface="Noto Sans SC"/>
                <a:ea typeface="Noto Sans SC"/>
                <a:cs typeface="Noto Sans SC"/>
              </a:defRPr>
            </a:lvl5pPr>
            <a:lvl6pPr algn="l">
              <a:defRPr sz="1650" b="1">
                <a:solidFill>
                  <a:srgbClr val="B85A1E"/>
                </a:solidFill>
                <a:latin typeface="Noto Sans SC"/>
                <a:ea typeface="Noto Sans SC"/>
                <a:cs typeface="Noto Sans SC"/>
              </a:defRPr>
            </a:lvl6pPr>
            <a:lvl7pPr algn="l">
              <a:defRPr sz="1650" b="1">
                <a:solidFill>
                  <a:srgbClr val="B85A1E"/>
                </a:solidFill>
                <a:latin typeface="Noto Sans SC"/>
                <a:ea typeface="Noto Sans SC"/>
                <a:cs typeface="Noto Sans SC"/>
              </a:defRPr>
            </a:lvl7pPr>
            <a:lvl8pPr algn="l">
              <a:defRPr sz="1650" b="1">
                <a:solidFill>
                  <a:srgbClr val="B85A1E"/>
                </a:solidFill>
                <a:latin typeface="Noto Sans SC"/>
                <a:ea typeface="Noto Sans SC"/>
                <a:cs typeface="Noto Sans SC"/>
              </a:defRPr>
            </a:lvl8pPr>
            <a:lvl9pPr algn="l">
              <a:defRPr sz="1650" b="1">
                <a:solidFill>
                  <a:srgbClr val="B85A1E"/>
                </a:solidFill>
                <a:latin typeface="Noto Sans SC"/>
                <a:ea typeface="Noto Sans SC"/>
                <a:cs typeface="Noto Sans SC"/>
              </a:defRPr>
            </a:lvl9pPr>
          </a:lstStyle>
          <a:p xmlns:a="http://schemas.openxmlformats.org/drawingml/2006/main">
            <a:pPr algn="l">
              <a:defRPr sz="1650" b="1">
                <a:solidFill>
                  <a:srgbClr val="B85A1E"/>
                </a:solidFill>
                <a:latin typeface="Noto Sans SC"/>
                <a:ea typeface="Noto Sans SC"/>
                <a:cs typeface="Noto Sans SC"/>
              </a:defRPr>
            </a:pPr>
            <a:r>
              <a:rPr sz="1650" b="1">
                <a:solidFill>
                  <a:srgbClr val="B85A1E"/>
                </a:solidFill>
                <a:latin typeface="Noto Sans SC"/>
                <a:ea typeface="Noto Sans SC"/>
                <a:cs typeface="Noto Sans SC"/>
              </a:rPr>
              <a:t>保留不能确定的情况</a:t>
            </a:r>
          </a:p>
        </p:txBody>
      </p:sp>
      <p:sp>
        <p:nvSpPr>
          <p:cNvPr id="31" name="o30">
            <a:extLst xmlns:a="http://schemas.openxmlformats.org/drawingml/2006/main">
              <a:ext uri="{FF2B5EF4-FFF2-40B4-BE49-F238E27FC236}">
                <a16:creationId xmlns:a16="http://schemas.microsoft.com/office/drawing/2014/main" id="{507A502A-0E1F-4B83-9905-4B2624629713}"/>
              </a:ext>
            </a:extLst>
          </p:cNvPr>
          <p:cNvSpPr>
            <a:spLocks xmlns:a="http://schemas.openxmlformats.org/drawingml/2006/main" noGrp="1"/>
          </p:cNvSpPr>
          <p:nvPr/>
        </p:nvSpPr>
        <p:spPr>
          <a:xfrm xmlns:a="http://schemas.openxmlformats.org/drawingml/2006/main">
            <a:off x="6343650" y="5105400"/>
            <a:ext cx="50863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36A"/>
                </a:solidFill>
                <a:latin typeface="Noto Sans SC"/>
                <a:ea typeface="Noto Sans SC"/>
                <a:cs typeface="Noto Sans SC"/>
              </a:defRPr>
            </a:defPPr>
            <a:lvl1pPr algn="l">
              <a:defRPr sz="1425" b="0">
                <a:solidFill>
                  <a:srgbClr val="46536A"/>
                </a:solidFill>
                <a:latin typeface="Noto Sans SC"/>
                <a:ea typeface="Noto Sans SC"/>
                <a:cs typeface="Noto Sans SC"/>
              </a:defRPr>
            </a:lvl1pPr>
            <a:lvl2pPr algn="l">
              <a:defRPr sz="1425" b="0">
                <a:solidFill>
                  <a:srgbClr val="46536A"/>
                </a:solidFill>
                <a:latin typeface="Noto Sans SC"/>
                <a:ea typeface="Noto Sans SC"/>
                <a:cs typeface="Noto Sans SC"/>
              </a:defRPr>
            </a:lvl2pPr>
            <a:lvl3pPr algn="l">
              <a:defRPr sz="1425" b="0">
                <a:solidFill>
                  <a:srgbClr val="46536A"/>
                </a:solidFill>
                <a:latin typeface="Noto Sans SC"/>
                <a:ea typeface="Noto Sans SC"/>
                <a:cs typeface="Noto Sans SC"/>
              </a:defRPr>
            </a:lvl3pPr>
            <a:lvl4pPr algn="l">
              <a:defRPr sz="1425" b="0">
                <a:solidFill>
                  <a:srgbClr val="46536A"/>
                </a:solidFill>
                <a:latin typeface="Noto Sans SC"/>
                <a:ea typeface="Noto Sans SC"/>
                <a:cs typeface="Noto Sans SC"/>
              </a:defRPr>
            </a:lvl4pPr>
            <a:lvl5pPr algn="l">
              <a:defRPr sz="1425" b="0">
                <a:solidFill>
                  <a:srgbClr val="46536A"/>
                </a:solidFill>
                <a:latin typeface="Noto Sans SC"/>
                <a:ea typeface="Noto Sans SC"/>
                <a:cs typeface="Noto Sans SC"/>
              </a:defRPr>
            </a:lvl5pPr>
            <a:lvl6pPr algn="l">
              <a:defRPr sz="1425" b="0">
                <a:solidFill>
                  <a:srgbClr val="46536A"/>
                </a:solidFill>
                <a:latin typeface="Noto Sans SC"/>
                <a:ea typeface="Noto Sans SC"/>
                <a:cs typeface="Noto Sans SC"/>
              </a:defRPr>
            </a:lvl6pPr>
            <a:lvl7pPr algn="l">
              <a:defRPr sz="1425" b="0">
                <a:solidFill>
                  <a:srgbClr val="46536A"/>
                </a:solidFill>
                <a:latin typeface="Noto Sans SC"/>
                <a:ea typeface="Noto Sans SC"/>
                <a:cs typeface="Noto Sans SC"/>
              </a:defRPr>
            </a:lvl7pPr>
            <a:lvl8pPr algn="l">
              <a:defRPr sz="1425" b="0">
                <a:solidFill>
                  <a:srgbClr val="46536A"/>
                </a:solidFill>
                <a:latin typeface="Noto Sans SC"/>
                <a:ea typeface="Noto Sans SC"/>
                <a:cs typeface="Noto Sans SC"/>
              </a:defRPr>
            </a:lvl8pPr>
            <a:lvl9pPr algn="l">
              <a:defRPr sz="1425" b="0">
                <a:solidFill>
                  <a:srgbClr val="46536A"/>
                </a:solidFill>
                <a:latin typeface="Noto Sans SC"/>
                <a:ea typeface="Noto Sans SC"/>
                <a:cs typeface="Noto Sans SC"/>
              </a:defRPr>
            </a:lvl9pPr>
          </a:lstStyle>
          <a:p xmlns:a="http://schemas.openxmlformats.org/drawingml/2006/main">
            <a:pPr algn="l">
              <a:defRPr sz="1425" b="0">
                <a:solidFill>
                  <a:srgbClr val="46536A"/>
                </a:solidFill>
                <a:latin typeface="Noto Sans SC"/>
                <a:ea typeface="Noto Sans SC"/>
                <a:cs typeface="Noto Sans SC"/>
              </a:defRPr>
            </a:pPr>
            <a:r>
              <a:rPr sz="1425" b="0">
                <a:solidFill>
                  <a:srgbClr val="46536A"/>
                </a:solidFill>
                <a:latin typeface="Noto Sans SC"/>
                <a:ea typeface="Noto Sans SC"/>
                <a:cs typeface="Noto Sans SC"/>
              </a:rPr>
              <a:t>AGL / AMSL 需要可用转换依据</a:t>
            </a:r>
          </a:p>
          <a:p xmlns:a="http://schemas.openxmlformats.org/drawingml/2006/main">
            <a:pPr algn="l">
              <a:defRPr sz="1425" b="0">
                <a:solidFill>
                  <a:srgbClr val="46536A"/>
                </a:solidFill>
                <a:latin typeface="Noto Sans SC"/>
                <a:ea typeface="Noto Sans SC"/>
                <a:cs typeface="Noto Sans SC"/>
              </a:defRPr>
            </a:pPr>
            <a:r>
              <a:rPr sz="1425" b="0">
                <a:solidFill>
                  <a:srgbClr val="46536A"/>
                </a:solidFill>
                <a:latin typeface="Noto Sans SC"/>
                <a:ea typeface="Noto Sans SC"/>
                <a:cs typeface="Noto Sans SC"/>
              </a:rPr>
              <a:t>未知高度不强行归为不相关</a:t>
            </a:r>
          </a:p>
        </p:txBody>
      </p:sp>
      <p:sp xmlns:a="http://schemas.openxmlformats.org/drawingml/2006/main" xmlns:m="http://schemas.openxmlformats.org/officeDocument/2006/math" xmlns:w="http://schemas.openxmlformats.org/wordprocessingml/2006/main" xmlns:a14="http://schemas.microsoft.com/office/drawing/2010/main" xmlns:r="http://schemas.openxmlformats.org/officeDocument/2006/relationships" xmlns:rel="http://schemas.openxmlformats.org/package/2006/relationships" xmlns:ct="http://schemas.openxmlformats.org/package/2006/content-types">
        <p:nvSpPr>
          <p:cNvPr id="7001" name="latex-equation-7001"/>
          <p:cNvSpPr txBox="1">
            <a:spLocks noGrp="1"/>
          </p:cNvSpPr>
          <p:nvPr/>
        </p:nvSpPr>
        <p:spPr>
          <a:xfrm>
            <a:off x="6191250" y="1619250"/>
            <a:ext cx="5391150" cy="904875"/>
          </a:xfrm>
          <a:prstGeom prst="rect">
            <a:avLst/>
          </a:prstGeom>
          <a:noFill/>
          <a:ln>
            <a:noFill/>
          </a:ln>
        </p:spPr>
        <p:txBody>
          <a:bodyPr wrap="none" lIns="0" tIns="0" rIns="0" bIns="0" anchor="ctr">
            <a:noAutofit/>
          </a:bodyPr>
          <a:lstStyle/>
          <a:p>
            <a:pPr algn="ctr"/>
            <a14:m>
              <m:oMathPara>
                <m:oMath>
                  <m:r>
                    <w:rPr>
                      <w:sz w:val="44"/>
                      <w:rFonts w:ascii="Cambria Math" w:hAnsi="Cambria Math" w:eastAsia="Cambria Math"/>
                    </w:rPr>
                    <m:t>b=</m:t>
                  </m:r>
                  <m:f>
                    <m:fPr>
                      <m:type m:val="bar"/>
                    </m:fPr>
                    <m:num>
                      <m:nary>
                        <m:naryPr>
                          <m:chr m:val="∑"/>
                          <m:limLoc m:val="subSup"/>
                          <m:grow m:val="1"/>
                          <m:subHide m:val="off"/>
                          <m:supHide m:val="on"/>
                        </m:naryPr>
                        <m:sub>
                          <m:r>
                            <w:rPr>
                              <w:sz w:val="44"/>
                              <w:rFonts w:ascii="Cambria Math" w:hAnsi="Cambria Math" w:eastAsia="Cambria Math"/>
                            </w:rPr>
                            <m:t>k</m:t>
                          </m:r>
                        </m:sub>
                        <m:sup/>
                        <m:e>
                          <m:r>
                            <w:rPr>
                              <w:sz w:val="44"/>
                              <w:rFonts w:ascii="Cambria Math" w:hAnsi="Cambria Math" w:eastAsia="Cambria Math"/>
                            </w:rPr>
                            <m:t>(</m:t>
                          </m:r>
                        </m:e>
                      </m:nary>
                      <m:sSub>
                        <m:e>
                          <m:r>
                            <w:rPr>
                              <w:sz w:val="44"/>
                              <w:rFonts w:ascii="Cambria Math" w:hAnsi="Cambria Math" w:eastAsia="Cambria Math"/>
                            </w:rPr>
                            <m:t>t</m:t>
                          </m:r>
                        </m:e>
                        <m:sub>
                          <m:r>
                            <w:rPr>
                              <w:sz w:val="44"/>
                              <w:rFonts w:ascii="Cambria Math" w:hAnsi="Cambria Math" w:eastAsia="Cambria Math"/>
                            </w:rPr>
                            <m:t>k</m:t>
                          </m:r>
                        </m:sub>
                      </m:sSub>
                      <m:r>
                        <w:rPr>
                          <w:sz w:val="44"/>
                          <w:rFonts w:ascii="Cambria Math" w:hAnsi="Cambria Math" w:eastAsia="Cambria Math"/>
                        </w:rPr>
                        <m:t>−</m:t>
                      </m:r>
                      <m:bar>
                        <m:barPr>
                          <m:pos m:val="top"/>
                        </m:barPr>
                        <m:e>
                          <m:r>
                            <w:rPr>
                              <w:sz w:val="44"/>
                              <w:rFonts w:ascii="Cambria Math" w:hAnsi="Cambria Math" w:eastAsia="Cambria Math"/>
                            </w:rPr>
                            <m:t>t</m:t>
                          </m:r>
                        </m:e>
                      </m:bar>
                      <m:r>
                        <w:rPr>
                          <w:sz w:val="44"/>
                          <w:rFonts w:ascii="Cambria Math" w:hAnsi="Cambria Math" w:eastAsia="Cambria Math"/>
                        </w:rPr>
                        <m:t>)(</m:t>
                      </m:r>
                      <m:sSub>
                        <m:e>
                          <m:r>
                            <w:rPr>
                              <w:sz w:val="44"/>
                              <w:rFonts w:ascii="Cambria Math" w:hAnsi="Cambria Math" w:eastAsia="Cambria Math"/>
                            </w:rPr>
                            <m:t>d</m:t>
                          </m:r>
                        </m:e>
                        <m:sub>
                          <m:r>
                            <w:rPr>
                              <w:sz w:val="44"/>
                              <w:rFonts w:ascii="Cambria Math" w:hAnsi="Cambria Math" w:eastAsia="Cambria Math"/>
                            </w:rPr>
                            <m:t>k</m:t>
                          </m:r>
                        </m:sub>
                      </m:sSub>
                      <m:r>
                        <w:rPr>
                          <w:sz w:val="44"/>
                          <w:rFonts w:ascii="Cambria Math" w:hAnsi="Cambria Math" w:eastAsia="Cambria Math"/>
                        </w:rPr>
                        <m:t>−</m:t>
                      </m:r>
                      <m:bar>
                        <m:barPr>
                          <m:pos m:val="top"/>
                        </m:barPr>
                        <m:e>
                          <m:r>
                            <w:rPr>
                              <w:sz w:val="44"/>
                              <w:rFonts w:ascii="Cambria Math" w:hAnsi="Cambria Math" w:eastAsia="Cambria Math"/>
                            </w:rPr>
                            <m:t>d</m:t>
                          </m:r>
                        </m:e>
                      </m:bar>
                      <m:r>
                        <w:rPr>
                          <w:sz w:val="44"/>
                          <w:rFonts w:ascii="Cambria Math" w:hAnsi="Cambria Math" w:eastAsia="Cambria Math"/>
                        </w:rPr>
                        <m:t>)</m:t>
                      </m:r>
                    </m:num>
                    <m:den>
                      <m:nary>
                        <m:naryPr>
                          <m:chr m:val="∑"/>
                          <m:limLoc m:val="subSup"/>
                          <m:grow m:val="1"/>
                          <m:subHide m:val="off"/>
                          <m:supHide m:val="on"/>
                        </m:naryPr>
                        <m:sub>
                          <m:r>
                            <w:rPr>
                              <w:sz w:val="44"/>
                              <w:rFonts w:ascii="Cambria Math" w:hAnsi="Cambria Math" w:eastAsia="Cambria Math"/>
                            </w:rPr>
                            <m:t>k</m:t>
                          </m:r>
                        </m:sub>
                        <m:sup/>
                        <m:e>
                          <m:r>
                            <w:rPr>
                              <w:sz w:val="44"/>
                              <w:rFonts w:ascii="Cambria Math" w:hAnsi="Cambria Math" w:eastAsia="Cambria Math"/>
                            </w:rPr>
                            <m:t>(</m:t>
                          </m:r>
                        </m:e>
                      </m:nary>
                      <m:sSub>
                        <m:e>
                          <m:r>
                            <w:rPr>
                              <w:sz w:val="44"/>
                              <w:rFonts w:ascii="Cambria Math" w:hAnsi="Cambria Math" w:eastAsia="Cambria Math"/>
                            </w:rPr>
                            <m:t>t</m:t>
                          </m:r>
                        </m:e>
                        <m:sub>
                          <m:r>
                            <w:rPr>
                              <w:sz w:val="44"/>
                              <w:rFonts w:ascii="Cambria Math" w:hAnsi="Cambria Math" w:eastAsia="Cambria Math"/>
                            </w:rPr>
                            <m:t>k</m:t>
                          </m:r>
                        </m:sub>
                      </m:sSub>
                      <m:r>
                        <w:rPr>
                          <w:sz w:val="44"/>
                          <w:rFonts w:ascii="Cambria Math" w:hAnsi="Cambria Math" w:eastAsia="Cambria Math"/>
                        </w:rPr>
                        <m:t>−</m:t>
                      </m:r>
                      <m:bar>
                        <m:barPr>
                          <m:pos m:val="top"/>
                        </m:barPr>
                        <m:e>
                          <m:r>
                            <w:rPr>
                              <w:sz w:val="44"/>
                              <w:rFonts w:ascii="Cambria Math" w:hAnsi="Cambria Math" w:eastAsia="Cambria Math"/>
                            </w:rPr>
                            <m:t>t</m:t>
                          </m:r>
                        </m:e>
                      </m:bar>
                      <m:sSup>
                        <m:e>
                          <m:r>
                            <w:rPr>
                              <w:sz w:val="44"/>
                              <w:rFonts w:ascii="Cambria Math" w:hAnsi="Cambria Math" w:eastAsia="Cambria Math"/>
                            </w:rPr>
                            <m:t>)</m:t>
                          </m:r>
                        </m:e>
                        <m:sup>
                          <m:r>
                            <w:rPr>
                              <w:sz w:val="44"/>
                              <w:rFonts w:ascii="Cambria Math" w:hAnsi="Cambria Math" w:eastAsia="Cambria Math"/>
                            </w:rPr>
                            <m:t>2</m:t>
                          </m:r>
                        </m:sup>
                      </m:sSup>
                    </m:den>
                  </m:f>
                </m:oMath>
              </m:oMathPara>
            </a14:m>
            <a:endParaRPr sz="2200"/>
          </a:p>
        </p:txBody>
      </p:sp>
    </p:spTree>
    <p:extLst>
      <p:ext uri="{BB962C8B-B14F-4D97-AF65-F5344CB8AC3E}">
        <p14:creationId xmlns:p14="http://schemas.microsoft.com/office/powerpoint/2010/main" val="686661995"/>
      </p:ext>
    </p:extLst>
  </p:cSld>
</p:sld>
</file>

<file path=ppt/slides/slide9.xml><?xml version="1.0" encoding="utf-8"?>
<p:sld xmlns:p="http://schemas.openxmlformats.org/presentationml/2006/main">
  <p:cSld>
    <p:bg>
      <p:bgPr>
        <a:solidFill xmlns:a="http://schemas.openxmlformats.org/drawingml/2006/main">
          <a:srgbClr val="ECEFF1"/>
        </a:solidFill>
      </p:bgPr>
    </p:bg>
    <p:spTree>
      <p:nvGrpSpPr>
        <p:cNvPr id="1" name=""/>
        <p:cNvGrpSpPr/>
        <p:nvPr/>
      </p:nvGrpSpPr>
      <p:grpSpPr>
        <a:xfrm xmlns:a="http://schemas.openxmlformats.org/drawingml/2006/main"/>
      </p:grpSpPr>
      <p:sp>
        <p:nvSpPr>
          <p:cNvPr id="43" name="o0">
            <a:extLst xmlns:a="http://schemas.openxmlformats.org/drawingml/2006/main">
              <a:ext uri="{FF2B5EF4-FFF2-40B4-BE49-F238E27FC236}">
                <a16:creationId xmlns:a16="http://schemas.microsoft.com/office/drawing/2014/main" id="{63FD20F8-1745-40F3-A4AD-CBC88800B2CE}"/>
              </a:ext>
            </a:extLst>
          </p:cNvPr>
          <p:cNvSpPr>
            <a:spLocks xmlns:a="http://schemas.openxmlformats.org/drawingml/2006/main" noGrp="1"/>
          </p:cNvSpPr>
          <p:nvPr/>
        </p:nvSpPr>
        <p:spPr>
          <a:xfrm xmlns:a="http://schemas.openxmlformats.org/drawingml/2006/main">
            <a:off x="609600" y="219075"/>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B85A1E"/>
                </a:solidFill>
                <a:latin typeface="Noto Sans SC"/>
                <a:ea typeface="Noto Sans SC"/>
                <a:cs typeface="Noto Sans SC"/>
              </a:defRPr>
            </a:defPPr>
            <a:lvl1pPr algn="l">
              <a:defRPr sz="1275" b="1">
                <a:solidFill>
                  <a:srgbClr val="B85A1E"/>
                </a:solidFill>
                <a:latin typeface="Noto Sans SC"/>
                <a:ea typeface="Noto Sans SC"/>
                <a:cs typeface="Noto Sans SC"/>
              </a:defRPr>
            </a:lvl1pPr>
            <a:lvl2pPr algn="l">
              <a:defRPr sz="1275" b="1">
                <a:solidFill>
                  <a:srgbClr val="B85A1E"/>
                </a:solidFill>
                <a:latin typeface="Noto Sans SC"/>
                <a:ea typeface="Noto Sans SC"/>
                <a:cs typeface="Noto Sans SC"/>
              </a:defRPr>
            </a:lvl2pPr>
            <a:lvl3pPr algn="l">
              <a:defRPr sz="1275" b="1">
                <a:solidFill>
                  <a:srgbClr val="B85A1E"/>
                </a:solidFill>
                <a:latin typeface="Noto Sans SC"/>
                <a:ea typeface="Noto Sans SC"/>
                <a:cs typeface="Noto Sans SC"/>
              </a:defRPr>
            </a:lvl3pPr>
            <a:lvl4pPr algn="l">
              <a:defRPr sz="1275" b="1">
                <a:solidFill>
                  <a:srgbClr val="B85A1E"/>
                </a:solidFill>
                <a:latin typeface="Noto Sans SC"/>
                <a:ea typeface="Noto Sans SC"/>
                <a:cs typeface="Noto Sans SC"/>
              </a:defRPr>
            </a:lvl4pPr>
            <a:lvl5pPr algn="l">
              <a:defRPr sz="1275" b="1">
                <a:solidFill>
                  <a:srgbClr val="B85A1E"/>
                </a:solidFill>
                <a:latin typeface="Noto Sans SC"/>
                <a:ea typeface="Noto Sans SC"/>
                <a:cs typeface="Noto Sans SC"/>
              </a:defRPr>
            </a:lvl5pPr>
            <a:lvl6pPr algn="l">
              <a:defRPr sz="1275" b="1">
                <a:solidFill>
                  <a:srgbClr val="B85A1E"/>
                </a:solidFill>
                <a:latin typeface="Noto Sans SC"/>
                <a:ea typeface="Noto Sans SC"/>
                <a:cs typeface="Noto Sans SC"/>
              </a:defRPr>
            </a:lvl6pPr>
            <a:lvl7pPr algn="l">
              <a:defRPr sz="1275" b="1">
                <a:solidFill>
                  <a:srgbClr val="B85A1E"/>
                </a:solidFill>
                <a:latin typeface="Noto Sans SC"/>
                <a:ea typeface="Noto Sans SC"/>
                <a:cs typeface="Noto Sans SC"/>
              </a:defRPr>
            </a:lvl7pPr>
            <a:lvl8pPr algn="l">
              <a:defRPr sz="1275" b="1">
                <a:solidFill>
                  <a:srgbClr val="B85A1E"/>
                </a:solidFill>
                <a:latin typeface="Noto Sans SC"/>
                <a:ea typeface="Noto Sans SC"/>
                <a:cs typeface="Noto Sans SC"/>
              </a:defRPr>
            </a:lvl8pPr>
            <a:lvl9pPr algn="l">
              <a:defRPr sz="1275" b="1">
                <a:solidFill>
                  <a:srgbClr val="B85A1E"/>
                </a:solidFill>
                <a:latin typeface="Noto Sans SC"/>
                <a:ea typeface="Noto Sans SC"/>
                <a:cs typeface="Noto Sans SC"/>
              </a:defRPr>
            </a:lvl9pPr>
          </a:lstStyle>
          <a:p xmlns:a="http://schemas.openxmlformats.org/drawingml/2006/main">
            <a:pPr algn="l">
              <a:defRPr sz="1275" b="1">
                <a:solidFill>
                  <a:srgbClr val="B85A1E"/>
                </a:solidFill>
                <a:latin typeface="Noto Sans SC"/>
                <a:ea typeface="Noto Sans SC"/>
                <a:cs typeface="Noto Sans SC"/>
              </a:defRPr>
            </a:pPr>
            <a:r>
              <a:rPr sz="1275" b="1">
                <a:solidFill>
                  <a:srgbClr val="B85A1E"/>
                </a:solidFill>
                <a:latin typeface="Noto Sans SC"/>
                <a:ea typeface="Noto Sans SC"/>
                <a:cs typeface="Noto Sans SC"/>
              </a:rPr>
              <a:t>空间 · 候选选择与共享</a:t>
            </a:r>
          </a:p>
        </p:txBody>
      </p:sp>
      <p:sp>
        <p:nvSpPr>
          <p:cNvPr id="2" name="o1">
            <a:extLst xmlns:a="http://schemas.openxmlformats.org/drawingml/2006/main">
              <a:ext uri="{FF2B5EF4-FFF2-40B4-BE49-F238E27FC236}">
                <a16:creationId xmlns:a16="http://schemas.microsoft.com/office/drawing/2014/main" id="{D382179A-D9D4-4E55-96BF-0AE354BCD1E6}"/>
              </a:ext>
            </a:extLst>
          </p:cNvPr>
          <p:cNvSpPr>
            <a:spLocks xmlns:a="http://schemas.openxmlformats.org/drawingml/2006/main" noGrp="1"/>
          </p:cNvSpPr>
          <p:nvPr/>
        </p:nvSpPr>
        <p:spPr>
          <a:xfrm xmlns:a="http://schemas.openxmlformats.org/drawingml/2006/main">
            <a:off x="609600" y="6000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700" b="1">
                <a:solidFill>
                  <a:srgbClr val="16243A"/>
                </a:solidFill>
                <a:latin typeface="Noto Serif SC"/>
                <a:ea typeface="Noto Serif SC"/>
                <a:cs typeface="Noto Serif SC"/>
              </a:defRPr>
            </a:defPPr>
            <a:lvl1pPr algn="l">
              <a:defRPr sz="2700" b="1">
                <a:solidFill>
                  <a:srgbClr val="16243A"/>
                </a:solidFill>
                <a:latin typeface="Noto Serif SC"/>
                <a:ea typeface="Noto Serif SC"/>
                <a:cs typeface="Noto Serif SC"/>
              </a:defRPr>
            </a:lvl1pPr>
            <a:lvl2pPr algn="l">
              <a:defRPr sz="2700" b="1">
                <a:solidFill>
                  <a:srgbClr val="16243A"/>
                </a:solidFill>
                <a:latin typeface="Noto Serif SC"/>
                <a:ea typeface="Noto Serif SC"/>
                <a:cs typeface="Noto Serif SC"/>
              </a:defRPr>
            </a:lvl2pPr>
            <a:lvl3pPr algn="l">
              <a:defRPr sz="2700" b="1">
                <a:solidFill>
                  <a:srgbClr val="16243A"/>
                </a:solidFill>
                <a:latin typeface="Noto Serif SC"/>
                <a:ea typeface="Noto Serif SC"/>
                <a:cs typeface="Noto Serif SC"/>
              </a:defRPr>
            </a:lvl3pPr>
            <a:lvl4pPr algn="l">
              <a:defRPr sz="2700" b="1">
                <a:solidFill>
                  <a:srgbClr val="16243A"/>
                </a:solidFill>
                <a:latin typeface="Noto Serif SC"/>
                <a:ea typeface="Noto Serif SC"/>
                <a:cs typeface="Noto Serif SC"/>
              </a:defRPr>
            </a:lvl4pPr>
            <a:lvl5pPr algn="l">
              <a:defRPr sz="2700" b="1">
                <a:solidFill>
                  <a:srgbClr val="16243A"/>
                </a:solidFill>
                <a:latin typeface="Noto Serif SC"/>
                <a:ea typeface="Noto Serif SC"/>
                <a:cs typeface="Noto Serif SC"/>
              </a:defRPr>
            </a:lvl5pPr>
            <a:lvl6pPr algn="l">
              <a:defRPr sz="2700" b="1">
                <a:solidFill>
                  <a:srgbClr val="16243A"/>
                </a:solidFill>
                <a:latin typeface="Noto Serif SC"/>
                <a:ea typeface="Noto Serif SC"/>
                <a:cs typeface="Noto Serif SC"/>
              </a:defRPr>
            </a:lvl6pPr>
            <a:lvl7pPr algn="l">
              <a:defRPr sz="2700" b="1">
                <a:solidFill>
                  <a:srgbClr val="16243A"/>
                </a:solidFill>
                <a:latin typeface="Noto Serif SC"/>
                <a:ea typeface="Noto Serif SC"/>
                <a:cs typeface="Noto Serif SC"/>
              </a:defRPr>
            </a:lvl7pPr>
            <a:lvl8pPr algn="l">
              <a:defRPr sz="2700" b="1">
                <a:solidFill>
                  <a:srgbClr val="16243A"/>
                </a:solidFill>
                <a:latin typeface="Noto Serif SC"/>
                <a:ea typeface="Noto Serif SC"/>
                <a:cs typeface="Noto Serif SC"/>
              </a:defRPr>
            </a:lvl8pPr>
            <a:lvl9pPr algn="l">
              <a:defRPr sz="2700" b="1">
                <a:solidFill>
                  <a:srgbClr val="16243A"/>
                </a:solidFill>
                <a:latin typeface="Noto Serif SC"/>
                <a:ea typeface="Noto Serif SC"/>
                <a:cs typeface="Noto Serif SC"/>
              </a:defRPr>
            </a:lvl9pPr>
          </a:lstStyle>
          <a:p xmlns:a="http://schemas.openxmlformats.org/drawingml/2006/main">
            <a:pPr algn="l">
              <a:defRPr sz="2700" b="1">
                <a:solidFill>
                  <a:srgbClr val="16243A"/>
                </a:solidFill>
                <a:latin typeface="Noto Serif SC"/>
                <a:ea typeface="Noto Serif SC"/>
                <a:cs typeface="Noto Serif SC"/>
              </a:defRPr>
            </a:pPr>
            <a:r>
              <a:rPr sz="2700" b="1">
                <a:solidFill>
                  <a:srgbClr val="16243A"/>
                </a:solidFill>
                <a:latin typeface="Noto Serif SC"/>
                <a:ea typeface="Noto Serif SC"/>
                <a:cs typeface="Noto Serif SC"/>
              </a:rPr>
              <a:t>主空间上下文让多个判读模块引用同一依据</a:t>
            </a:r>
          </a:p>
        </p:txBody>
      </p:sp>
      <p:sp>
        <p:nvSpPr>
          <p:cNvPr id="3" name="line-2">
            <a:extLst xmlns:a="http://schemas.openxmlformats.org/drawingml/2006/main">
              <a:ext uri="{FF2B5EF4-FFF2-40B4-BE49-F238E27FC236}">
                <a16:creationId xmlns:a16="http://schemas.microsoft.com/office/drawing/2014/main" id="{1B34FDE2-FE91-4FF2-BE95-68D2B546CC00}"/>
              </a:ext>
            </a:extLst>
          </p:cNvPr>
          <p:cNvSpPr>
            <a:spLocks xmlns:a="http://schemas.openxmlformats.org/drawingml/2006/main" noGrp="1"/>
          </p:cNvSpPr>
          <p:nvPr/>
        </p:nvSpPr>
        <p:spPr>
          <a:xfrm xmlns:a="http://schemas.openxmlformats.org/drawingml/2006/main" flipV="0">
            <a:off x="609600" y="1200150"/>
            <a:ext cx="10972800" cy="953"/>
          </a:xfrm>
          <a:prstGeom xmlns:a="http://schemas.openxmlformats.org/drawingml/2006/main" prst="line">
            <a:avLst/>
          </a:prstGeom>
          <a:noFill xmlns:a="http://schemas.openxmlformats.org/drawingml/2006/main"/>
          <a:ln xmlns:a="http://schemas.openxmlformats.org/drawingml/2006/main" w="14288">
            <a:solidFill>
              <a:srgbClr val="D5DAE0"/>
            </a:solidFill>
            <a:prstDash val="solid"/>
          </a:ln>
        </p:spPr>
      </p:sp>
      <p:sp>
        <p:nvSpPr>
          <p:cNvPr id="4" name="o3">
            <a:extLst xmlns:a="http://schemas.openxmlformats.org/drawingml/2006/main">
              <a:ext uri="{FF2B5EF4-FFF2-40B4-BE49-F238E27FC236}">
                <a16:creationId xmlns:a16="http://schemas.microsoft.com/office/drawing/2014/main" id="{9886931F-84D4-486D-B9FB-A32C3DD39B91}"/>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00" b="0">
                <a:solidFill>
                  <a:srgbClr val="6B7689"/>
                </a:solidFill>
                <a:latin typeface="Noto Sans SC"/>
                <a:ea typeface="Noto Sans SC"/>
                <a:cs typeface="Noto Sans SC"/>
              </a:defRPr>
            </a:defPPr>
            <a:lvl1pPr algn="l">
              <a:defRPr sz="900" b="0">
                <a:solidFill>
                  <a:srgbClr val="6B7689"/>
                </a:solidFill>
                <a:latin typeface="Noto Sans SC"/>
                <a:ea typeface="Noto Sans SC"/>
                <a:cs typeface="Noto Sans SC"/>
              </a:defRPr>
            </a:lvl1pPr>
            <a:lvl2pPr algn="l">
              <a:defRPr sz="900" b="0">
                <a:solidFill>
                  <a:srgbClr val="6B7689"/>
                </a:solidFill>
                <a:latin typeface="Noto Sans SC"/>
                <a:ea typeface="Noto Sans SC"/>
                <a:cs typeface="Noto Sans SC"/>
              </a:defRPr>
            </a:lvl2pPr>
            <a:lvl3pPr algn="l">
              <a:defRPr sz="900" b="0">
                <a:solidFill>
                  <a:srgbClr val="6B7689"/>
                </a:solidFill>
                <a:latin typeface="Noto Sans SC"/>
                <a:ea typeface="Noto Sans SC"/>
                <a:cs typeface="Noto Sans SC"/>
              </a:defRPr>
            </a:lvl3pPr>
            <a:lvl4pPr algn="l">
              <a:defRPr sz="900" b="0">
                <a:solidFill>
                  <a:srgbClr val="6B7689"/>
                </a:solidFill>
                <a:latin typeface="Noto Sans SC"/>
                <a:ea typeface="Noto Sans SC"/>
                <a:cs typeface="Noto Sans SC"/>
              </a:defRPr>
            </a:lvl4pPr>
            <a:lvl5pPr algn="l">
              <a:defRPr sz="900" b="0">
                <a:solidFill>
                  <a:srgbClr val="6B7689"/>
                </a:solidFill>
                <a:latin typeface="Noto Sans SC"/>
                <a:ea typeface="Noto Sans SC"/>
                <a:cs typeface="Noto Sans SC"/>
              </a:defRPr>
            </a:lvl5pPr>
            <a:lvl6pPr algn="l">
              <a:defRPr sz="900" b="0">
                <a:solidFill>
                  <a:srgbClr val="6B7689"/>
                </a:solidFill>
                <a:latin typeface="Noto Sans SC"/>
                <a:ea typeface="Noto Sans SC"/>
                <a:cs typeface="Noto Sans SC"/>
              </a:defRPr>
            </a:lvl6pPr>
            <a:lvl7pPr algn="l">
              <a:defRPr sz="900" b="0">
                <a:solidFill>
                  <a:srgbClr val="6B7689"/>
                </a:solidFill>
                <a:latin typeface="Noto Sans SC"/>
                <a:ea typeface="Noto Sans SC"/>
                <a:cs typeface="Noto Sans SC"/>
              </a:defRPr>
            </a:lvl7pPr>
            <a:lvl8pPr algn="l">
              <a:defRPr sz="900" b="0">
                <a:solidFill>
                  <a:srgbClr val="6B7689"/>
                </a:solidFill>
                <a:latin typeface="Noto Sans SC"/>
                <a:ea typeface="Noto Sans SC"/>
                <a:cs typeface="Noto Sans SC"/>
              </a:defRPr>
            </a:lvl8pPr>
            <a:lvl9pPr algn="l">
              <a:defRPr sz="900" b="0">
                <a:solidFill>
                  <a:srgbClr val="6B7689"/>
                </a:solidFill>
                <a:latin typeface="Noto Sans SC"/>
                <a:ea typeface="Noto Sans SC"/>
                <a:cs typeface="Noto Sans SC"/>
              </a:defRPr>
            </a:lvl9pPr>
          </a:lstStyle>
          <a:p xmlns:a="http://schemas.openxmlformats.org/drawingml/2006/main">
            <a:pPr algn="l">
              <a:defRPr sz="900" b="0">
                <a:solidFill>
                  <a:srgbClr val="6B7689"/>
                </a:solidFill>
                <a:latin typeface="Noto Sans SC"/>
                <a:ea typeface="Noto Sans SC"/>
                <a:cs typeface="Noto Sans SC"/>
              </a:defRPr>
            </a:pPr>
            <a:r>
              <a:rPr sz="900" b="0">
                <a:solidFill>
                  <a:srgbClr val="6B7689"/>
                </a:solidFill>
                <a:latin typeface="Noto Sans SC"/>
                <a:ea typeface="Noto Sans SC"/>
                <a:cs typeface="Noto Sans SC"/>
              </a:rPr>
              <a:t>project_reference §16.10–16.11；SpatialContext；补充回归</a:t>
            </a:r>
          </a:p>
        </p:txBody>
      </p:sp>
      <p:sp>
        <p:nvSpPr>
          <p:cNvPr id="5" name="o4">
            <a:extLst xmlns:a="http://schemas.openxmlformats.org/drawingml/2006/main">
              <a:ext uri="{FF2B5EF4-FFF2-40B4-BE49-F238E27FC236}">
                <a16:creationId xmlns:a16="http://schemas.microsoft.com/office/drawing/2014/main" id="{31AC7AF4-E7B0-44B7-8AAD-641EA5C8AE73}"/>
              </a:ext>
            </a:extLst>
          </p:cNvPr>
          <p:cNvSpPr>
            <a:spLocks xmlns:a="http://schemas.openxmlformats.org/drawingml/2006/main" noGrp="1"/>
          </p:cNvSpPr>
          <p:nvPr/>
        </p:nvSpPr>
        <p:spPr>
          <a:xfrm xmlns:a="http://schemas.openxmlformats.org/drawingml/2006/main">
            <a:off x="10896600" y="6505575"/>
            <a:ext cx="68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6B7689"/>
                </a:solidFill>
                <a:latin typeface="Noto Sans SC"/>
                <a:ea typeface="Noto Sans SC"/>
                <a:cs typeface="Noto Sans SC"/>
              </a:defRPr>
            </a:defPPr>
            <a:lvl1pPr algn="r">
              <a:defRPr sz="1200" b="0">
                <a:solidFill>
                  <a:srgbClr val="6B7689"/>
                </a:solidFill>
                <a:latin typeface="Noto Sans SC"/>
                <a:ea typeface="Noto Sans SC"/>
                <a:cs typeface="Noto Sans SC"/>
              </a:defRPr>
            </a:lvl1pPr>
            <a:lvl2pPr algn="r">
              <a:defRPr sz="1200" b="0">
                <a:solidFill>
                  <a:srgbClr val="6B7689"/>
                </a:solidFill>
                <a:latin typeface="Noto Sans SC"/>
                <a:ea typeface="Noto Sans SC"/>
                <a:cs typeface="Noto Sans SC"/>
              </a:defRPr>
            </a:lvl2pPr>
            <a:lvl3pPr algn="r">
              <a:defRPr sz="1200" b="0">
                <a:solidFill>
                  <a:srgbClr val="6B7689"/>
                </a:solidFill>
                <a:latin typeface="Noto Sans SC"/>
                <a:ea typeface="Noto Sans SC"/>
                <a:cs typeface="Noto Sans SC"/>
              </a:defRPr>
            </a:lvl3pPr>
            <a:lvl4pPr algn="r">
              <a:defRPr sz="1200" b="0">
                <a:solidFill>
                  <a:srgbClr val="6B7689"/>
                </a:solidFill>
                <a:latin typeface="Noto Sans SC"/>
                <a:ea typeface="Noto Sans SC"/>
                <a:cs typeface="Noto Sans SC"/>
              </a:defRPr>
            </a:lvl4pPr>
            <a:lvl5pPr algn="r">
              <a:defRPr sz="1200" b="0">
                <a:solidFill>
                  <a:srgbClr val="6B7689"/>
                </a:solidFill>
                <a:latin typeface="Noto Sans SC"/>
                <a:ea typeface="Noto Sans SC"/>
                <a:cs typeface="Noto Sans SC"/>
              </a:defRPr>
            </a:lvl5pPr>
            <a:lvl6pPr algn="r">
              <a:defRPr sz="1200" b="0">
                <a:solidFill>
                  <a:srgbClr val="6B7689"/>
                </a:solidFill>
                <a:latin typeface="Noto Sans SC"/>
                <a:ea typeface="Noto Sans SC"/>
                <a:cs typeface="Noto Sans SC"/>
              </a:defRPr>
            </a:lvl6pPr>
            <a:lvl7pPr algn="r">
              <a:defRPr sz="1200" b="0">
                <a:solidFill>
                  <a:srgbClr val="6B7689"/>
                </a:solidFill>
                <a:latin typeface="Noto Sans SC"/>
                <a:ea typeface="Noto Sans SC"/>
                <a:cs typeface="Noto Sans SC"/>
              </a:defRPr>
            </a:lvl7pPr>
            <a:lvl8pPr algn="r">
              <a:defRPr sz="1200" b="0">
                <a:solidFill>
                  <a:srgbClr val="6B7689"/>
                </a:solidFill>
                <a:latin typeface="Noto Sans SC"/>
                <a:ea typeface="Noto Sans SC"/>
                <a:cs typeface="Noto Sans SC"/>
              </a:defRPr>
            </a:lvl8pPr>
            <a:lvl9pPr algn="r">
              <a:defRPr sz="1200" b="0">
                <a:solidFill>
                  <a:srgbClr val="6B7689"/>
                </a:solidFill>
                <a:latin typeface="Noto Sans SC"/>
                <a:ea typeface="Noto Sans SC"/>
                <a:cs typeface="Noto Sans SC"/>
              </a:defRPr>
            </a:lvl9pPr>
          </a:lstStyle>
          <a:p xmlns:a="http://schemas.openxmlformats.org/drawingml/2006/main">
            <a:pPr algn="r">
              <a:defRPr sz="1200" b="0">
                <a:solidFill>
                  <a:srgbClr val="6B7689"/>
                </a:solidFill>
                <a:latin typeface="Noto Sans SC"/>
                <a:ea typeface="Noto Sans SC"/>
                <a:cs typeface="Noto Sans SC"/>
              </a:defRPr>
            </a:pPr>
            <a:r>
              <a:rPr sz="1200" b="0">
                <a:solidFill>
                  <a:srgbClr val="6B7689"/>
                </a:solidFill>
                <a:latin typeface="Noto Sans SC"/>
                <a:ea typeface="Noto Sans SC"/>
                <a:cs typeface="Noto Sans SC"/>
              </a:rPr>
              <a:t>09 / 39</a:t>
            </a:r>
          </a:p>
        </p:txBody>
      </p:sp>
      <p:sp>
        <p:nvSpPr>
          <p:cNvPr id="6" name="o5">
            <a:extLst xmlns:a="http://schemas.openxmlformats.org/drawingml/2006/main">
              <a:ext uri="{FF2B5EF4-FFF2-40B4-BE49-F238E27FC236}">
                <a16:creationId xmlns:a16="http://schemas.microsoft.com/office/drawing/2014/main" id="{3DFEA9BA-09FC-4E7B-8398-B15E31FB9D0F}"/>
              </a:ext>
            </a:extLst>
          </p:cNvPr>
          <p:cNvSpPr>
            <a:spLocks xmlns:a="http://schemas.openxmlformats.org/drawingml/2006/main" noGrp="1"/>
          </p:cNvSpPr>
          <p:nvPr/>
        </p:nvSpPr>
        <p:spPr>
          <a:xfrm xmlns:a="http://schemas.openxmlformats.org/drawingml/2006/main">
            <a:off x="609600" y="5981700"/>
            <a:ext cx="10972800" cy="428625"/>
          </a:xfrm>
          <a:prstGeom xmlns:a="http://schemas.openxmlformats.org/drawingml/2006/main" prst="roundRect">
            <a:avLst>
              <a:gd name="adj" fmla="val 17778"/>
            </a:avLst>
          </a:prstGeom>
          <a:solidFill xmlns:a="http://schemas.openxmlformats.org/drawingml/2006/main">
            <a:srgbClr val="D6E6E5"/>
          </a:solidFill>
          <a:ln xmlns:a="http://schemas.openxmlformats.org/drawingml/2006/main" w="0">
            <a:noFill/>
            <a:prstDash val="solid"/>
          </a:ln>
        </p:spPr>
      </p:sp>
      <p:sp>
        <p:nvSpPr>
          <p:cNvPr id="7" name="o6">
            <a:extLst xmlns:a="http://schemas.openxmlformats.org/drawingml/2006/main">
              <a:ext uri="{FF2B5EF4-FFF2-40B4-BE49-F238E27FC236}">
                <a16:creationId xmlns:a16="http://schemas.microsoft.com/office/drawing/2014/main" id="{91A2CEAB-B2BE-4C6E-A16B-106F2555E17A}"/>
              </a:ext>
            </a:extLst>
          </p:cNvPr>
          <p:cNvSpPr>
            <a:spLocks xmlns:a="http://schemas.openxmlformats.org/drawingml/2006/main" noGrp="1"/>
          </p:cNvSpPr>
          <p:nvPr/>
        </p:nvSpPr>
        <p:spPr>
          <a:xfrm xmlns:a="http://schemas.openxmlformats.org/drawingml/2006/main">
            <a:off x="781050" y="6029325"/>
            <a:ext cx="10629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75" b="1">
                <a:solidFill>
                  <a:srgbClr val="0F6E73"/>
                </a:solidFill>
                <a:latin typeface="Noto Sans SC"/>
                <a:ea typeface="Noto Sans SC"/>
                <a:cs typeface="Noto Sans SC"/>
              </a:defRPr>
            </a:defPPr>
            <a:lvl1pPr algn="l">
              <a:defRPr sz="1575" b="1">
                <a:solidFill>
                  <a:srgbClr val="0F6E73"/>
                </a:solidFill>
                <a:latin typeface="Noto Sans SC"/>
                <a:ea typeface="Noto Sans SC"/>
                <a:cs typeface="Noto Sans SC"/>
              </a:defRPr>
            </a:lvl1pPr>
            <a:lvl2pPr algn="l">
              <a:defRPr sz="1575" b="1">
                <a:solidFill>
                  <a:srgbClr val="0F6E73"/>
                </a:solidFill>
                <a:latin typeface="Noto Sans SC"/>
                <a:ea typeface="Noto Sans SC"/>
                <a:cs typeface="Noto Sans SC"/>
              </a:defRPr>
            </a:lvl2pPr>
            <a:lvl3pPr algn="l">
              <a:defRPr sz="1575" b="1">
                <a:solidFill>
                  <a:srgbClr val="0F6E73"/>
                </a:solidFill>
                <a:latin typeface="Noto Sans SC"/>
                <a:ea typeface="Noto Sans SC"/>
                <a:cs typeface="Noto Sans SC"/>
              </a:defRPr>
            </a:lvl3pPr>
            <a:lvl4pPr algn="l">
              <a:defRPr sz="1575" b="1">
                <a:solidFill>
                  <a:srgbClr val="0F6E73"/>
                </a:solidFill>
                <a:latin typeface="Noto Sans SC"/>
                <a:ea typeface="Noto Sans SC"/>
                <a:cs typeface="Noto Sans SC"/>
              </a:defRPr>
            </a:lvl4pPr>
            <a:lvl5pPr algn="l">
              <a:defRPr sz="1575" b="1">
                <a:solidFill>
                  <a:srgbClr val="0F6E73"/>
                </a:solidFill>
                <a:latin typeface="Noto Sans SC"/>
                <a:ea typeface="Noto Sans SC"/>
                <a:cs typeface="Noto Sans SC"/>
              </a:defRPr>
            </a:lvl5pPr>
            <a:lvl6pPr algn="l">
              <a:defRPr sz="1575" b="1">
                <a:solidFill>
                  <a:srgbClr val="0F6E73"/>
                </a:solidFill>
                <a:latin typeface="Noto Sans SC"/>
                <a:ea typeface="Noto Sans SC"/>
                <a:cs typeface="Noto Sans SC"/>
              </a:defRPr>
            </a:lvl6pPr>
            <a:lvl7pPr algn="l">
              <a:defRPr sz="1575" b="1">
                <a:solidFill>
                  <a:srgbClr val="0F6E73"/>
                </a:solidFill>
                <a:latin typeface="Noto Sans SC"/>
                <a:ea typeface="Noto Sans SC"/>
                <a:cs typeface="Noto Sans SC"/>
              </a:defRPr>
            </a:lvl7pPr>
            <a:lvl8pPr algn="l">
              <a:defRPr sz="1575" b="1">
                <a:solidFill>
                  <a:srgbClr val="0F6E73"/>
                </a:solidFill>
                <a:latin typeface="Noto Sans SC"/>
                <a:ea typeface="Noto Sans SC"/>
                <a:cs typeface="Noto Sans SC"/>
              </a:defRPr>
            </a:lvl8pPr>
            <a:lvl9pPr algn="l">
              <a:defRPr sz="1575" b="1">
                <a:solidFill>
                  <a:srgbClr val="0F6E73"/>
                </a:solidFill>
                <a:latin typeface="Noto Sans SC"/>
                <a:ea typeface="Noto Sans SC"/>
                <a:cs typeface="Noto Sans SC"/>
              </a:defRPr>
            </a:lvl9pPr>
          </a:lstStyle>
          <a:p xmlns:a="http://schemas.openxmlformats.org/drawingml/2006/main">
            <a:pPr algn="l">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共享上下文兼顾证据一致性与计算复用；本页不宣称独立加速收益。</a:t>
            </a:r>
          </a:p>
        </p:txBody>
      </p:sp>
      <p:sp>
        <p:nvSpPr>
          <p:cNvPr id="8" name="o7">
            <a:extLst xmlns:a="http://schemas.openxmlformats.org/drawingml/2006/main">
              <a:ext uri="{FF2B5EF4-FFF2-40B4-BE49-F238E27FC236}">
                <a16:creationId xmlns:a16="http://schemas.microsoft.com/office/drawing/2014/main" id="{479FA07A-1BAE-4701-BCD8-42131392E6A0}"/>
              </a:ext>
            </a:extLst>
          </p:cNvPr>
          <p:cNvSpPr>
            <a:spLocks xmlns:a="http://schemas.openxmlformats.org/drawingml/2006/main" noGrp="1"/>
          </p:cNvSpPr>
          <p:nvPr/>
        </p:nvSpPr>
        <p:spPr>
          <a:xfrm xmlns:a="http://schemas.openxmlformats.org/drawingml/2006/main">
            <a:off x="609600" y="1504950"/>
            <a:ext cx="3492500" cy="666750"/>
          </a:xfrm>
          <a:prstGeom xmlns:a="http://schemas.openxmlformats.org/drawingml/2006/main" prst="roundRect">
            <a:avLst>
              <a:gd name="adj" fmla="val 11429"/>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有效期／几何／高度</a:t>
            </a:r>
          </a:p>
        </p:txBody>
      </p:sp>
      <p:sp>
        <p:nvSpPr>
          <p:cNvPr id="9" name="line-7">
            <a:extLst xmlns:a="http://schemas.openxmlformats.org/drawingml/2006/main">
              <a:ext uri="{FF2B5EF4-FFF2-40B4-BE49-F238E27FC236}">
                <a16:creationId xmlns:a16="http://schemas.microsoft.com/office/drawing/2014/main" id="{B7984788-7ECF-46DB-881C-4296C4FA64E2}"/>
              </a:ext>
            </a:extLst>
          </p:cNvPr>
          <p:cNvSpPr>
            <a:spLocks xmlns:a="http://schemas.openxmlformats.org/drawingml/2006/main" noGrp="1"/>
          </p:cNvSpPr>
          <p:nvPr/>
        </p:nvSpPr>
        <p:spPr>
          <a:xfrm xmlns:a="http://schemas.openxmlformats.org/drawingml/2006/main" flipV="0">
            <a:off x="4130675" y="1838325"/>
            <a:ext cx="180975"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0" name="line-7">
            <a:extLst xmlns:a="http://schemas.openxmlformats.org/drawingml/2006/main">
              <a:ext uri="{FF2B5EF4-FFF2-40B4-BE49-F238E27FC236}">
                <a16:creationId xmlns:a16="http://schemas.microsoft.com/office/drawing/2014/main" id="{DDA39CC1-9C8C-4142-A0BA-75B58B681584}"/>
              </a:ext>
            </a:extLst>
          </p:cNvPr>
          <p:cNvSpPr>
            <a:spLocks xmlns:a="http://schemas.openxmlformats.org/drawingml/2006/main" noGrp="1"/>
          </p:cNvSpPr>
          <p:nvPr/>
        </p:nvSpPr>
        <p:spPr>
          <a:xfrm xmlns:a="http://schemas.openxmlformats.org/drawingml/2006/main" flipV="1">
            <a:off x="4236419" y="1838325"/>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1" name="line-7">
            <a:extLst xmlns:a="http://schemas.openxmlformats.org/drawingml/2006/main">
              <a:ext uri="{FF2B5EF4-FFF2-40B4-BE49-F238E27FC236}">
                <a16:creationId xmlns:a16="http://schemas.microsoft.com/office/drawing/2014/main" id="{D7881C08-F88C-4C33-B42B-950B37C32185}"/>
              </a:ext>
            </a:extLst>
          </p:cNvPr>
          <p:cNvSpPr>
            <a:spLocks xmlns:a="http://schemas.openxmlformats.org/drawingml/2006/main" noGrp="1"/>
          </p:cNvSpPr>
          <p:nvPr/>
        </p:nvSpPr>
        <p:spPr>
          <a:xfrm xmlns:a="http://schemas.openxmlformats.org/drawingml/2006/main" flipV="0">
            <a:off x="4236419" y="1797226"/>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2" name="o11">
            <a:extLst xmlns:a="http://schemas.openxmlformats.org/drawingml/2006/main">
              <a:ext uri="{FF2B5EF4-FFF2-40B4-BE49-F238E27FC236}">
                <a16:creationId xmlns:a16="http://schemas.microsoft.com/office/drawing/2014/main" id="{9B4F713F-C681-4495-97C3-9938741BB4D6}"/>
              </a:ext>
            </a:extLst>
          </p:cNvPr>
          <p:cNvSpPr>
            <a:spLocks xmlns:a="http://schemas.openxmlformats.org/drawingml/2006/main" noGrp="1"/>
          </p:cNvSpPr>
          <p:nvPr/>
        </p:nvSpPr>
        <p:spPr>
          <a:xfrm xmlns:a="http://schemas.openxmlformats.org/drawingml/2006/main">
            <a:off x="4349750" y="1504950"/>
            <a:ext cx="3492500" cy="666750"/>
          </a:xfrm>
          <a:prstGeom xmlns:a="http://schemas.openxmlformats.org/drawingml/2006/main" prst="roundRect">
            <a:avLst>
              <a:gd name="adj" fmla="val 11429"/>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命中优先级与距离排序</a:t>
            </a:r>
          </a:p>
        </p:txBody>
      </p:sp>
      <p:sp>
        <p:nvSpPr>
          <p:cNvPr id="13" name="line-8">
            <a:extLst xmlns:a="http://schemas.openxmlformats.org/drawingml/2006/main">
              <a:ext uri="{FF2B5EF4-FFF2-40B4-BE49-F238E27FC236}">
                <a16:creationId xmlns:a16="http://schemas.microsoft.com/office/drawing/2014/main" id="{1111D68F-4C74-45DE-9C31-8DA56E42BF70}"/>
              </a:ext>
            </a:extLst>
          </p:cNvPr>
          <p:cNvSpPr>
            <a:spLocks xmlns:a="http://schemas.openxmlformats.org/drawingml/2006/main" noGrp="1"/>
          </p:cNvSpPr>
          <p:nvPr/>
        </p:nvSpPr>
        <p:spPr>
          <a:xfrm xmlns:a="http://schemas.openxmlformats.org/drawingml/2006/main" flipV="0">
            <a:off x="7870825" y="1838325"/>
            <a:ext cx="180975"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4" name="line-8">
            <a:extLst xmlns:a="http://schemas.openxmlformats.org/drawingml/2006/main">
              <a:ext uri="{FF2B5EF4-FFF2-40B4-BE49-F238E27FC236}">
                <a16:creationId xmlns:a16="http://schemas.microsoft.com/office/drawing/2014/main" id="{7F8C7567-BEFC-4E14-BECA-B439510EC6EA}"/>
              </a:ext>
            </a:extLst>
          </p:cNvPr>
          <p:cNvSpPr>
            <a:spLocks xmlns:a="http://schemas.openxmlformats.org/drawingml/2006/main" noGrp="1"/>
          </p:cNvSpPr>
          <p:nvPr/>
        </p:nvSpPr>
        <p:spPr>
          <a:xfrm xmlns:a="http://schemas.openxmlformats.org/drawingml/2006/main" flipV="1">
            <a:off x="7976569" y="1838325"/>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5" name="line-8">
            <a:extLst xmlns:a="http://schemas.openxmlformats.org/drawingml/2006/main">
              <a:ext uri="{FF2B5EF4-FFF2-40B4-BE49-F238E27FC236}">
                <a16:creationId xmlns:a16="http://schemas.microsoft.com/office/drawing/2014/main" id="{9B99B48C-6903-4677-B369-3526862D21D5}"/>
              </a:ext>
            </a:extLst>
          </p:cNvPr>
          <p:cNvSpPr>
            <a:spLocks xmlns:a="http://schemas.openxmlformats.org/drawingml/2006/main" noGrp="1"/>
          </p:cNvSpPr>
          <p:nvPr/>
        </p:nvSpPr>
        <p:spPr>
          <a:xfrm xmlns:a="http://schemas.openxmlformats.org/drawingml/2006/main" flipV="0">
            <a:off x="7976569" y="1797226"/>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6" name="o15">
            <a:extLst xmlns:a="http://schemas.openxmlformats.org/drawingml/2006/main">
              <a:ext uri="{FF2B5EF4-FFF2-40B4-BE49-F238E27FC236}">
                <a16:creationId xmlns:a16="http://schemas.microsoft.com/office/drawing/2014/main" id="{E8E87893-D9C6-4FC6-9D7D-92E3D318ABF7}"/>
              </a:ext>
            </a:extLst>
          </p:cNvPr>
          <p:cNvSpPr>
            <a:spLocks xmlns:a="http://schemas.openxmlformats.org/drawingml/2006/main" noGrp="1"/>
          </p:cNvSpPr>
          <p:nvPr/>
        </p:nvSpPr>
        <p:spPr>
          <a:xfrm xmlns:a="http://schemas.openxmlformats.org/drawingml/2006/main">
            <a:off x="8089900" y="1504950"/>
            <a:ext cx="3492500" cy="666750"/>
          </a:xfrm>
          <a:prstGeom xmlns:a="http://schemas.openxmlformats.org/drawingml/2006/main" prst="roundRect">
            <a:avLst>
              <a:gd name="adj" fmla="val 11429"/>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主上下文与不确定性</a:t>
            </a:r>
          </a:p>
        </p:txBody>
      </p:sp>
      <p:sp>
        <p:nvSpPr>
          <p:cNvPr id="17" name="o16">
            <a:extLst xmlns:a="http://schemas.openxmlformats.org/drawingml/2006/main">
              <a:ext uri="{FF2B5EF4-FFF2-40B4-BE49-F238E27FC236}">
                <a16:creationId xmlns:a16="http://schemas.microsoft.com/office/drawing/2014/main" id="{CF86C402-AD06-4312-89E5-6BAD1A5A3EC0}"/>
              </a:ext>
            </a:extLst>
          </p:cNvPr>
          <p:cNvSpPr>
            <a:spLocks xmlns:a="http://schemas.openxmlformats.org/drawingml/2006/main" noGrp="1"/>
          </p:cNvSpPr>
          <p:nvPr/>
        </p:nvSpPr>
        <p:spPr>
          <a:xfrm xmlns:a="http://schemas.openxmlformats.org/drawingml/2006/main">
            <a:off x="762000" y="2752725"/>
            <a:ext cx="2286000" cy="2066925"/>
          </a:xfrm>
          <a:prstGeom xmlns:a="http://schemas.openxmlformats.org/drawingml/2006/main" prst="rect">
            <a:avLst/>
          </a:prstGeom>
          <a:solidFill xmlns:a="http://schemas.openxmlformats.org/drawingml/2006/main">
            <a:srgbClr val="D6E6E5"/>
          </a:solidFill>
          <a:ln xmlns:a="http://schemas.openxmlformats.org/drawingml/2006/main" w="11430">
            <a:solidFill>
              <a:srgbClr val="0F6E73"/>
            </a:solidFill>
            <a:prstDash val="solid"/>
          </a:ln>
        </p:spPr>
      </p:sp>
      <p:sp>
        <p:nvSpPr>
          <p:cNvPr id="18" name="o17">
            <a:extLst xmlns:a="http://schemas.openxmlformats.org/drawingml/2006/main">
              <a:ext uri="{FF2B5EF4-FFF2-40B4-BE49-F238E27FC236}">
                <a16:creationId xmlns:a16="http://schemas.microsoft.com/office/drawing/2014/main" id="{873A8CB4-DEAA-46A5-8404-900F1D9932E7}"/>
              </a:ext>
            </a:extLst>
          </p:cNvPr>
          <p:cNvSpPr>
            <a:spLocks xmlns:a="http://schemas.openxmlformats.org/drawingml/2006/main" noGrp="1"/>
          </p:cNvSpPr>
          <p:nvPr/>
        </p:nvSpPr>
        <p:spPr>
          <a:xfrm xmlns:a="http://schemas.openxmlformats.org/drawingml/2006/main">
            <a:off x="2305050" y="3171825"/>
            <a:ext cx="2419350" cy="2085975"/>
          </a:xfrm>
          <a:prstGeom xmlns:a="http://schemas.openxmlformats.org/drawingml/2006/main" prst="rect">
            <a:avLst/>
          </a:prstGeom>
          <a:noFill xmlns:a="http://schemas.openxmlformats.org/drawingml/2006/main"/>
          <a:ln xmlns:a="http://schemas.openxmlformats.org/drawingml/2006/main" w="11430">
            <a:solidFill>
              <a:srgbClr val="32668E"/>
            </a:solidFill>
            <a:prstDash val="solid"/>
          </a:ln>
        </p:spPr>
      </p:sp>
      <p:sp>
        <p:nvSpPr>
          <p:cNvPr id="19" name="o18">
            <a:extLst xmlns:a="http://schemas.openxmlformats.org/drawingml/2006/main">
              <a:ext uri="{FF2B5EF4-FFF2-40B4-BE49-F238E27FC236}">
                <a16:creationId xmlns:a16="http://schemas.microsoft.com/office/drawing/2014/main" id="{BDF77BB9-0A9B-4897-B561-3539DA69E382}"/>
              </a:ext>
            </a:extLst>
          </p:cNvPr>
          <p:cNvSpPr>
            <a:spLocks xmlns:a="http://schemas.openxmlformats.org/drawingml/2006/main" noGrp="1"/>
          </p:cNvSpPr>
          <p:nvPr/>
        </p:nvSpPr>
        <p:spPr>
          <a:xfrm xmlns:a="http://schemas.openxmlformats.org/drawingml/2006/main">
            <a:off x="1638300" y="3352800"/>
            <a:ext cx="152400" cy="152400"/>
          </a:xfrm>
          <a:prstGeom xmlns:a="http://schemas.openxmlformats.org/drawingml/2006/main" prst="ellipse">
            <a:avLst/>
          </a:prstGeom>
          <a:solidFill xmlns:a="http://schemas.openxmlformats.org/drawingml/2006/main">
            <a:srgbClr val="0F6E73"/>
          </a:solidFill>
          <a:ln xmlns:a="http://schemas.openxmlformats.org/drawingml/2006/main" w="0">
            <a:noFill/>
            <a:prstDash val="solid"/>
          </a:ln>
        </p:spPr>
      </p:sp>
      <p:sp>
        <p:nvSpPr>
          <p:cNvPr id="20" name="o19">
            <a:extLst xmlns:a="http://schemas.openxmlformats.org/drawingml/2006/main">
              <a:ext uri="{FF2B5EF4-FFF2-40B4-BE49-F238E27FC236}">
                <a16:creationId xmlns:a16="http://schemas.microsoft.com/office/drawing/2014/main" id="{96E0CCAB-2869-408D-9907-43C8F293689C}"/>
              </a:ext>
            </a:extLst>
          </p:cNvPr>
          <p:cNvSpPr>
            <a:spLocks xmlns:a="http://schemas.openxmlformats.org/drawingml/2006/main" noGrp="1"/>
          </p:cNvSpPr>
          <p:nvPr/>
        </p:nvSpPr>
        <p:spPr>
          <a:xfrm xmlns:a="http://schemas.openxmlformats.org/drawingml/2006/main">
            <a:off x="1809750" y="32575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b="0">
                <a:solidFill>
                  <a:srgbClr val="0F6E73"/>
                </a:solidFill>
                <a:latin typeface="Noto Sans SC"/>
                <a:ea typeface="Noto Sans SC"/>
                <a:cs typeface="Noto Sans SC"/>
              </a:defRPr>
            </a:defPPr>
            <a:lvl1pPr algn="l">
              <a:defRPr sz="1350" b="0">
                <a:solidFill>
                  <a:srgbClr val="0F6E73"/>
                </a:solidFill>
                <a:latin typeface="Noto Sans SC"/>
                <a:ea typeface="Noto Sans SC"/>
                <a:cs typeface="Noto Sans SC"/>
              </a:defRPr>
            </a:lvl1pPr>
            <a:lvl2pPr algn="l">
              <a:defRPr sz="1350" b="0">
                <a:solidFill>
                  <a:srgbClr val="0F6E73"/>
                </a:solidFill>
                <a:latin typeface="Noto Sans SC"/>
                <a:ea typeface="Noto Sans SC"/>
                <a:cs typeface="Noto Sans SC"/>
              </a:defRPr>
            </a:lvl2pPr>
            <a:lvl3pPr algn="l">
              <a:defRPr sz="1350" b="0">
                <a:solidFill>
                  <a:srgbClr val="0F6E73"/>
                </a:solidFill>
                <a:latin typeface="Noto Sans SC"/>
                <a:ea typeface="Noto Sans SC"/>
                <a:cs typeface="Noto Sans SC"/>
              </a:defRPr>
            </a:lvl3pPr>
            <a:lvl4pPr algn="l">
              <a:defRPr sz="1350" b="0">
                <a:solidFill>
                  <a:srgbClr val="0F6E73"/>
                </a:solidFill>
                <a:latin typeface="Noto Sans SC"/>
                <a:ea typeface="Noto Sans SC"/>
                <a:cs typeface="Noto Sans SC"/>
              </a:defRPr>
            </a:lvl4pPr>
            <a:lvl5pPr algn="l">
              <a:defRPr sz="1350" b="0">
                <a:solidFill>
                  <a:srgbClr val="0F6E73"/>
                </a:solidFill>
                <a:latin typeface="Noto Sans SC"/>
                <a:ea typeface="Noto Sans SC"/>
                <a:cs typeface="Noto Sans SC"/>
              </a:defRPr>
            </a:lvl5pPr>
            <a:lvl6pPr algn="l">
              <a:defRPr sz="1350" b="0">
                <a:solidFill>
                  <a:srgbClr val="0F6E73"/>
                </a:solidFill>
                <a:latin typeface="Noto Sans SC"/>
                <a:ea typeface="Noto Sans SC"/>
                <a:cs typeface="Noto Sans SC"/>
              </a:defRPr>
            </a:lvl6pPr>
            <a:lvl7pPr algn="l">
              <a:defRPr sz="1350" b="0">
                <a:solidFill>
                  <a:srgbClr val="0F6E73"/>
                </a:solidFill>
                <a:latin typeface="Noto Sans SC"/>
                <a:ea typeface="Noto Sans SC"/>
                <a:cs typeface="Noto Sans SC"/>
              </a:defRPr>
            </a:lvl7pPr>
            <a:lvl8pPr algn="l">
              <a:defRPr sz="1350" b="0">
                <a:solidFill>
                  <a:srgbClr val="0F6E73"/>
                </a:solidFill>
                <a:latin typeface="Noto Sans SC"/>
                <a:ea typeface="Noto Sans SC"/>
                <a:cs typeface="Noto Sans SC"/>
              </a:defRPr>
            </a:lvl8pPr>
            <a:lvl9pPr algn="l">
              <a:defRPr sz="1350" b="0">
                <a:solidFill>
                  <a:srgbClr val="0F6E73"/>
                </a:solidFill>
                <a:latin typeface="Noto Sans SC"/>
                <a:ea typeface="Noto Sans SC"/>
                <a:cs typeface="Noto Sans SC"/>
              </a:defRPr>
            </a:lvl9pPr>
          </a:lstStyle>
          <a:p xmlns:a="http://schemas.openxmlformats.org/drawingml/2006/main">
            <a:pPr algn="l">
              <a:defRPr sz="1350" b="0">
                <a:solidFill>
                  <a:srgbClr val="0F6E73"/>
                </a:solidFill>
                <a:latin typeface="Noto Sans SC"/>
                <a:ea typeface="Noto Sans SC"/>
                <a:cs typeface="Noto Sans SC"/>
              </a:defRPr>
            </a:pPr>
            <a:r>
              <a:rPr sz="1350" b="0">
                <a:solidFill>
                  <a:srgbClr val="0F6E73"/>
                </a:solidFill>
                <a:latin typeface="Noto Sans SC"/>
                <a:ea typeface="Noto Sans SC"/>
                <a:cs typeface="Noto Sans SC"/>
              </a:rPr>
              <a:t>设施 A</a:t>
            </a:r>
          </a:p>
        </p:txBody>
      </p:sp>
      <p:sp>
        <p:nvSpPr>
          <p:cNvPr id="21" name="o20">
            <a:extLst xmlns:a="http://schemas.openxmlformats.org/drawingml/2006/main">
              <a:ext uri="{FF2B5EF4-FFF2-40B4-BE49-F238E27FC236}">
                <a16:creationId xmlns:a16="http://schemas.microsoft.com/office/drawing/2014/main" id="{7BC34441-25F8-473A-8913-AC3ACFB8D84E}"/>
              </a:ext>
            </a:extLst>
          </p:cNvPr>
          <p:cNvSpPr>
            <a:spLocks xmlns:a="http://schemas.openxmlformats.org/drawingml/2006/main" noGrp="1"/>
          </p:cNvSpPr>
          <p:nvPr/>
        </p:nvSpPr>
        <p:spPr>
          <a:xfrm xmlns:a="http://schemas.openxmlformats.org/drawingml/2006/main">
            <a:off x="3800475" y="4295775"/>
            <a:ext cx="152400" cy="152400"/>
          </a:xfrm>
          <a:prstGeom xmlns:a="http://schemas.openxmlformats.org/drawingml/2006/main" prst="ellipse">
            <a:avLst/>
          </a:prstGeom>
          <a:solidFill xmlns:a="http://schemas.openxmlformats.org/drawingml/2006/main">
            <a:srgbClr val="32668E"/>
          </a:solidFill>
          <a:ln xmlns:a="http://schemas.openxmlformats.org/drawingml/2006/main" w="0">
            <a:noFill/>
            <a:prstDash val="solid"/>
          </a:ln>
        </p:spPr>
      </p:sp>
      <p:sp>
        <p:nvSpPr>
          <p:cNvPr id="22" name="o21">
            <a:extLst xmlns:a="http://schemas.openxmlformats.org/drawingml/2006/main">
              <a:ext uri="{FF2B5EF4-FFF2-40B4-BE49-F238E27FC236}">
                <a16:creationId xmlns:a16="http://schemas.microsoft.com/office/drawing/2014/main" id="{5735D4C3-EF64-4234-BDF2-5930C2DF5517}"/>
              </a:ext>
            </a:extLst>
          </p:cNvPr>
          <p:cNvSpPr>
            <a:spLocks xmlns:a="http://schemas.openxmlformats.org/drawingml/2006/main" noGrp="1"/>
          </p:cNvSpPr>
          <p:nvPr/>
        </p:nvSpPr>
        <p:spPr>
          <a:xfrm xmlns:a="http://schemas.openxmlformats.org/drawingml/2006/main">
            <a:off x="3971925" y="4200525"/>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b="0">
                <a:solidFill>
                  <a:srgbClr val="32668E"/>
                </a:solidFill>
                <a:latin typeface="Noto Sans SC"/>
                <a:ea typeface="Noto Sans SC"/>
                <a:cs typeface="Noto Sans SC"/>
              </a:defRPr>
            </a:defPPr>
            <a:lvl1pPr algn="l">
              <a:defRPr sz="1350" b="0">
                <a:solidFill>
                  <a:srgbClr val="32668E"/>
                </a:solidFill>
                <a:latin typeface="Noto Sans SC"/>
                <a:ea typeface="Noto Sans SC"/>
                <a:cs typeface="Noto Sans SC"/>
              </a:defRPr>
            </a:lvl1pPr>
            <a:lvl2pPr algn="l">
              <a:defRPr sz="1350" b="0">
                <a:solidFill>
                  <a:srgbClr val="32668E"/>
                </a:solidFill>
                <a:latin typeface="Noto Sans SC"/>
                <a:ea typeface="Noto Sans SC"/>
                <a:cs typeface="Noto Sans SC"/>
              </a:defRPr>
            </a:lvl2pPr>
            <a:lvl3pPr algn="l">
              <a:defRPr sz="1350" b="0">
                <a:solidFill>
                  <a:srgbClr val="32668E"/>
                </a:solidFill>
                <a:latin typeface="Noto Sans SC"/>
                <a:ea typeface="Noto Sans SC"/>
                <a:cs typeface="Noto Sans SC"/>
              </a:defRPr>
            </a:lvl3pPr>
            <a:lvl4pPr algn="l">
              <a:defRPr sz="1350" b="0">
                <a:solidFill>
                  <a:srgbClr val="32668E"/>
                </a:solidFill>
                <a:latin typeface="Noto Sans SC"/>
                <a:ea typeface="Noto Sans SC"/>
                <a:cs typeface="Noto Sans SC"/>
              </a:defRPr>
            </a:lvl4pPr>
            <a:lvl5pPr algn="l">
              <a:defRPr sz="1350" b="0">
                <a:solidFill>
                  <a:srgbClr val="32668E"/>
                </a:solidFill>
                <a:latin typeface="Noto Sans SC"/>
                <a:ea typeface="Noto Sans SC"/>
                <a:cs typeface="Noto Sans SC"/>
              </a:defRPr>
            </a:lvl5pPr>
            <a:lvl6pPr algn="l">
              <a:defRPr sz="1350" b="0">
                <a:solidFill>
                  <a:srgbClr val="32668E"/>
                </a:solidFill>
                <a:latin typeface="Noto Sans SC"/>
                <a:ea typeface="Noto Sans SC"/>
                <a:cs typeface="Noto Sans SC"/>
              </a:defRPr>
            </a:lvl6pPr>
            <a:lvl7pPr algn="l">
              <a:defRPr sz="1350" b="0">
                <a:solidFill>
                  <a:srgbClr val="32668E"/>
                </a:solidFill>
                <a:latin typeface="Noto Sans SC"/>
                <a:ea typeface="Noto Sans SC"/>
                <a:cs typeface="Noto Sans SC"/>
              </a:defRPr>
            </a:lvl7pPr>
            <a:lvl8pPr algn="l">
              <a:defRPr sz="1350" b="0">
                <a:solidFill>
                  <a:srgbClr val="32668E"/>
                </a:solidFill>
                <a:latin typeface="Noto Sans SC"/>
                <a:ea typeface="Noto Sans SC"/>
                <a:cs typeface="Noto Sans SC"/>
              </a:defRPr>
            </a:lvl8pPr>
            <a:lvl9pPr algn="l">
              <a:defRPr sz="1350" b="0">
                <a:solidFill>
                  <a:srgbClr val="32668E"/>
                </a:solidFill>
                <a:latin typeface="Noto Sans SC"/>
                <a:ea typeface="Noto Sans SC"/>
                <a:cs typeface="Noto Sans SC"/>
              </a:defRPr>
            </a:lvl9pPr>
          </a:lstStyle>
          <a:p xmlns:a="http://schemas.openxmlformats.org/drawingml/2006/main">
            <a:pPr algn="l">
              <a:defRPr sz="1350" b="0">
                <a:solidFill>
                  <a:srgbClr val="32668E"/>
                </a:solidFill>
                <a:latin typeface="Noto Sans SC"/>
                <a:ea typeface="Noto Sans SC"/>
                <a:cs typeface="Noto Sans SC"/>
              </a:defRPr>
            </a:pPr>
            <a:r>
              <a:rPr sz="1350" b="0">
                <a:solidFill>
                  <a:srgbClr val="32668E"/>
                </a:solidFill>
                <a:latin typeface="Noto Sans SC"/>
                <a:ea typeface="Noto Sans SC"/>
                <a:cs typeface="Noto Sans SC"/>
              </a:rPr>
              <a:t>设施 B</a:t>
            </a:r>
          </a:p>
        </p:txBody>
      </p:sp>
      <p:sp>
        <p:nvSpPr>
          <p:cNvPr id="23" name="o22">
            <a:extLst xmlns:a="http://schemas.openxmlformats.org/drawingml/2006/main">
              <a:ext uri="{FF2B5EF4-FFF2-40B4-BE49-F238E27FC236}">
                <a16:creationId xmlns:a16="http://schemas.microsoft.com/office/drawing/2014/main" id="{3C581B11-A08E-4DA8-A4CE-81A204D5B966}"/>
              </a:ext>
            </a:extLst>
          </p:cNvPr>
          <p:cNvSpPr>
            <a:spLocks xmlns:a="http://schemas.openxmlformats.org/drawingml/2006/main" noGrp="1"/>
          </p:cNvSpPr>
          <p:nvPr/>
        </p:nvSpPr>
        <p:spPr>
          <a:xfrm xmlns:a="http://schemas.openxmlformats.org/drawingml/2006/main">
            <a:off x="2533650" y="3781425"/>
            <a:ext cx="171450" cy="171450"/>
          </a:xfrm>
          <a:prstGeom xmlns:a="http://schemas.openxmlformats.org/drawingml/2006/main" prst="ellipse">
            <a:avLst/>
          </a:prstGeom>
          <a:solidFill xmlns:a="http://schemas.openxmlformats.org/drawingml/2006/main">
            <a:srgbClr val="B85A1E"/>
          </a:solidFill>
          <a:ln xmlns:a="http://schemas.openxmlformats.org/drawingml/2006/main" w="0">
            <a:noFill/>
            <a:prstDash val="solid"/>
          </a:ln>
        </p:spPr>
      </p:sp>
      <p:sp>
        <p:nvSpPr>
          <p:cNvPr id="24" name="o23">
            <a:extLst xmlns:a="http://schemas.openxmlformats.org/drawingml/2006/main">
              <a:ext uri="{FF2B5EF4-FFF2-40B4-BE49-F238E27FC236}">
                <a16:creationId xmlns:a16="http://schemas.microsoft.com/office/drawing/2014/main" id="{74B77842-6311-4AD7-B0C2-92CD731506F4}"/>
              </a:ext>
            </a:extLst>
          </p:cNvPr>
          <p:cNvSpPr>
            <a:spLocks xmlns:a="http://schemas.openxmlformats.org/drawingml/2006/main" noGrp="1"/>
          </p:cNvSpPr>
          <p:nvPr/>
        </p:nvSpPr>
        <p:spPr>
          <a:xfrm xmlns:a="http://schemas.openxmlformats.org/drawingml/2006/main">
            <a:off x="2781300" y="3705225"/>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0">
                <a:solidFill>
                  <a:srgbClr val="B85A1E"/>
                </a:solidFill>
                <a:latin typeface="Noto Sans SC"/>
                <a:ea typeface="Noto Sans SC"/>
                <a:cs typeface="Noto Sans SC"/>
              </a:defRPr>
            </a:defPPr>
            <a:lvl1pPr algn="l">
              <a:defRPr sz="1500" b="0">
                <a:solidFill>
                  <a:srgbClr val="B85A1E"/>
                </a:solidFill>
                <a:latin typeface="Noto Sans SC"/>
                <a:ea typeface="Noto Sans SC"/>
                <a:cs typeface="Noto Sans SC"/>
              </a:defRPr>
            </a:lvl1pPr>
            <a:lvl2pPr algn="l">
              <a:defRPr sz="1500" b="0">
                <a:solidFill>
                  <a:srgbClr val="B85A1E"/>
                </a:solidFill>
                <a:latin typeface="Noto Sans SC"/>
                <a:ea typeface="Noto Sans SC"/>
                <a:cs typeface="Noto Sans SC"/>
              </a:defRPr>
            </a:lvl2pPr>
            <a:lvl3pPr algn="l">
              <a:defRPr sz="1500" b="0">
                <a:solidFill>
                  <a:srgbClr val="B85A1E"/>
                </a:solidFill>
                <a:latin typeface="Noto Sans SC"/>
                <a:ea typeface="Noto Sans SC"/>
                <a:cs typeface="Noto Sans SC"/>
              </a:defRPr>
            </a:lvl3pPr>
            <a:lvl4pPr algn="l">
              <a:defRPr sz="1500" b="0">
                <a:solidFill>
                  <a:srgbClr val="B85A1E"/>
                </a:solidFill>
                <a:latin typeface="Noto Sans SC"/>
                <a:ea typeface="Noto Sans SC"/>
                <a:cs typeface="Noto Sans SC"/>
              </a:defRPr>
            </a:lvl4pPr>
            <a:lvl5pPr algn="l">
              <a:defRPr sz="1500" b="0">
                <a:solidFill>
                  <a:srgbClr val="B85A1E"/>
                </a:solidFill>
                <a:latin typeface="Noto Sans SC"/>
                <a:ea typeface="Noto Sans SC"/>
                <a:cs typeface="Noto Sans SC"/>
              </a:defRPr>
            </a:lvl5pPr>
            <a:lvl6pPr algn="l">
              <a:defRPr sz="1500" b="0">
                <a:solidFill>
                  <a:srgbClr val="B85A1E"/>
                </a:solidFill>
                <a:latin typeface="Noto Sans SC"/>
                <a:ea typeface="Noto Sans SC"/>
                <a:cs typeface="Noto Sans SC"/>
              </a:defRPr>
            </a:lvl6pPr>
            <a:lvl7pPr algn="l">
              <a:defRPr sz="1500" b="0">
                <a:solidFill>
                  <a:srgbClr val="B85A1E"/>
                </a:solidFill>
                <a:latin typeface="Noto Sans SC"/>
                <a:ea typeface="Noto Sans SC"/>
                <a:cs typeface="Noto Sans SC"/>
              </a:defRPr>
            </a:lvl7pPr>
            <a:lvl8pPr algn="l">
              <a:defRPr sz="1500" b="0">
                <a:solidFill>
                  <a:srgbClr val="B85A1E"/>
                </a:solidFill>
                <a:latin typeface="Noto Sans SC"/>
                <a:ea typeface="Noto Sans SC"/>
                <a:cs typeface="Noto Sans SC"/>
              </a:defRPr>
            </a:lvl8pPr>
            <a:lvl9pPr algn="l">
              <a:defRPr sz="1500" b="0">
                <a:solidFill>
                  <a:srgbClr val="B85A1E"/>
                </a:solidFill>
                <a:latin typeface="Noto Sans SC"/>
                <a:ea typeface="Noto Sans SC"/>
                <a:cs typeface="Noto Sans SC"/>
              </a:defRPr>
            </a:lvl9pPr>
          </a:lstStyle>
          <a:p xmlns:a="http://schemas.openxmlformats.org/drawingml/2006/main">
            <a:pPr algn="l">
              <a:defRPr sz="1500" b="0">
                <a:solidFill>
                  <a:srgbClr val="B85A1E"/>
                </a:solidFill>
                <a:latin typeface="Noto Sans SC"/>
                <a:ea typeface="Noto Sans SC"/>
                <a:cs typeface="Noto Sans SC"/>
              </a:defRPr>
            </a:pPr>
            <a:r>
              <a:rPr sz="1500" b="0">
                <a:solidFill>
                  <a:srgbClr val="B85A1E"/>
                </a:solidFill>
                <a:latin typeface="Noto Sans SC"/>
                <a:ea typeface="Noto Sans SC"/>
                <a:cs typeface="Noto Sans SC"/>
              </a:rPr>
              <a:t>目标</a:t>
            </a:r>
          </a:p>
        </p:txBody>
      </p:sp>
      <p:sp>
        <p:nvSpPr>
          <p:cNvPr id="25" name="o24">
            <a:extLst xmlns:a="http://schemas.openxmlformats.org/drawingml/2006/main">
              <a:ext uri="{FF2B5EF4-FFF2-40B4-BE49-F238E27FC236}">
                <a16:creationId xmlns:a16="http://schemas.microsoft.com/office/drawing/2014/main" id="{12166968-FD16-4155-9EC6-CEFE25B0467A}"/>
              </a:ext>
            </a:extLst>
          </p:cNvPr>
          <p:cNvSpPr>
            <a:spLocks xmlns:a="http://schemas.openxmlformats.org/drawingml/2006/main" noGrp="1"/>
          </p:cNvSpPr>
          <p:nvPr/>
        </p:nvSpPr>
        <p:spPr>
          <a:xfrm xmlns:a="http://schemas.openxmlformats.org/drawingml/2006/main">
            <a:off x="666750" y="5391150"/>
            <a:ext cx="438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B85A1E"/>
                </a:solidFill>
                <a:latin typeface="Noto Sans SC"/>
                <a:ea typeface="Noto Sans SC"/>
                <a:cs typeface="Noto Sans SC"/>
              </a:defRPr>
            </a:defPPr>
            <a:lvl1pPr algn="l">
              <a:defRPr sz="1650" b="1">
                <a:solidFill>
                  <a:srgbClr val="B85A1E"/>
                </a:solidFill>
                <a:latin typeface="Noto Sans SC"/>
                <a:ea typeface="Noto Sans SC"/>
                <a:cs typeface="Noto Sans SC"/>
              </a:defRPr>
            </a:lvl1pPr>
            <a:lvl2pPr algn="l">
              <a:defRPr sz="1650" b="1">
                <a:solidFill>
                  <a:srgbClr val="B85A1E"/>
                </a:solidFill>
                <a:latin typeface="Noto Sans SC"/>
                <a:ea typeface="Noto Sans SC"/>
                <a:cs typeface="Noto Sans SC"/>
              </a:defRPr>
            </a:lvl2pPr>
            <a:lvl3pPr algn="l">
              <a:defRPr sz="1650" b="1">
                <a:solidFill>
                  <a:srgbClr val="B85A1E"/>
                </a:solidFill>
                <a:latin typeface="Noto Sans SC"/>
                <a:ea typeface="Noto Sans SC"/>
                <a:cs typeface="Noto Sans SC"/>
              </a:defRPr>
            </a:lvl3pPr>
            <a:lvl4pPr algn="l">
              <a:defRPr sz="1650" b="1">
                <a:solidFill>
                  <a:srgbClr val="B85A1E"/>
                </a:solidFill>
                <a:latin typeface="Noto Sans SC"/>
                <a:ea typeface="Noto Sans SC"/>
                <a:cs typeface="Noto Sans SC"/>
              </a:defRPr>
            </a:lvl4pPr>
            <a:lvl5pPr algn="l">
              <a:defRPr sz="1650" b="1">
                <a:solidFill>
                  <a:srgbClr val="B85A1E"/>
                </a:solidFill>
                <a:latin typeface="Noto Sans SC"/>
                <a:ea typeface="Noto Sans SC"/>
                <a:cs typeface="Noto Sans SC"/>
              </a:defRPr>
            </a:lvl5pPr>
            <a:lvl6pPr algn="l">
              <a:defRPr sz="1650" b="1">
                <a:solidFill>
                  <a:srgbClr val="B85A1E"/>
                </a:solidFill>
                <a:latin typeface="Noto Sans SC"/>
                <a:ea typeface="Noto Sans SC"/>
                <a:cs typeface="Noto Sans SC"/>
              </a:defRPr>
            </a:lvl6pPr>
            <a:lvl7pPr algn="l">
              <a:defRPr sz="1650" b="1">
                <a:solidFill>
                  <a:srgbClr val="B85A1E"/>
                </a:solidFill>
                <a:latin typeface="Noto Sans SC"/>
                <a:ea typeface="Noto Sans SC"/>
                <a:cs typeface="Noto Sans SC"/>
              </a:defRPr>
            </a:lvl7pPr>
            <a:lvl8pPr algn="l">
              <a:defRPr sz="1650" b="1">
                <a:solidFill>
                  <a:srgbClr val="B85A1E"/>
                </a:solidFill>
                <a:latin typeface="Noto Sans SC"/>
                <a:ea typeface="Noto Sans SC"/>
                <a:cs typeface="Noto Sans SC"/>
              </a:defRPr>
            </a:lvl8pPr>
            <a:lvl9pPr algn="l">
              <a:defRPr sz="1650" b="1">
                <a:solidFill>
                  <a:srgbClr val="B85A1E"/>
                </a:solidFill>
                <a:latin typeface="Noto Sans SC"/>
                <a:ea typeface="Noto Sans SC"/>
                <a:cs typeface="Noto Sans SC"/>
              </a:defRPr>
            </a:lvl9pPr>
          </a:lstStyle>
          <a:p xmlns:a="http://schemas.openxmlformats.org/drawingml/2006/main">
            <a:pPr algn="l">
              <a:defRPr sz="1650" b="1">
                <a:solidFill>
                  <a:srgbClr val="B85A1E"/>
                </a:solidFill>
                <a:latin typeface="Noto Sans SC"/>
                <a:ea typeface="Noto Sans SC"/>
                <a:cs typeface="Noto Sans SC"/>
              </a:defRPr>
            </a:pPr>
            <a:r>
              <a:rPr sz="1650" b="1">
                <a:solidFill>
                  <a:srgbClr val="B85A1E"/>
                </a:solidFill>
                <a:latin typeface="Noto Sans SC"/>
                <a:ea typeface="Noto Sans SC"/>
                <a:cs typeface="Noto Sans SC"/>
              </a:rPr>
              <a:t>同一目标重叠候选</a:t>
            </a:r>
          </a:p>
        </p:txBody>
      </p:sp>
      <p:sp>
        <p:nvSpPr>
          <p:cNvPr id="26" name="o25">
            <a:extLst xmlns:a="http://schemas.openxmlformats.org/drawingml/2006/main">
              <a:ext uri="{FF2B5EF4-FFF2-40B4-BE49-F238E27FC236}">
                <a16:creationId xmlns:a16="http://schemas.microsoft.com/office/drawing/2014/main" id="{2E2E91F5-2CB3-46BB-8D7F-15D1C149BE09}"/>
              </a:ext>
            </a:extLst>
          </p:cNvPr>
          <p:cNvSpPr>
            <a:spLocks xmlns:a="http://schemas.openxmlformats.org/drawingml/2006/main" noGrp="1"/>
          </p:cNvSpPr>
          <p:nvPr/>
        </p:nvSpPr>
        <p:spPr>
          <a:xfrm xmlns:a="http://schemas.openxmlformats.org/drawingml/2006/main">
            <a:off x="5334000" y="2695575"/>
            <a:ext cx="6248400" cy="733425"/>
          </a:xfrm>
          <a:prstGeom xmlns:a="http://schemas.openxmlformats.org/drawingml/2006/main" prst="roundRect">
            <a:avLst>
              <a:gd name="adj" fmla="val 10390"/>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0F6E73"/>
                </a:solidFill>
                <a:latin typeface="Noto Sans SC"/>
                <a:ea typeface="Noto Sans SC"/>
                <a:cs typeface="Noto Sans SC"/>
              </a:defRPr>
            </a:defPPr>
            <a:lvl1pPr algn="ctr">
              <a:defRPr sz="1725" b="1">
                <a:solidFill>
                  <a:srgbClr val="0F6E73"/>
                </a:solidFill>
                <a:latin typeface="Noto Sans SC"/>
                <a:ea typeface="Noto Sans SC"/>
                <a:cs typeface="Noto Sans SC"/>
              </a:defRPr>
            </a:lvl1pPr>
            <a:lvl2pPr algn="ctr">
              <a:defRPr sz="1725" b="1">
                <a:solidFill>
                  <a:srgbClr val="0F6E73"/>
                </a:solidFill>
                <a:latin typeface="Noto Sans SC"/>
                <a:ea typeface="Noto Sans SC"/>
                <a:cs typeface="Noto Sans SC"/>
              </a:defRPr>
            </a:lvl2pPr>
            <a:lvl3pPr algn="ctr">
              <a:defRPr sz="1725" b="1">
                <a:solidFill>
                  <a:srgbClr val="0F6E73"/>
                </a:solidFill>
                <a:latin typeface="Noto Sans SC"/>
                <a:ea typeface="Noto Sans SC"/>
                <a:cs typeface="Noto Sans SC"/>
              </a:defRPr>
            </a:lvl3pPr>
            <a:lvl4pPr algn="ctr">
              <a:defRPr sz="1725" b="1">
                <a:solidFill>
                  <a:srgbClr val="0F6E73"/>
                </a:solidFill>
                <a:latin typeface="Noto Sans SC"/>
                <a:ea typeface="Noto Sans SC"/>
                <a:cs typeface="Noto Sans SC"/>
              </a:defRPr>
            </a:lvl4pPr>
            <a:lvl5pPr algn="ctr">
              <a:defRPr sz="1725" b="1">
                <a:solidFill>
                  <a:srgbClr val="0F6E73"/>
                </a:solidFill>
                <a:latin typeface="Noto Sans SC"/>
                <a:ea typeface="Noto Sans SC"/>
                <a:cs typeface="Noto Sans SC"/>
              </a:defRPr>
            </a:lvl5pPr>
            <a:lvl6pPr algn="ctr">
              <a:defRPr sz="1725" b="1">
                <a:solidFill>
                  <a:srgbClr val="0F6E73"/>
                </a:solidFill>
                <a:latin typeface="Noto Sans SC"/>
                <a:ea typeface="Noto Sans SC"/>
                <a:cs typeface="Noto Sans SC"/>
              </a:defRPr>
            </a:lvl6pPr>
            <a:lvl7pPr algn="ctr">
              <a:defRPr sz="1725" b="1">
                <a:solidFill>
                  <a:srgbClr val="0F6E73"/>
                </a:solidFill>
                <a:latin typeface="Noto Sans SC"/>
                <a:ea typeface="Noto Sans SC"/>
                <a:cs typeface="Noto Sans SC"/>
              </a:defRPr>
            </a:lvl7pPr>
            <a:lvl8pPr algn="ctr">
              <a:defRPr sz="1725" b="1">
                <a:solidFill>
                  <a:srgbClr val="0F6E73"/>
                </a:solidFill>
                <a:latin typeface="Noto Sans SC"/>
                <a:ea typeface="Noto Sans SC"/>
                <a:cs typeface="Noto Sans SC"/>
              </a:defRPr>
            </a:lvl8pPr>
            <a:lvl9pPr algn="ctr">
              <a:defRPr sz="1725" b="1">
                <a:solidFill>
                  <a:srgbClr val="0F6E73"/>
                </a:solidFill>
                <a:latin typeface="Noto Sans SC"/>
                <a:ea typeface="Noto Sans SC"/>
                <a:cs typeface="Noto Sans SC"/>
              </a:defRPr>
            </a:lvl9pPr>
          </a:lstStyle>
          <a:p xmlns:a="http://schemas.openxmlformats.org/drawingml/2006/main">
            <a:pPr algn="ctr">
              <a:defRPr sz="1725" b="1">
                <a:solidFill>
                  <a:srgbClr val="0F6E73"/>
                </a:solidFill>
                <a:latin typeface="Noto Sans SC"/>
                <a:ea typeface="Noto Sans SC"/>
                <a:cs typeface="Noto Sans SC"/>
              </a:defRPr>
            </a:pPr>
            <a:r>
              <a:rPr sz="1725" b="1">
                <a:solidFill>
                  <a:srgbClr val="0F6E73"/>
                </a:solidFill>
                <a:latin typeface="Noto Sans SC"/>
                <a:ea typeface="Noto Sans SC"/>
                <a:cs typeface="Noto Sans SC"/>
              </a:rPr>
              <a:t>SpatialContext</a:t>
            </a:r>
          </a:p>
          <a:p xmlns:a="http://schemas.openxmlformats.org/drawingml/2006/main">
            <a:pPr algn="ctr">
              <a:defRPr sz="1725" b="1">
                <a:solidFill>
                  <a:srgbClr val="0F6E73"/>
                </a:solidFill>
                <a:latin typeface="Noto Sans SC"/>
                <a:ea typeface="Noto Sans SC"/>
                <a:cs typeface="Noto Sans SC"/>
              </a:defRPr>
            </a:pPr>
            <a:r>
              <a:rPr sz="1725" b="1">
                <a:solidFill>
                  <a:srgbClr val="0F6E73"/>
                </a:solidFill>
                <a:latin typeface="Noto Sans SC"/>
                <a:ea typeface="Noto Sans SC"/>
                <a:cs typeface="Noto Sans SC"/>
              </a:rPr>
              <a:t>区域 / 设施 / 圈层 / 趋势</a:t>
            </a:r>
          </a:p>
        </p:txBody>
      </p:sp>
      <p:sp>
        <p:nvSpPr>
          <p:cNvPr id="27" name="o26">
            <a:extLst xmlns:a="http://schemas.openxmlformats.org/drawingml/2006/main">
              <a:ext uri="{FF2B5EF4-FFF2-40B4-BE49-F238E27FC236}">
                <a16:creationId xmlns:a16="http://schemas.microsoft.com/office/drawing/2014/main" id="{F36D105E-AFD7-4123-9B1B-85783B8C4673}"/>
              </a:ext>
            </a:extLst>
          </p:cNvPr>
          <p:cNvSpPr>
            <a:spLocks xmlns:a="http://schemas.openxmlformats.org/drawingml/2006/main" noGrp="1"/>
          </p:cNvSpPr>
          <p:nvPr/>
        </p:nvSpPr>
        <p:spPr>
          <a:xfrm xmlns:a="http://schemas.openxmlformats.org/drawingml/2006/main">
            <a:off x="5334000" y="3952875"/>
            <a:ext cx="1771650" cy="571500"/>
          </a:xfrm>
          <a:prstGeom xmlns:a="http://schemas.openxmlformats.org/drawingml/2006/main" prst="roundRect">
            <a:avLst>
              <a:gd name="adj" fmla="val 13333"/>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650" b="1">
                <a:solidFill>
                  <a:srgbClr val="32668E"/>
                </a:solidFill>
                <a:latin typeface="Noto Sans SC"/>
                <a:ea typeface="Noto Sans SC"/>
                <a:cs typeface="Noto Sans SC"/>
              </a:defRPr>
            </a:defPPr>
            <a:lvl1pPr algn="ctr">
              <a:defRPr sz="1650" b="1">
                <a:solidFill>
                  <a:srgbClr val="32668E"/>
                </a:solidFill>
                <a:latin typeface="Noto Sans SC"/>
                <a:ea typeface="Noto Sans SC"/>
                <a:cs typeface="Noto Sans SC"/>
              </a:defRPr>
            </a:lvl1pPr>
            <a:lvl2pPr algn="ctr">
              <a:defRPr sz="1650" b="1">
                <a:solidFill>
                  <a:srgbClr val="32668E"/>
                </a:solidFill>
                <a:latin typeface="Noto Sans SC"/>
                <a:ea typeface="Noto Sans SC"/>
                <a:cs typeface="Noto Sans SC"/>
              </a:defRPr>
            </a:lvl2pPr>
            <a:lvl3pPr algn="ctr">
              <a:defRPr sz="1650" b="1">
                <a:solidFill>
                  <a:srgbClr val="32668E"/>
                </a:solidFill>
                <a:latin typeface="Noto Sans SC"/>
                <a:ea typeface="Noto Sans SC"/>
                <a:cs typeface="Noto Sans SC"/>
              </a:defRPr>
            </a:lvl3pPr>
            <a:lvl4pPr algn="ctr">
              <a:defRPr sz="1650" b="1">
                <a:solidFill>
                  <a:srgbClr val="32668E"/>
                </a:solidFill>
                <a:latin typeface="Noto Sans SC"/>
                <a:ea typeface="Noto Sans SC"/>
                <a:cs typeface="Noto Sans SC"/>
              </a:defRPr>
            </a:lvl4pPr>
            <a:lvl5pPr algn="ctr">
              <a:defRPr sz="1650" b="1">
                <a:solidFill>
                  <a:srgbClr val="32668E"/>
                </a:solidFill>
                <a:latin typeface="Noto Sans SC"/>
                <a:ea typeface="Noto Sans SC"/>
                <a:cs typeface="Noto Sans SC"/>
              </a:defRPr>
            </a:lvl5pPr>
            <a:lvl6pPr algn="ctr">
              <a:defRPr sz="1650" b="1">
                <a:solidFill>
                  <a:srgbClr val="32668E"/>
                </a:solidFill>
                <a:latin typeface="Noto Sans SC"/>
                <a:ea typeface="Noto Sans SC"/>
                <a:cs typeface="Noto Sans SC"/>
              </a:defRPr>
            </a:lvl6pPr>
            <a:lvl7pPr algn="ctr">
              <a:defRPr sz="1650" b="1">
                <a:solidFill>
                  <a:srgbClr val="32668E"/>
                </a:solidFill>
                <a:latin typeface="Noto Sans SC"/>
                <a:ea typeface="Noto Sans SC"/>
                <a:cs typeface="Noto Sans SC"/>
              </a:defRPr>
            </a:lvl7pPr>
            <a:lvl8pPr algn="ctr">
              <a:defRPr sz="1650" b="1">
                <a:solidFill>
                  <a:srgbClr val="32668E"/>
                </a:solidFill>
                <a:latin typeface="Noto Sans SC"/>
                <a:ea typeface="Noto Sans SC"/>
                <a:cs typeface="Noto Sans SC"/>
              </a:defRPr>
            </a:lvl8pPr>
            <a:lvl9pPr algn="ctr">
              <a:defRPr sz="1650" b="1">
                <a:solidFill>
                  <a:srgbClr val="32668E"/>
                </a:solidFill>
                <a:latin typeface="Noto Sans SC"/>
                <a:ea typeface="Noto Sans SC"/>
                <a:cs typeface="Noto Sans SC"/>
              </a:defRPr>
            </a:lvl9pPr>
          </a:lstStyle>
          <a:p xmlns:a="http://schemas.openxmlformats.org/drawingml/2006/main">
            <a:pPr algn="ctr">
              <a:defRPr sz="1650" b="1">
                <a:solidFill>
                  <a:srgbClr val="32668E"/>
                </a:solidFill>
                <a:latin typeface="Noto Sans SC"/>
                <a:ea typeface="Noto Sans SC"/>
                <a:cs typeface="Noto Sans SC"/>
              </a:defRPr>
            </a:pPr>
            <a:r>
              <a:rPr sz="1650" b="1">
                <a:solidFill>
                  <a:srgbClr val="32668E"/>
                </a:solidFill>
                <a:latin typeface="Noto Sans SC"/>
                <a:ea typeface="Noto Sans SC"/>
                <a:cs typeface="Noto Sans SC"/>
              </a:rPr>
              <a:t>意图</a:t>
            </a:r>
          </a:p>
        </p:txBody>
      </p:sp>
      <p:sp>
        <p:nvSpPr>
          <p:cNvPr id="28" name="line-20">
            <a:extLst xmlns:a="http://schemas.openxmlformats.org/drawingml/2006/main">
              <a:ext uri="{FF2B5EF4-FFF2-40B4-BE49-F238E27FC236}">
                <a16:creationId xmlns:a16="http://schemas.microsoft.com/office/drawing/2014/main" id="{13B0D72E-9260-450F-A1E6-AFFD27AB5E8D}"/>
              </a:ext>
            </a:extLst>
          </p:cNvPr>
          <p:cNvSpPr>
            <a:spLocks xmlns:a="http://schemas.openxmlformats.org/drawingml/2006/main" noGrp="1"/>
          </p:cNvSpPr>
          <p:nvPr/>
        </p:nvSpPr>
        <p:spPr>
          <a:xfrm xmlns:a="http://schemas.openxmlformats.org/drawingml/2006/main" flipV="0">
            <a:off x="6219825" y="3429000"/>
            <a:ext cx="953" cy="523875"/>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29" name="line-20">
            <a:extLst xmlns:a="http://schemas.openxmlformats.org/drawingml/2006/main">
              <a:ext uri="{FF2B5EF4-FFF2-40B4-BE49-F238E27FC236}">
                <a16:creationId xmlns:a16="http://schemas.microsoft.com/office/drawing/2014/main" id="{5C81CEAB-2697-4BCF-9F74-280460E17AD5}"/>
              </a:ext>
            </a:extLst>
          </p:cNvPr>
          <p:cNvSpPr>
            <a:spLocks xmlns:a="http://schemas.openxmlformats.org/drawingml/2006/main" noGrp="1"/>
          </p:cNvSpPr>
          <p:nvPr/>
        </p:nvSpPr>
        <p:spPr>
          <a:xfrm xmlns:a="http://schemas.openxmlformats.org/drawingml/2006/main" flipV="0">
            <a:off x="6178726" y="3877644"/>
            <a:ext cx="41099" cy="75231"/>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30" name="line-20">
            <a:extLst xmlns:a="http://schemas.openxmlformats.org/drawingml/2006/main">
              <a:ext uri="{FF2B5EF4-FFF2-40B4-BE49-F238E27FC236}">
                <a16:creationId xmlns:a16="http://schemas.microsoft.com/office/drawing/2014/main" id="{67899E5E-0518-4A84-9F2C-32FF53493F41}"/>
              </a:ext>
            </a:extLst>
          </p:cNvPr>
          <p:cNvSpPr>
            <a:spLocks xmlns:a="http://schemas.openxmlformats.org/drawingml/2006/main" noGrp="1"/>
          </p:cNvSpPr>
          <p:nvPr/>
        </p:nvSpPr>
        <p:spPr>
          <a:xfrm xmlns:a="http://schemas.openxmlformats.org/drawingml/2006/main" flipV="1">
            <a:off x="6219825" y="3877644"/>
            <a:ext cx="41099" cy="75231"/>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31" name="o30">
            <a:extLst xmlns:a="http://schemas.openxmlformats.org/drawingml/2006/main">
              <a:ext uri="{FF2B5EF4-FFF2-40B4-BE49-F238E27FC236}">
                <a16:creationId xmlns:a16="http://schemas.microsoft.com/office/drawing/2014/main" id="{6DC4403E-F0BF-41EA-A227-6F9B17A1689C}"/>
              </a:ext>
            </a:extLst>
          </p:cNvPr>
          <p:cNvSpPr>
            <a:spLocks xmlns:a="http://schemas.openxmlformats.org/drawingml/2006/main" noGrp="1"/>
          </p:cNvSpPr>
          <p:nvPr/>
        </p:nvSpPr>
        <p:spPr>
          <a:xfrm xmlns:a="http://schemas.openxmlformats.org/drawingml/2006/main">
            <a:off x="7572375" y="3952875"/>
            <a:ext cx="1771650" cy="571500"/>
          </a:xfrm>
          <a:prstGeom xmlns:a="http://schemas.openxmlformats.org/drawingml/2006/main" prst="roundRect">
            <a:avLst>
              <a:gd name="adj" fmla="val 13333"/>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650" b="1">
                <a:solidFill>
                  <a:srgbClr val="32668E"/>
                </a:solidFill>
                <a:latin typeface="Noto Sans SC"/>
                <a:ea typeface="Noto Sans SC"/>
                <a:cs typeface="Noto Sans SC"/>
              </a:defRPr>
            </a:defPPr>
            <a:lvl1pPr algn="ctr">
              <a:defRPr sz="1650" b="1">
                <a:solidFill>
                  <a:srgbClr val="32668E"/>
                </a:solidFill>
                <a:latin typeface="Noto Sans SC"/>
                <a:ea typeface="Noto Sans SC"/>
                <a:cs typeface="Noto Sans SC"/>
              </a:defRPr>
            </a:lvl1pPr>
            <a:lvl2pPr algn="ctr">
              <a:defRPr sz="1650" b="1">
                <a:solidFill>
                  <a:srgbClr val="32668E"/>
                </a:solidFill>
                <a:latin typeface="Noto Sans SC"/>
                <a:ea typeface="Noto Sans SC"/>
                <a:cs typeface="Noto Sans SC"/>
              </a:defRPr>
            </a:lvl2pPr>
            <a:lvl3pPr algn="ctr">
              <a:defRPr sz="1650" b="1">
                <a:solidFill>
                  <a:srgbClr val="32668E"/>
                </a:solidFill>
                <a:latin typeface="Noto Sans SC"/>
                <a:ea typeface="Noto Sans SC"/>
                <a:cs typeface="Noto Sans SC"/>
              </a:defRPr>
            </a:lvl3pPr>
            <a:lvl4pPr algn="ctr">
              <a:defRPr sz="1650" b="1">
                <a:solidFill>
                  <a:srgbClr val="32668E"/>
                </a:solidFill>
                <a:latin typeface="Noto Sans SC"/>
                <a:ea typeface="Noto Sans SC"/>
                <a:cs typeface="Noto Sans SC"/>
              </a:defRPr>
            </a:lvl4pPr>
            <a:lvl5pPr algn="ctr">
              <a:defRPr sz="1650" b="1">
                <a:solidFill>
                  <a:srgbClr val="32668E"/>
                </a:solidFill>
                <a:latin typeface="Noto Sans SC"/>
                <a:ea typeface="Noto Sans SC"/>
                <a:cs typeface="Noto Sans SC"/>
              </a:defRPr>
            </a:lvl5pPr>
            <a:lvl6pPr algn="ctr">
              <a:defRPr sz="1650" b="1">
                <a:solidFill>
                  <a:srgbClr val="32668E"/>
                </a:solidFill>
                <a:latin typeface="Noto Sans SC"/>
                <a:ea typeface="Noto Sans SC"/>
                <a:cs typeface="Noto Sans SC"/>
              </a:defRPr>
            </a:lvl6pPr>
            <a:lvl7pPr algn="ctr">
              <a:defRPr sz="1650" b="1">
                <a:solidFill>
                  <a:srgbClr val="32668E"/>
                </a:solidFill>
                <a:latin typeface="Noto Sans SC"/>
                <a:ea typeface="Noto Sans SC"/>
                <a:cs typeface="Noto Sans SC"/>
              </a:defRPr>
            </a:lvl7pPr>
            <a:lvl8pPr algn="ctr">
              <a:defRPr sz="1650" b="1">
                <a:solidFill>
                  <a:srgbClr val="32668E"/>
                </a:solidFill>
                <a:latin typeface="Noto Sans SC"/>
                <a:ea typeface="Noto Sans SC"/>
                <a:cs typeface="Noto Sans SC"/>
              </a:defRPr>
            </a:lvl8pPr>
            <a:lvl9pPr algn="ctr">
              <a:defRPr sz="1650" b="1">
                <a:solidFill>
                  <a:srgbClr val="32668E"/>
                </a:solidFill>
                <a:latin typeface="Noto Sans SC"/>
                <a:ea typeface="Noto Sans SC"/>
                <a:cs typeface="Noto Sans SC"/>
              </a:defRPr>
            </a:lvl9pPr>
          </a:lstStyle>
          <a:p xmlns:a="http://schemas.openxmlformats.org/drawingml/2006/main">
            <a:pPr algn="ctr">
              <a:defRPr sz="1650" b="1">
                <a:solidFill>
                  <a:srgbClr val="32668E"/>
                </a:solidFill>
                <a:latin typeface="Noto Sans SC"/>
                <a:ea typeface="Noto Sans SC"/>
                <a:cs typeface="Noto Sans SC"/>
              </a:defRPr>
            </a:pPr>
            <a:r>
              <a:rPr sz="1650" b="1">
                <a:solidFill>
                  <a:srgbClr val="32668E"/>
                </a:solidFill>
                <a:latin typeface="Noto Sans SC"/>
                <a:ea typeface="Noto Sans SC"/>
                <a:cs typeface="Noto Sans SC"/>
              </a:rPr>
              <a:t>评分</a:t>
            </a:r>
          </a:p>
        </p:txBody>
      </p:sp>
      <p:sp>
        <p:nvSpPr>
          <p:cNvPr id="32" name="line-21">
            <a:extLst xmlns:a="http://schemas.openxmlformats.org/drawingml/2006/main">
              <a:ext uri="{FF2B5EF4-FFF2-40B4-BE49-F238E27FC236}">
                <a16:creationId xmlns:a16="http://schemas.microsoft.com/office/drawing/2014/main" id="{B90E44A3-7C2A-452A-8584-39DD03CEA4BA}"/>
              </a:ext>
            </a:extLst>
          </p:cNvPr>
          <p:cNvSpPr>
            <a:spLocks xmlns:a="http://schemas.openxmlformats.org/drawingml/2006/main" noGrp="1"/>
          </p:cNvSpPr>
          <p:nvPr/>
        </p:nvSpPr>
        <p:spPr>
          <a:xfrm xmlns:a="http://schemas.openxmlformats.org/drawingml/2006/main" flipV="0">
            <a:off x="8458200" y="3429000"/>
            <a:ext cx="953" cy="523875"/>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33" name="line-21">
            <a:extLst xmlns:a="http://schemas.openxmlformats.org/drawingml/2006/main">
              <a:ext uri="{FF2B5EF4-FFF2-40B4-BE49-F238E27FC236}">
                <a16:creationId xmlns:a16="http://schemas.microsoft.com/office/drawing/2014/main" id="{5652EA04-6F8E-40FB-A56F-E8B3630F3682}"/>
              </a:ext>
            </a:extLst>
          </p:cNvPr>
          <p:cNvSpPr>
            <a:spLocks xmlns:a="http://schemas.openxmlformats.org/drawingml/2006/main" noGrp="1"/>
          </p:cNvSpPr>
          <p:nvPr/>
        </p:nvSpPr>
        <p:spPr>
          <a:xfrm xmlns:a="http://schemas.openxmlformats.org/drawingml/2006/main" flipV="0">
            <a:off x="8417101" y="3877644"/>
            <a:ext cx="41099" cy="75231"/>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34" name="line-21">
            <a:extLst xmlns:a="http://schemas.openxmlformats.org/drawingml/2006/main">
              <a:ext uri="{FF2B5EF4-FFF2-40B4-BE49-F238E27FC236}">
                <a16:creationId xmlns:a16="http://schemas.microsoft.com/office/drawing/2014/main" id="{61924F5B-2BAC-4DD8-BCD0-C22ADDC7D0B4}"/>
              </a:ext>
            </a:extLst>
          </p:cNvPr>
          <p:cNvSpPr>
            <a:spLocks xmlns:a="http://schemas.openxmlformats.org/drawingml/2006/main" noGrp="1"/>
          </p:cNvSpPr>
          <p:nvPr/>
        </p:nvSpPr>
        <p:spPr>
          <a:xfrm xmlns:a="http://schemas.openxmlformats.org/drawingml/2006/main" flipV="1">
            <a:off x="8458200" y="3877644"/>
            <a:ext cx="41099" cy="75231"/>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35" name="o34">
            <a:extLst xmlns:a="http://schemas.openxmlformats.org/drawingml/2006/main">
              <a:ext uri="{FF2B5EF4-FFF2-40B4-BE49-F238E27FC236}">
                <a16:creationId xmlns:a16="http://schemas.microsoft.com/office/drawing/2014/main" id="{A4899A71-A7A3-44E0-905A-A0ABD956431E}"/>
              </a:ext>
            </a:extLst>
          </p:cNvPr>
          <p:cNvSpPr>
            <a:spLocks xmlns:a="http://schemas.openxmlformats.org/drawingml/2006/main" noGrp="1"/>
          </p:cNvSpPr>
          <p:nvPr/>
        </p:nvSpPr>
        <p:spPr>
          <a:xfrm xmlns:a="http://schemas.openxmlformats.org/drawingml/2006/main">
            <a:off x="9810750" y="3952875"/>
            <a:ext cx="1771650" cy="571500"/>
          </a:xfrm>
          <a:prstGeom xmlns:a="http://schemas.openxmlformats.org/drawingml/2006/main" prst="roundRect">
            <a:avLst>
              <a:gd name="adj" fmla="val 13333"/>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650" b="1">
                <a:solidFill>
                  <a:srgbClr val="32668E"/>
                </a:solidFill>
                <a:latin typeface="Noto Sans SC"/>
                <a:ea typeface="Noto Sans SC"/>
                <a:cs typeface="Noto Sans SC"/>
              </a:defRPr>
            </a:defPPr>
            <a:lvl1pPr algn="ctr">
              <a:defRPr sz="1650" b="1">
                <a:solidFill>
                  <a:srgbClr val="32668E"/>
                </a:solidFill>
                <a:latin typeface="Noto Sans SC"/>
                <a:ea typeface="Noto Sans SC"/>
                <a:cs typeface="Noto Sans SC"/>
              </a:defRPr>
            </a:lvl1pPr>
            <a:lvl2pPr algn="ctr">
              <a:defRPr sz="1650" b="1">
                <a:solidFill>
                  <a:srgbClr val="32668E"/>
                </a:solidFill>
                <a:latin typeface="Noto Sans SC"/>
                <a:ea typeface="Noto Sans SC"/>
                <a:cs typeface="Noto Sans SC"/>
              </a:defRPr>
            </a:lvl2pPr>
            <a:lvl3pPr algn="ctr">
              <a:defRPr sz="1650" b="1">
                <a:solidFill>
                  <a:srgbClr val="32668E"/>
                </a:solidFill>
                <a:latin typeface="Noto Sans SC"/>
                <a:ea typeface="Noto Sans SC"/>
                <a:cs typeface="Noto Sans SC"/>
              </a:defRPr>
            </a:lvl3pPr>
            <a:lvl4pPr algn="ctr">
              <a:defRPr sz="1650" b="1">
                <a:solidFill>
                  <a:srgbClr val="32668E"/>
                </a:solidFill>
                <a:latin typeface="Noto Sans SC"/>
                <a:ea typeface="Noto Sans SC"/>
                <a:cs typeface="Noto Sans SC"/>
              </a:defRPr>
            </a:lvl4pPr>
            <a:lvl5pPr algn="ctr">
              <a:defRPr sz="1650" b="1">
                <a:solidFill>
                  <a:srgbClr val="32668E"/>
                </a:solidFill>
                <a:latin typeface="Noto Sans SC"/>
                <a:ea typeface="Noto Sans SC"/>
                <a:cs typeface="Noto Sans SC"/>
              </a:defRPr>
            </a:lvl5pPr>
            <a:lvl6pPr algn="ctr">
              <a:defRPr sz="1650" b="1">
                <a:solidFill>
                  <a:srgbClr val="32668E"/>
                </a:solidFill>
                <a:latin typeface="Noto Sans SC"/>
                <a:ea typeface="Noto Sans SC"/>
                <a:cs typeface="Noto Sans SC"/>
              </a:defRPr>
            </a:lvl6pPr>
            <a:lvl7pPr algn="ctr">
              <a:defRPr sz="1650" b="1">
                <a:solidFill>
                  <a:srgbClr val="32668E"/>
                </a:solidFill>
                <a:latin typeface="Noto Sans SC"/>
                <a:ea typeface="Noto Sans SC"/>
                <a:cs typeface="Noto Sans SC"/>
              </a:defRPr>
            </a:lvl7pPr>
            <a:lvl8pPr algn="ctr">
              <a:defRPr sz="1650" b="1">
                <a:solidFill>
                  <a:srgbClr val="32668E"/>
                </a:solidFill>
                <a:latin typeface="Noto Sans SC"/>
                <a:ea typeface="Noto Sans SC"/>
                <a:cs typeface="Noto Sans SC"/>
              </a:defRPr>
            </a:lvl8pPr>
            <a:lvl9pPr algn="ctr">
              <a:defRPr sz="1650" b="1">
                <a:solidFill>
                  <a:srgbClr val="32668E"/>
                </a:solidFill>
                <a:latin typeface="Noto Sans SC"/>
                <a:ea typeface="Noto Sans SC"/>
                <a:cs typeface="Noto Sans SC"/>
              </a:defRPr>
            </a:lvl9pPr>
          </a:lstStyle>
          <a:p xmlns:a="http://schemas.openxmlformats.org/drawingml/2006/main">
            <a:pPr algn="ctr">
              <a:defRPr sz="1650" b="1">
                <a:solidFill>
                  <a:srgbClr val="32668E"/>
                </a:solidFill>
                <a:latin typeface="Noto Sans SC"/>
                <a:ea typeface="Noto Sans SC"/>
                <a:cs typeface="Noto Sans SC"/>
              </a:defRPr>
            </a:pPr>
            <a:r>
              <a:rPr sz="1650" b="1">
                <a:solidFill>
                  <a:srgbClr val="32668E"/>
                </a:solidFill>
                <a:latin typeface="Noto Sans SC"/>
                <a:ea typeface="Noto Sans SC"/>
                <a:cs typeface="Noto Sans SC"/>
              </a:rPr>
              <a:t>设施 ETA</a:t>
            </a:r>
          </a:p>
        </p:txBody>
      </p:sp>
      <p:sp>
        <p:nvSpPr>
          <p:cNvPr id="36" name="line-22">
            <a:extLst xmlns:a="http://schemas.openxmlformats.org/drawingml/2006/main">
              <a:ext uri="{FF2B5EF4-FFF2-40B4-BE49-F238E27FC236}">
                <a16:creationId xmlns:a16="http://schemas.microsoft.com/office/drawing/2014/main" id="{C68BE84F-69A5-4AAF-A25C-738F5DC9CAC0}"/>
              </a:ext>
            </a:extLst>
          </p:cNvPr>
          <p:cNvSpPr>
            <a:spLocks xmlns:a="http://schemas.openxmlformats.org/drawingml/2006/main" noGrp="1"/>
          </p:cNvSpPr>
          <p:nvPr/>
        </p:nvSpPr>
        <p:spPr>
          <a:xfrm xmlns:a="http://schemas.openxmlformats.org/drawingml/2006/main" flipV="0">
            <a:off x="10696575" y="3429000"/>
            <a:ext cx="953" cy="523875"/>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37" name="line-22">
            <a:extLst xmlns:a="http://schemas.openxmlformats.org/drawingml/2006/main">
              <a:ext uri="{FF2B5EF4-FFF2-40B4-BE49-F238E27FC236}">
                <a16:creationId xmlns:a16="http://schemas.microsoft.com/office/drawing/2014/main" id="{3E5B3E79-9CD4-454B-B571-A76C7469A6A3}"/>
              </a:ext>
            </a:extLst>
          </p:cNvPr>
          <p:cNvSpPr>
            <a:spLocks xmlns:a="http://schemas.openxmlformats.org/drawingml/2006/main" noGrp="1"/>
          </p:cNvSpPr>
          <p:nvPr/>
        </p:nvSpPr>
        <p:spPr>
          <a:xfrm xmlns:a="http://schemas.openxmlformats.org/drawingml/2006/main" flipV="0">
            <a:off x="10655476" y="3877644"/>
            <a:ext cx="41099" cy="75231"/>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38" name="line-22">
            <a:extLst xmlns:a="http://schemas.openxmlformats.org/drawingml/2006/main">
              <a:ext uri="{FF2B5EF4-FFF2-40B4-BE49-F238E27FC236}">
                <a16:creationId xmlns:a16="http://schemas.microsoft.com/office/drawing/2014/main" id="{44A9C8D6-BA15-43D0-9198-1722E9A6368D}"/>
              </a:ext>
            </a:extLst>
          </p:cNvPr>
          <p:cNvSpPr>
            <a:spLocks xmlns:a="http://schemas.openxmlformats.org/drawingml/2006/main" noGrp="1"/>
          </p:cNvSpPr>
          <p:nvPr/>
        </p:nvSpPr>
        <p:spPr>
          <a:xfrm xmlns:a="http://schemas.openxmlformats.org/drawingml/2006/main" flipV="1">
            <a:off x="10696575" y="3877644"/>
            <a:ext cx="41099" cy="75231"/>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39" name="o38">
            <a:extLst xmlns:a="http://schemas.openxmlformats.org/drawingml/2006/main">
              <a:ext uri="{FF2B5EF4-FFF2-40B4-BE49-F238E27FC236}">
                <a16:creationId xmlns:a16="http://schemas.microsoft.com/office/drawing/2014/main" id="{9D70677C-B871-47C2-BF04-88DB2FFD0EB3}"/>
              </a:ext>
            </a:extLst>
          </p:cNvPr>
          <p:cNvSpPr>
            <a:spLocks xmlns:a="http://schemas.openxmlformats.org/drawingml/2006/main" noGrp="1"/>
          </p:cNvSpPr>
          <p:nvPr/>
        </p:nvSpPr>
        <p:spPr>
          <a:xfrm xmlns:a="http://schemas.openxmlformats.org/drawingml/2006/main">
            <a:off x="5334000" y="4857750"/>
            <a:ext cx="6248400" cy="1028700"/>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40" name="line-23">
            <a:extLst xmlns:a="http://schemas.openxmlformats.org/drawingml/2006/main">
              <a:ext uri="{FF2B5EF4-FFF2-40B4-BE49-F238E27FC236}">
                <a16:creationId xmlns:a16="http://schemas.microsoft.com/office/drawing/2014/main" id="{AE84CD75-F108-4BEE-BB04-B5A3E5513AFC}"/>
              </a:ext>
            </a:extLst>
          </p:cNvPr>
          <p:cNvSpPr>
            <a:spLocks xmlns:a="http://schemas.openxmlformats.org/drawingml/2006/main" noGrp="1"/>
          </p:cNvSpPr>
          <p:nvPr/>
        </p:nvSpPr>
        <p:spPr>
          <a:xfrm xmlns:a="http://schemas.openxmlformats.org/drawingml/2006/main" flipV="0">
            <a:off x="5334000" y="4857750"/>
            <a:ext cx="6248400" cy="953"/>
          </a:xfrm>
          <a:prstGeom xmlns:a="http://schemas.openxmlformats.org/drawingml/2006/main" prst="line">
            <a:avLst/>
          </a:prstGeom>
          <a:noFill xmlns:a="http://schemas.openxmlformats.org/drawingml/2006/main"/>
          <a:ln xmlns:a="http://schemas.openxmlformats.org/drawingml/2006/main" w="28575">
            <a:solidFill>
              <a:srgbClr val="B85A1E"/>
            </a:solidFill>
            <a:prstDash val="solid"/>
          </a:ln>
        </p:spPr>
      </p:sp>
      <p:sp>
        <p:nvSpPr>
          <p:cNvPr id="41" name="o40">
            <a:extLst xmlns:a="http://schemas.openxmlformats.org/drawingml/2006/main">
              <a:ext uri="{FF2B5EF4-FFF2-40B4-BE49-F238E27FC236}">
                <a16:creationId xmlns:a16="http://schemas.microsoft.com/office/drawing/2014/main" id="{5211FAA6-CCA4-4FE1-A50D-0EEC50E2530C}"/>
              </a:ext>
            </a:extLst>
          </p:cNvPr>
          <p:cNvSpPr>
            <a:spLocks xmlns:a="http://schemas.openxmlformats.org/drawingml/2006/main" noGrp="1"/>
          </p:cNvSpPr>
          <p:nvPr/>
        </p:nvSpPr>
        <p:spPr>
          <a:xfrm xmlns:a="http://schemas.openxmlformats.org/drawingml/2006/main">
            <a:off x="5486400" y="4953000"/>
            <a:ext cx="594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B85A1E"/>
                </a:solidFill>
                <a:latin typeface="Noto Sans SC"/>
                <a:ea typeface="Noto Sans SC"/>
                <a:cs typeface="Noto Sans SC"/>
              </a:defRPr>
            </a:defPPr>
            <a:lvl1pPr algn="l">
              <a:defRPr sz="1650" b="1">
                <a:solidFill>
                  <a:srgbClr val="B85A1E"/>
                </a:solidFill>
                <a:latin typeface="Noto Sans SC"/>
                <a:ea typeface="Noto Sans SC"/>
                <a:cs typeface="Noto Sans SC"/>
              </a:defRPr>
            </a:lvl1pPr>
            <a:lvl2pPr algn="l">
              <a:defRPr sz="1650" b="1">
                <a:solidFill>
                  <a:srgbClr val="B85A1E"/>
                </a:solidFill>
                <a:latin typeface="Noto Sans SC"/>
                <a:ea typeface="Noto Sans SC"/>
                <a:cs typeface="Noto Sans SC"/>
              </a:defRPr>
            </a:lvl2pPr>
            <a:lvl3pPr algn="l">
              <a:defRPr sz="1650" b="1">
                <a:solidFill>
                  <a:srgbClr val="B85A1E"/>
                </a:solidFill>
                <a:latin typeface="Noto Sans SC"/>
                <a:ea typeface="Noto Sans SC"/>
                <a:cs typeface="Noto Sans SC"/>
              </a:defRPr>
            </a:lvl3pPr>
            <a:lvl4pPr algn="l">
              <a:defRPr sz="1650" b="1">
                <a:solidFill>
                  <a:srgbClr val="B85A1E"/>
                </a:solidFill>
                <a:latin typeface="Noto Sans SC"/>
                <a:ea typeface="Noto Sans SC"/>
                <a:cs typeface="Noto Sans SC"/>
              </a:defRPr>
            </a:lvl4pPr>
            <a:lvl5pPr algn="l">
              <a:defRPr sz="1650" b="1">
                <a:solidFill>
                  <a:srgbClr val="B85A1E"/>
                </a:solidFill>
                <a:latin typeface="Noto Sans SC"/>
                <a:ea typeface="Noto Sans SC"/>
                <a:cs typeface="Noto Sans SC"/>
              </a:defRPr>
            </a:lvl5pPr>
            <a:lvl6pPr algn="l">
              <a:defRPr sz="1650" b="1">
                <a:solidFill>
                  <a:srgbClr val="B85A1E"/>
                </a:solidFill>
                <a:latin typeface="Noto Sans SC"/>
                <a:ea typeface="Noto Sans SC"/>
                <a:cs typeface="Noto Sans SC"/>
              </a:defRPr>
            </a:lvl6pPr>
            <a:lvl7pPr algn="l">
              <a:defRPr sz="1650" b="1">
                <a:solidFill>
                  <a:srgbClr val="B85A1E"/>
                </a:solidFill>
                <a:latin typeface="Noto Sans SC"/>
                <a:ea typeface="Noto Sans SC"/>
                <a:cs typeface="Noto Sans SC"/>
              </a:defRPr>
            </a:lvl7pPr>
            <a:lvl8pPr algn="l">
              <a:defRPr sz="1650" b="1">
                <a:solidFill>
                  <a:srgbClr val="B85A1E"/>
                </a:solidFill>
                <a:latin typeface="Noto Sans SC"/>
                <a:ea typeface="Noto Sans SC"/>
                <a:cs typeface="Noto Sans SC"/>
              </a:defRPr>
            </a:lvl8pPr>
            <a:lvl9pPr algn="l">
              <a:defRPr sz="1650" b="1">
                <a:solidFill>
                  <a:srgbClr val="B85A1E"/>
                </a:solidFill>
                <a:latin typeface="Noto Sans SC"/>
                <a:ea typeface="Noto Sans SC"/>
                <a:cs typeface="Noto Sans SC"/>
              </a:defRPr>
            </a:lvl9pPr>
          </a:lstStyle>
          <a:p xmlns:a="http://schemas.openxmlformats.org/drawingml/2006/main">
            <a:pPr algn="l">
              <a:defRPr sz="1650" b="1">
                <a:solidFill>
                  <a:srgbClr val="B85A1E"/>
                </a:solidFill>
                <a:latin typeface="Noto Sans SC"/>
                <a:ea typeface="Noto Sans SC"/>
                <a:cs typeface="Noto Sans SC"/>
              </a:defRPr>
            </a:pPr>
            <a:r>
              <a:rPr sz="1650" b="1">
                <a:solidFill>
                  <a:srgbClr val="B85A1E"/>
                </a:solidFill>
                <a:latin typeface="Noto Sans SC"/>
                <a:ea typeface="Noto Sans SC"/>
                <a:cs typeface="Noto Sans SC"/>
              </a:rPr>
              <a:t>已执行的重叠区域夹具</a:t>
            </a:r>
          </a:p>
        </p:txBody>
      </p:sp>
      <p:sp>
        <p:nvSpPr>
          <p:cNvPr id="42" name="o41">
            <a:extLst xmlns:a="http://schemas.openxmlformats.org/drawingml/2006/main">
              <a:ext uri="{FF2B5EF4-FFF2-40B4-BE49-F238E27FC236}">
                <a16:creationId xmlns:a16="http://schemas.microsoft.com/office/drawing/2014/main" id="{146D9E90-C635-4C3A-9128-E68D620AC7E6}"/>
              </a:ext>
            </a:extLst>
          </p:cNvPr>
          <p:cNvSpPr>
            <a:spLocks xmlns:a="http://schemas.openxmlformats.org/drawingml/2006/main" noGrp="1"/>
          </p:cNvSpPr>
          <p:nvPr/>
        </p:nvSpPr>
        <p:spPr>
          <a:xfrm xmlns:a="http://schemas.openxmlformats.org/drawingml/2006/main">
            <a:off x="5486400" y="5305425"/>
            <a:ext cx="59436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36A"/>
                </a:solidFill>
                <a:latin typeface="Noto Sans SC"/>
                <a:ea typeface="Noto Sans SC"/>
                <a:cs typeface="Noto Sans SC"/>
              </a:defRPr>
            </a:defPPr>
            <a:lvl1pPr algn="l">
              <a:defRPr sz="1425" b="0">
                <a:solidFill>
                  <a:srgbClr val="46536A"/>
                </a:solidFill>
                <a:latin typeface="Noto Sans SC"/>
                <a:ea typeface="Noto Sans SC"/>
                <a:cs typeface="Noto Sans SC"/>
              </a:defRPr>
            </a:lvl1pPr>
            <a:lvl2pPr algn="l">
              <a:defRPr sz="1425" b="0">
                <a:solidFill>
                  <a:srgbClr val="46536A"/>
                </a:solidFill>
                <a:latin typeface="Noto Sans SC"/>
                <a:ea typeface="Noto Sans SC"/>
                <a:cs typeface="Noto Sans SC"/>
              </a:defRPr>
            </a:lvl2pPr>
            <a:lvl3pPr algn="l">
              <a:defRPr sz="1425" b="0">
                <a:solidFill>
                  <a:srgbClr val="46536A"/>
                </a:solidFill>
                <a:latin typeface="Noto Sans SC"/>
                <a:ea typeface="Noto Sans SC"/>
                <a:cs typeface="Noto Sans SC"/>
              </a:defRPr>
            </a:lvl3pPr>
            <a:lvl4pPr algn="l">
              <a:defRPr sz="1425" b="0">
                <a:solidFill>
                  <a:srgbClr val="46536A"/>
                </a:solidFill>
                <a:latin typeface="Noto Sans SC"/>
                <a:ea typeface="Noto Sans SC"/>
                <a:cs typeface="Noto Sans SC"/>
              </a:defRPr>
            </a:lvl4pPr>
            <a:lvl5pPr algn="l">
              <a:defRPr sz="1425" b="0">
                <a:solidFill>
                  <a:srgbClr val="46536A"/>
                </a:solidFill>
                <a:latin typeface="Noto Sans SC"/>
                <a:ea typeface="Noto Sans SC"/>
                <a:cs typeface="Noto Sans SC"/>
              </a:defRPr>
            </a:lvl5pPr>
            <a:lvl6pPr algn="l">
              <a:defRPr sz="1425" b="0">
                <a:solidFill>
                  <a:srgbClr val="46536A"/>
                </a:solidFill>
                <a:latin typeface="Noto Sans SC"/>
                <a:ea typeface="Noto Sans SC"/>
                <a:cs typeface="Noto Sans SC"/>
              </a:defRPr>
            </a:lvl6pPr>
            <a:lvl7pPr algn="l">
              <a:defRPr sz="1425" b="0">
                <a:solidFill>
                  <a:srgbClr val="46536A"/>
                </a:solidFill>
                <a:latin typeface="Noto Sans SC"/>
                <a:ea typeface="Noto Sans SC"/>
                <a:cs typeface="Noto Sans SC"/>
              </a:defRPr>
            </a:lvl7pPr>
            <a:lvl8pPr algn="l">
              <a:defRPr sz="1425" b="0">
                <a:solidFill>
                  <a:srgbClr val="46536A"/>
                </a:solidFill>
                <a:latin typeface="Noto Sans SC"/>
                <a:ea typeface="Noto Sans SC"/>
                <a:cs typeface="Noto Sans SC"/>
              </a:defRPr>
            </a:lvl8pPr>
            <a:lvl9pPr algn="l">
              <a:defRPr sz="1425" b="0">
                <a:solidFill>
                  <a:srgbClr val="46536A"/>
                </a:solidFill>
                <a:latin typeface="Noto Sans SC"/>
                <a:ea typeface="Noto Sans SC"/>
                <a:cs typeface="Noto Sans SC"/>
              </a:defRPr>
            </a:lvl9pPr>
          </a:lstStyle>
          <a:p xmlns:a="http://schemas.openxmlformats.org/drawingml/2006/main">
            <a:pPr algn="l">
              <a:defRPr sz="1425" b="0">
                <a:solidFill>
                  <a:srgbClr val="46536A"/>
                </a:solidFill>
                <a:latin typeface="Noto Sans SC"/>
                <a:ea typeface="Noto Sans SC"/>
                <a:cs typeface="Noto Sans SC"/>
              </a:defRPr>
            </a:pPr>
            <a:r>
              <a:rPr sz="1425" b="0">
                <a:solidFill>
                  <a:srgbClr val="46536A"/>
                </a:solidFill>
                <a:latin typeface="Noto Sans SC"/>
                <a:ea typeface="Noto Sans SC"/>
                <a:cs typeface="Noto Sans SC"/>
              </a:rPr>
              <a:t>a-core 与 b-core 同时命中；反转输入顺序仍稳定选择</a:t>
            </a:r>
          </a:p>
          <a:p xmlns:a="http://schemas.openxmlformats.org/drawingml/2006/main">
            <a:pPr algn="l">
              <a:defRPr sz="1425" b="0">
                <a:solidFill>
                  <a:srgbClr val="46536A"/>
                </a:solidFill>
                <a:latin typeface="Noto Sans SC"/>
                <a:ea typeface="Noto Sans SC"/>
                <a:cs typeface="Noto Sans SC"/>
              </a:defRPr>
            </a:pPr>
            <a:r>
              <a:rPr sz="1425" b="0">
                <a:solidFill>
                  <a:srgbClr val="46536A"/>
                </a:solidFill>
                <a:latin typeface="Noto Sans SC"/>
                <a:ea typeface="Noto Sans SC"/>
                <a:cs typeface="Noto Sans SC"/>
              </a:rPr>
              <a:t>另有回归验证：主区域不借用其他候选的设施</a:t>
            </a:r>
          </a:p>
        </p:txBody>
      </p:sp>
    </p:spTree>
    <p:extLst>
      <p:ext uri="{BB962C8B-B14F-4D97-AF65-F5344CB8AC3E}">
        <p14:creationId xmlns:p14="http://schemas.microsoft.com/office/powerpoint/2010/main" val="1760505377"/>
      </p:ext>
    </p:extLst>
  </p:cSld>
</p:sld>
</file>

<file path=ppt/slides/slide10.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53" name="o0">
            <a:extLst xmlns:a="http://schemas.openxmlformats.org/drawingml/2006/main">
              <a:ext uri="{FF2B5EF4-FFF2-40B4-BE49-F238E27FC236}">
                <a16:creationId xmlns:a16="http://schemas.microsoft.com/office/drawing/2014/main" id="{A76DCC3D-6E20-4FD3-9169-6B45963A110A}"/>
              </a:ext>
            </a:extLst>
          </p:cNvPr>
          <p:cNvSpPr>
            <a:spLocks xmlns:a="http://schemas.openxmlformats.org/drawingml/2006/main" noGrp="1"/>
          </p:cNvSpPr>
          <p:nvPr/>
        </p:nvSpPr>
        <p:spPr>
          <a:xfrm xmlns:a="http://schemas.openxmlformats.org/drawingml/2006/main">
            <a:off x="609600" y="219075"/>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B85A1E"/>
                </a:solidFill>
                <a:latin typeface="Noto Sans SC"/>
                <a:ea typeface="Noto Sans SC"/>
                <a:cs typeface="Noto Sans SC"/>
              </a:defRPr>
            </a:defPPr>
            <a:lvl1pPr algn="l">
              <a:defRPr sz="1275" b="1">
                <a:solidFill>
                  <a:srgbClr val="B85A1E"/>
                </a:solidFill>
                <a:latin typeface="Noto Sans SC"/>
                <a:ea typeface="Noto Sans SC"/>
                <a:cs typeface="Noto Sans SC"/>
              </a:defRPr>
            </a:lvl1pPr>
            <a:lvl2pPr algn="l">
              <a:defRPr sz="1275" b="1">
                <a:solidFill>
                  <a:srgbClr val="B85A1E"/>
                </a:solidFill>
                <a:latin typeface="Noto Sans SC"/>
                <a:ea typeface="Noto Sans SC"/>
                <a:cs typeface="Noto Sans SC"/>
              </a:defRPr>
            </a:lvl2pPr>
            <a:lvl3pPr algn="l">
              <a:defRPr sz="1275" b="1">
                <a:solidFill>
                  <a:srgbClr val="B85A1E"/>
                </a:solidFill>
                <a:latin typeface="Noto Sans SC"/>
                <a:ea typeface="Noto Sans SC"/>
                <a:cs typeface="Noto Sans SC"/>
              </a:defRPr>
            </a:lvl3pPr>
            <a:lvl4pPr algn="l">
              <a:defRPr sz="1275" b="1">
                <a:solidFill>
                  <a:srgbClr val="B85A1E"/>
                </a:solidFill>
                <a:latin typeface="Noto Sans SC"/>
                <a:ea typeface="Noto Sans SC"/>
                <a:cs typeface="Noto Sans SC"/>
              </a:defRPr>
            </a:lvl4pPr>
            <a:lvl5pPr algn="l">
              <a:defRPr sz="1275" b="1">
                <a:solidFill>
                  <a:srgbClr val="B85A1E"/>
                </a:solidFill>
                <a:latin typeface="Noto Sans SC"/>
                <a:ea typeface="Noto Sans SC"/>
                <a:cs typeface="Noto Sans SC"/>
              </a:defRPr>
            </a:lvl5pPr>
            <a:lvl6pPr algn="l">
              <a:defRPr sz="1275" b="1">
                <a:solidFill>
                  <a:srgbClr val="B85A1E"/>
                </a:solidFill>
                <a:latin typeface="Noto Sans SC"/>
                <a:ea typeface="Noto Sans SC"/>
                <a:cs typeface="Noto Sans SC"/>
              </a:defRPr>
            </a:lvl6pPr>
            <a:lvl7pPr algn="l">
              <a:defRPr sz="1275" b="1">
                <a:solidFill>
                  <a:srgbClr val="B85A1E"/>
                </a:solidFill>
                <a:latin typeface="Noto Sans SC"/>
                <a:ea typeface="Noto Sans SC"/>
                <a:cs typeface="Noto Sans SC"/>
              </a:defRPr>
            </a:lvl7pPr>
            <a:lvl8pPr algn="l">
              <a:defRPr sz="1275" b="1">
                <a:solidFill>
                  <a:srgbClr val="B85A1E"/>
                </a:solidFill>
                <a:latin typeface="Noto Sans SC"/>
                <a:ea typeface="Noto Sans SC"/>
                <a:cs typeface="Noto Sans SC"/>
              </a:defRPr>
            </a:lvl8pPr>
            <a:lvl9pPr algn="l">
              <a:defRPr sz="1275" b="1">
                <a:solidFill>
                  <a:srgbClr val="B85A1E"/>
                </a:solidFill>
                <a:latin typeface="Noto Sans SC"/>
                <a:ea typeface="Noto Sans SC"/>
                <a:cs typeface="Noto Sans SC"/>
              </a:defRPr>
            </a:lvl9pPr>
          </a:lstStyle>
          <a:p xmlns:a="http://schemas.openxmlformats.org/drawingml/2006/main">
            <a:pPr algn="l">
              <a:defRPr sz="1275" b="1">
                <a:solidFill>
                  <a:srgbClr val="B85A1E"/>
                </a:solidFill>
                <a:latin typeface="Noto Sans SC"/>
                <a:ea typeface="Noto Sans SC"/>
                <a:cs typeface="Noto Sans SC"/>
              </a:defRPr>
            </a:pPr>
            <a:r>
              <a:rPr sz="1275" b="1">
                <a:solidFill>
                  <a:srgbClr val="B85A1E"/>
                </a:solidFill>
                <a:latin typeface="Noto Sans SC"/>
                <a:ea typeface="Noto Sans SC"/>
                <a:cs typeface="Noto Sans SC"/>
              </a:rPr>
              <a:t>身份 · 有效性与条件分流</a:t>
            </a:r>
          </a:p>
        </p:txBody>
      </p:sp>
      <p:sp>
        <p:nvSpPr>
          <p:cNvPr id="2" name="o1">
            <a:extLst xmlns:a="http://schemas.openxmlformats.org/drawingml/2006/main">
              <a:ext uri="{FF2B5EF4-FFF2-40B4-BE49-F238E27FC236}">
                <a16:creationId xmlns:a16="http://schemas.microsoft.com/office/drawing/2014/main" id="{2FB74877-1EBA-4C51-84CD-6E111F306F86}"/>
              </a:ext>
            </a:extLst>
          </p:cNvPr>
          <p:cNvSpPr>
            <a:spLocks xmlns:a="http://schemas.openxmlformats.org/drawingml/2006/main" noGrp="1"/>
          </p:cNvSpPr>
          <p:nvPr/>
        </p:nvSpPr>
        <p:spPr>
          <a:xfrm xmlns:a="http://schemas.openxmlformats.org/drawingml/2006/main">
            <a:off x="609600" y="6000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700" b="1">
                <a:solidFill>
                  <a:srgbClr val="16243A"/>
                </a:solidFill>
                <a:latin typeface="Noto Serif SC"/>
                <a:ea typeface="Noto Serif SC"/>
                <a:cs typeface="Noto Serif SC"/>
              </a:defRPr>
            </a:defPPr>
            <a:lvl1pPr algn="l">
              <a:defRPr sz="2700" b="1">
                <a:solidFill>
                  <a:srgbClr val="16243A"/>
                </a:solidFill>
                <a:latin typeface="Noto Serif SC"/>
                <a:ea typeface="Noto Serif SC"/>
                <a:cs typeface="Noto Serif SC"/>
              </a:defRPr>
            </a:lvl1pPr>
            <a:lvl2pPr algn="l">
              <a:defRPr sz="2700" b="1">
                <a:solidFill>
                  <a:srgbClr val="16243A"/>
                </a:solidFill>
                <a:latin typeface="Noto Serif SC"/>
                <a:ea typeface="Noto Serif SC"/>
                <a:cs typeface="Noto Serif SC"/>
              </a:defRPr>
            </a:lvl2pPr>
            <a:lvl3pPr algn="l">
              <a:defRPr sz="2700" b="1">
                <a:solidFill>
                  <a:srgbClr val="16243A"/>
                </a:solidFill>
                <a:latin typeface="Noto Serif SC"/>
                <a:ea typeface="Noto Serif SC"/>
                <a:cs typeface="Noto Serif SC"/>
              </a:defRPr>
            </a:lvl3pPr>
            <a:lvl4pPr algn="l">
              <a:defRPr sz="2700" b="1">
                <a:solidFill>
                  <a:srgbClr val="16243A"/>
                </a:solidFill>
                <a:latin typeface="Noto Serif SC"/>
                <a:ea typeface="Noto Serif SC"/>
                <a:cs typeface="Noto Serif SC"/>
              </a:defRPr>
            </a:lvl4pPr>
            <a:lvl5pPr algn="l">
              <a:defRPr sz="2700" b="1">
                <a:solidFill>
                  <a:srgbClr val="16243A"/>
                </a:solidFill>
                <a:latin typeface="Noto Serif SC"/>
                <a:ea typeface="Noto Serif SC"/>
                <a:cs typeface="Noto Serif SC"/>
              </a:defRPr>
            </a:lvl5pPr>
            <a:lvl6pPr algn="l">
              <a:defRPr sz="2700" b="1">
                <a:solidFill>
                  <a:srgbClr val="16243A"/>
                </a:solidFill>
                <a:latin typeface="Noto Serif SC"/>
                <a:ea typeface="Noto Serif SC"/>
                <a:cs typeface="Noto Serif SC"/>
              </a:defRPr>
            </a:lvl6pPr>
            <a:lvl7pPr algn="l">
              <a:defRPr sz="2700" b="1">
                <a:solidFill>
                  <a:srgbClr val="16243A"/>
                </a:solidFill>
                <a:latin typeface="Noto Serif SC"/>
                <a:ea typeface="Noto Serif SC"/>
                <a:cs typeface="Noto Serif SC"/>
              </a:defRPr>
            </a:lvl7pPr>
            <a:lvl8pPr algn="l">
              <a:defRPr sz="2700" b="1">
                <a:solidFill>
                  <a:srgbClr val="16243A"/>
                </a:solidFill>
                <a:latin typeface="Noto Serif SC"/>
                <a:ea typeface="Noto Serif SC"/>
                <a:cs typeface="Noto Serif SC"/>
              </a:defRPr>
            </a:lvl8pPr>
            <a:lvl9pPr algn="l">
              <a:defRPr sz="2700" b="1">
                <a:solidFill>
                  <a:srgbClr val="16243A"/>
                </a:solidFill>
                <a:latin typeface="Noto Serif SC"/>
                <a:ea typeface="Noto Serif SC"/>
                <a:cs typeface="Noto Serif SC"/>
              </a:defRPr>
            </a:lvl9pPr>
          </a:lstStyle>
          <a:p xmlns:a="http://schemas.openxmlformats.org/drawingml/2006/main">
            <a:pPr algn="l">
              <a:defRPr sz="2700" b="1">
                <a:solidFill>
                  <a:srgbClr val="16243A"/>
                </a:solidFill>
                <a:latin typeface="Noto Serif SC"/>
                <a:ea typeface="Noto Serif SC"/>
                <a:cs typeface="Noto Serif SC"/>
              </a:defRPr>
            </a:pPr>
            <a:r>
              <a:rPr sz="2700" b="1">
                <a:solidFill>
                  <a:srgbClr val="16243A"/>
                </a:solidFill>
                <a:latin typeface="Noto Serif SC"/>
                <a:ea typeface="Noto Serif SC"/>
                <a:cs typeface="Noto Serif SC"/>
              </a:rPr>
              <a:t>有效记录与位置条件共同决定逐目标豁免</a:t>
            </a:r>
          </a:p>
        </p:txBody>
      </p:sp>
      <p:sp>
        <p:nvSpPr>
          <p:cNvPr id="3" name="line-2">
            <a:extLst xmlns:a="http://schemas.openxmlformats.org/drawingml/2006/main">
              <a:ext uri="{FF2B5EF4-FFF2-40B4-BE49-F238E27FC236}">
                <a16:creationId xmlns:a16="http://schemas.microsoft.com/office/drawing/2014/main" id="{60F8AEE3-57D0-4F1B-A1E5-7BD482735CFD}"/>
              </a:ext>
            </a:extLst>
          </p:cNvPr>
          <p:cNvSpPr>
            <a:spLocks xmlns:a="http://schemas.openxmlformats.org/drawingml/2006/main" noGrp="1"/>
          </p:cNvSpPr>
          <p:nvPr/>
        </p:nvSpPr>
        <p:spPr>
          <a:xfrm xmlns:a="http://schemas.openxmlformats.org/drawingml/2006/main" flipV="0">
            <a:off x="609600" y="1200150"/>
            <a:ext cx="10972800" cy="953"/>
          </a:xfrm>
          <a:prstGeom xmlns:a="http://schemas.openxmlformats.org/drawingml/2006/main" prst="line">
            <a:avLst/>
          </a:prstGeom>
          <a:noFill xmlns:a="http://schemas.openxmlformats.org/drawingml/2006/main"/>
          <a:ln xmlns:a="http://schemas.openxmlformats.org/drawingml/2006/main" w="14288">
            <a:solidFill>
              <a:srgbClr val="D5DAE0"/>
            </a:solidFill>
            <a:prstDash val="solid"/>
          </a:ln>
        </p:spPr>
      </p:sp>
      <p:sp>
        <p:nvSpPr>
          <p:cNvPr id="4" name="o3">
            <a:extLst xmlns:a="http://schemas.openxmlformats.org/drawingml/2006/main">
              <a:ext uri="{FF2B5EF4-FFF2-40B4-BE49-F238E27FC236}">
                <a16:creationId xmlns:a16="http://schemas.microsoft.com/office/drawing/2014/main" id="{9AB06189-3B37-4DA8-BA62-C62ED0E71116}"/>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00" b="0">
                <a:solidFill>
                  <a:srgbClr val="6B7689"/>
                </a:solidFill>
                <a:latin typeface="Noto Sans SC"/>
                <a:ea typeface="Noto Sans SC"/>
                <a:cs typeface="Noto Sans SC"/>
              </a:defRPr>
            </a:defPPr>
            <a:lvl1pPr algn="l">
              <a:defRPr sz="900" b="0">
                <a:solidFill>
                  <a:srgbClr val="6B7689"/>
                </a:solidFill>
                <a:latin typeface="Noto Sans SC"/>
                <a:ea typeface="Noto Sans SC"/>
                <a:cs typeface="Noto Sans SC"/>
              </a:defRPr>
            </a:lvl1pPr>
            <a:lvl2pPr algn="l">
              <a:defRPr sz="900" b="0">
                <a:solidFill>
                  <a:srgbClr val="6B7689"/>
                </a:solidFill>
                <a:latin typeface="Noto Sans SC"/>
                <a:ea typeface="Noto Sans SC"/>
                <a:cs typeface="Noto Sans SC"/>
              </a:defRPr>
            </a:lvl2pPr>
            <a:lvl3pPr algn="l">
              <a:defRPr sz="900" b="0">
                <a:solidFill>
                  <a:srgbClr val="6B7689"/>
                </a:solidFill>
                <a:latin typeface="Noto Sans SC"/>
                <a:ea typeface="Noto Sans SC"/>
                <a:cs typeface="Noto Sans SC"/>
              </a:defRPr>
            </a:lvl3pPr>
            <a:lvl4pPr algn="l">
              <a:defRPr sz="900" b="0">
                <a:solidFill>
                  <a:srgbClr val="6B7689"/>
                </a:solidFill>
                <a:latin typeface="Noto Sans SC"/>
                <a:ea typeface="Noto Sans SC"/>
                <a:cs typeface="Noto Sans SC"/>
              </a:defRPr>
            </a:lvl4pPr>
            <a:lvl5pPr algn="l">
              <a:defRPr sz="900" b="0">
                <a:solidFill>
                  <a:srgbClr val="6B7689"/>
                </a:solidFill>
                <a:latin typeface="Noto Sans SC"/>
                <a:ea typeface="Noto Sans SC"/>
                <a:cs typeface="Noto Sans SC"/>
              </a:defRPr>
            </a:lvl5pPr>
            <a:lvl6pPr algn="l">
              <a:defRPr sz="900" b="0">
                <a:solidFill>
                  <a:srgbClr val="6B7689"/>
                </a:solidFill>
                <a:latin typeface="Noto Sans SC"/>
                <a:ea typeface="Noto Sans SC"/>
                <a:cs typeface="Noto Sans SC"/>
              </a:defRPr>
            </a:lvl6pPr>
            <a:lvl7pPr algn="l">
              <a:defRPr sz="900" b="0">
                <a:solidFill>
                  <a:srgbClr val="6B7689"/>
                </a:solidFill>
                <a:latin typeface="Noto Sans SC"/>
                <a:ea typeface="Noto Sans SC"/>
                <a:cs typeface="Noto Sans SC"/>
              </a:defRPr>
            </a:lvl7pPr>
            <a:lvl8pPr algn="l">
              <a:defRPr sz="900" b="0">
                <a:solidFill>
                  <a:srgbClr val="6B7689"/>
                </a:solidFill>
                <a:latin typeface="Noto Sans SC"/>
                <a:ea typeface="Noto Sans SC"/>
                <a:cs typeface="Noto Sans SC"/>
              </a:defRPr>
            </a:lvl8pPr>
            <a:lvl9pPr algn="l">
              <a:defRPr sz="900" b="0">
                <a:solidFill>
                  <a:srgbClr val="6B7689"/>
                </a:solidFill>
                <a:latin typeface="Noto Sans SC"/>
                <a:ea typeface="Noto Sans SC"/>
                <a:cs typeface="Noto Sans SC"/>
              </a:defRPr>
            </a:lvl9pPr>
          </a:lstStyle>
          <a:p xmlns:a="http://schemas.openxmlformats.org/drawingml/2006/main">
            <a:pPr algn="l">
              <a:defRPr sz="900" b="0">
                <a:solidFill>
                  <a:srgbClr val="6B7689"/>
                </a:solidFill>
                <a:latin typeface="Noto Sans SC"/>
                <a:ea typeface="Noto Sans SC"/>
                <a:cs typeface="Noto Sans SC"/>
              </a:defRPr>
            </a:pPr>
            <a:r>
              <a:rPr sz="900" b="0">
                <a:solidFill>
                  <a:srgbClr val="6B7689"/>
                </a:solidFill>
                <a:latin typeface="Noto Sans SC"/>
                <a:ea typeface="Noto Sans SC"/>
                <a:cs typeface="Noto Sans SC"/>
              </a:rPr>
              <a:t>project_reference §16.1–16.2；engine.py:_target_exemption</a:t>
            </a:r>
          </a:p>
        </p:txBody>
      </p:sp>
      <p:sp>
        <p:nvSpPr>
          <p:cNvPr id="5" name="o4">
            <a:extLst xmlns:a="http://schemas.openxmlformats.org/drawingml/2006/main">
              <a:ext uri="{FF2B5EF4-FFF2-40B4-BE49-F238E27FC236}">
                <a16:creationId xmlns:a16="http://schemas.microsoft.com/office/drawing/2014/main" id="{4DA5063E-E7B2-4C72-9E94-F56BB2B3A9FC}"/>
              </a:ext>
            </a:extLst>
          </p:cNvPr>
          <p:cNvSpPr>
            <a:spLocks xmlns:a="http://schemas.openxmlformats.org/drawingml/2006/main" noGrp="1"/>
          </p:cNvSpPr>
          <p:nvPr/>
        </p:nvSpPr>
        <p:spPr>
          <a:xfrm xmlns:a="http://schemas.openxmlformats.org/drawingml/2006/main">
            <a:off x="10896600" y="6505575"/>
            <a:ext cx="68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6B7689"/>
                </a:solidFill>
                <a:latin typeface="Noto Sans SC"/>
                <a:ea typeface="Noto Sans SC"/>
                <a:cs typeface="Noto Sans SC"/>
              </a:defRPr>
            </a:defPPr>
            <a:lvl1pPr algn="r">
              <a:defRPr sz="1200" b="0">
                <a:solidFill>
                  <a:srgbClr val="6B7689"/>
                </a:solidFill>
                <a:latin typeface="Noto Sans SC"/>
                <a:ea typeface="Noto Sans SC"/>
                <a:cs typeface="Noto Sans SC"/>
              </a:defRPr>
            </a:lvl1pPr>
            <a:lvl2pPr algn="r">
              <a:defRPr sz="1200" b="0">
                <a:solidFill>
                  <a:srgbClr val="6B7689"/>
                </a:solidFill>
                <a:latin typeface="Noto Sans SC"/>
                <a:ea typeface="Noto Sans SC"/>
                <a:cs typeface="Noto Sans SC"/>
              </a:defRPr>
            </a:lvl2pPr>
            <a:lvl3pPr algn="r">
              <a:defRPr sz="1200" b="0">
                <a:solidFill>
                  <a:srgbClr val="6B7689"/>
                </a:solidFill>
                <a:latin typeface="Noto Sans SC"/>
                <a:ea typeface="Noto Sans SC"/>
                <a:cs typeface="Noto Sans SC"/>
              </a:defRPr>
            </a:lvl3pPr>
            <a:lvl4pPr algn="r">
              <a:defRPr sz="1200" b="0">
                <a:solidFill>
                  <a:srgbClr val="6B7689"/>
                </a:solidFill>
                <a:latin typeface="Noto Sans SC"/>
                <a:ea typeface="Noto Sans SC"/>
                <a:cs typeface="Noto Sans SC"/>
              </a:defRPr>
            </a:lvl4pPr>
            <a:lvl5pPr algn="r">
              <a:defRPr sz="1200" b="0">
                <a:solidFill>
                  <a:srgbClr val="6B7689"/>
                </a:solidFill>
                <a:latin typeface="Noto Sans SC"/>
                <a:ea typeface="Noto Sans SC"/>
                <a:cs typeface="Noto Sans SC"/>
              </a:defRPr>
            </a:lvl5pPr>
            <a:lvl6pPr algn="r">
              <a:defRPr sz="1200" b="0">
                <a:solidFill>
                  <a:srgbClr val="6B7689"/>
                </a:solidFill>
                <a:latin typeface="Noto Sans SC"/>
                <a:ea typeface="Noto Sans SC"/>
                <a:cs typeface="Noto Sans SC"/>
              </a:defRPr>
            </a:lvl6pPr>
            <a:lvl7pPr algn="r">
              <a:defRPr sz="1200" b="0">
                <a:solidFill>
                  <a:srgbClr val="6B7689"/>
                </a:solidFill>
                <a:latin typeface="Noto Sans SC"/>
                <a:ea typeface="Noto Sans SC"/>
                <a:cs typeface="Noto Sans SC"/>
              </a:defRPr>
            </a:lvl7pPr>
            <a:lvl8pPr algn="r">
              <a:defRPr sz="1200" b="0">
                <a:solidFill>
                  <a:srgbClr val="6B7689"/>
                </a:solidFill>
                <a:latin typeface="Noto Sans SC"/>
                <a:ea typeface="Noto Sans SC"/>
                <a:cs typeface="Noto Sans SC"/>
              </a:defRPr>
            </a:lvl8pPr>
            <a:lvl9pPr algn="r">
              <a:defRPr sz="1200" b="0">
                <a:solidFill>
                  <a:srgbClr val="6B7689"/>
                </a:solidFill>
                <a:latin typeface="Noto Sans SC"/>
                <a:ea typeface="Noto Sans SC"/>
                <a:cs typeface="Noto Sans SC"/>
              </a:defRPr>
            </a:lvl9pPr>
          </a:lstStyle>
          <a:p xmlns:a="http://schemas.openxmlformats.org/drawingml/2006/main">
            <a:pPr algn="r">
              <a:defRPr sz="1200" b="0">
                <a:solidFill>
                  <a:srgbClr val="6B7689"/>
                </a:solidFill>
                <a:latin typeface="Noto Sans SC"/>
                <a:ea typeface="Noto Sans SC"/>
                <a:cs typeface="Noto Sans SC"/>
              </a:defRPr>
            </a:pPr>
            <a:r>
              <a:rPr sz="1200" b="0">
                <a:solidFill>
                  <a:srgbClr val="6B7689"/>
                </a:solidFill>
                <a:latin typeface="Noto Sans SC"/>
                <a:ea typeface="Noto Sans SC"/>
                <a:cs typeface="Noto Sans SC"/>
              </a:rPr>
              <a:t>10 / 39</a:t>
            </a:r>
          </a:p>
        </p:txBody>
      </p:sp>
      <p:sp>
        <p:nvSpPr>
          <p:cNvPr id="6" name="o5">
            <a:extLst xmlns:a="http://schemas.openxmlformats.org/drawingml/2006/main">
              <a:ext uri="{FF2B5EF4-FFF2-40B4-BE49-F238E27FC236}">
                <a16:creationId xmlns:a16="http://schemas.microsoft.com/office/drawing/2014/main" id="{62FD90A9-2B4F-4FEC-BE17-AFEBA7EA3E51}"/>
              </a:ext>
            </a:extLst>
          </p:cNvPr>
          <p:cNvSpPr>
            <a:spLocks xmlns:a="http://schemas.openxmlformats.org/drawingml/2006/main" noGrp="1"/>
          </p:cNvSpPr>
          <p:nvPr/>
        </p:nvSpPr>
        <p:spPr>
          <a:xfrm xmlns:a="http://schemas.openxmlformats.org/drawingml/2006/main">
            <a:off x="609600" y="5981700"/>
            <a:ext cx="10972800" cy="428625"/>
          </a:xfrm>
          <a:prstGeom xmlns:a="http://schemas.openxmlformats.org/drawingml/2006/main" prst="roundRect">
            <a:avLst>
              <a:gd name="adj" fmla="val 17778"/>
            </a:avLst>
          </a:prstGeom>
          <a:solidFill xmlns:a="http://schemas.openxmlformats.org/drawingml/2006/main">
            <a:srgbClr val="D6E6E5"/>
          </a:solidFill>
          <a:ln xmlns:a="http://schemas.openxmlformats.org/drawingml/2006/main" w="0">
            <a:noFill/>
            <a:prstDash val="solid"/>
          </a:ln>
        </p:spPr>
      </p:sp>
      <p:sp>
        <p:nvSpPr>
          <p:cNvPr id="7" name="o6">
            <a:extLst xmlns:a="http://schemas.openxmlformats.org/drawingml/2006/main">
              <a:ext uri="{FF2B5EF4-FFF2-40B4-BE49-F238E27FC236}">
                <a16:creationId xmlns:a16="http://schemas.microsoft.com/office/drawing/2014/main" id="{A972AE66-554E-4535-BF4E-32E3D688BB1E}"/>
              </a:ext>
            </a:extLst>
          </p:cNvPr>
          <p:cNvSpPr>
            <a:spLocks xmlns:a="http://schemas.openxmlformats.org/drawingml/2006/main" noGrp="1"/>
          </p:cNvSpPr>
          <p:nvPr/>
        </p:nvSpPr>
        <p:spPr>
          <a:xfrm xmlns:a="http://schemas.openxmlformats.org/drawingml/2006/main">
            <a:off x="781050" y="6029325"/>
            <a:ext cx="10629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75" b="1">
                <a:solidFill>
                  <a:srgbClr val="0F6E73"/>
                </a:solidFill>
                <a:latin typeface="Noto Sans SC"/>
                <a:ea typeface="Noto Sans SC"/>
                <a:cs typeface="Noto Sans SC"/>
              </a:defRPr>
            </a:defPPr>
            <a:lvl1pPr algn="l">
              <a:defRPr sz="1575" b="1">
                <a:solidFill>
                  <a:srgbClr val="0F6E73"/>
                </a:solidFill>
                <a:latin typeface="Noto Sans SC"/>
                <a:ea typeface="Noto Sans SC"/>
                <a:cs typeface="Noto Sans SC"/>
              </a:defRPr>
            </a:lvl1pPr>
            <a:lvl2pPr algn="l">
              <a:defRPr sz="1575" b="1">
                <a:solidFill>
                  <a:srgbClr val="0F6E73"/>
                </a:solidFill>
                <a:latin typeface="Noto Sans SC"/>
                <a:ea typeface="Noto Sans SC"/>
                <a:cs typeface="Noto Sans SC"/>
              </a:defRPr>
            </a:lvl2pPr>
            <a:lvl3pPr algn="l">
              <a:defRPr sz="1575" b="1">
                <a:solidFill>
                  <a:srgbClr val="0F6E73"/>
                </a:solidFill>
                <a:latin typeface="Noto Sans SC"/>
                <a:ea typeface="Noto Sans SC"/>
                <a:cs typeface="Noto Sans SC"/>
              </a:defRPr>
            </a:lvl3pPr>
            <a:lvl4pPr algn="l">
              <a:defRPr sz="1575" b="1">
                <a:solidFill>
                  <a:srgbClr val="0F6E73"/>
                </a:solidFill>
                <a:latin typeface="Noto Sans SC"/>
                <a:ea typeface="Noto Sans SC"/>
                <a:cs typeface="Noto Sans SC"/>
              </a:defRPr>
            </a:lvl4pPr>
            <a:lvl5pPr algn="l">
              <a:defRPr sz="1575" b="1">
                <a:solidFill>
                  <a:srgbClr val="0F6E73"/>
                </a:solidFill>
                <a:latin typeface="Noto Sans SC"/>
                <a:ea typeface="Noto Sans SC"/>
                <a:cs typeface="Noto Sans SC"/>
              </a:defRPr>
            </a:lvl5pPr>
            <a:lvl6pPr algn="l">
              <a:defRPr sz="1575" b="1">
                <a:solidFill>
                  <a:srgbClr val="0F6E73"/>
                </a:solidFill>
                <a:latin typeface="Noto Sans SC"/>
                <a:ea typeface="Noto Sans SC"/>
                <a:cs typeface="Noto Sans SC"/>
              </a:defRPr>
            </a:lvl6pPr>
            <a:lvl7pPr algn="l">
              <a:defRPr sz="1575" b="1">
                <a:solidFill>
                  <a:srgbClr val="0F6E73"/>
                </a:solidFill>
                <a:latin typeface="Noto Sans SC"/>
                <a:ea typeface="Noto Sans SC"/>
                <a:cs typeface="Noto Sans SC"/>
              </a:defRPr>
            </a:lvl7pPr>
            <a:lvl8pPr algn="l">
              <a:defRPr sz="1575" b="1">
                <a:solidFill>
                  <a:srgbClr val="0F6E73"/>
                </a:solidFill>
                <a:latin typeface="Noto Sans SC"/>
                <a:ea typeface="Noto Sans SC"/>
                <a:cs typeface="Noto Sans SC"/>
              </a:defRPr>
            </a:lvl8pPr>
            <a:lvl9pPr algn="l">
              <a:defRPr sz="1575" b="1">
                <a:solidFill>
                  <a:srgbClr val="0F6E73"/>
                </a:solidFill>
                <a:latin typeface="Noto Sans SC"/>
                <a:ea typeface="Noto Sans SC"/>
                <a:cs typeface="Noto Sans SC"/>
              </a:defRPr>
            </a:lvl9pPr>
          </a:lstStyle>
          <a:p xmlns:a="http://schemas.openxmlformats.org/drawingml/2006/main">
            <a:pPr algn="l">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身份资料存在、记录有效、满足豁免是三个判断；合法成员不连带豁免邻机。</a:t>
            </a:r>
          </a:p>
        </p:txBody>
      </p:sp>
      <p:sp>
        <p:nvSpPr>
          <p:cNvPr id="8" name="o7">
            <a:extLst xmlns:a="http://schemas.openxmlformats.org/drawingml/2006/main">
              <a:ext uri="{FF2B5EF4-FFF2-40B4-BE49-F238E27FC236}">
                <a16:creationId xmlns:a16="http://schemas.microsoft.com/office/drawing/2014/main" id="{C6A19B7C-619E-4819-B796-5E20553CD4CF}"/>
              </a:ext>
            </a:extLst>
          </p:cNvPr>
          <p:cNvSpPr>
            <a:spLocks xmlns:a="http://schemas.openxmlformats.org/drawingml/2006/main" noGrp="1"/>
          </p:cNvSpPr>
          <p:nvPr/>
        </p:nvSpPr>
        <p:spPr>
          <a:xfrm xmlns:a="http://schemas.openxmlformats.org/drawingml/2006/main">
            <a:off x="609600" y="2381250"/>
            <a:ext cx="3238500" cy="781050"/>
          </a:xfrm>
          <a:prstGeom xmlns:a="http://schemas.openxmlformats.org/drawingml/2006/main" prst="roundRect">
            <a:avLst>
              <a:gd name="adj" fmla="val 9756"/>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650" b="1">
                <a:solidFill>
                  <a:srgbClr val="0F6E73"/>
                </a:solidFill>
                <a:latin typeface="Noto Sans SC"/>
                <a:ea typeface="Noto Sans SC"/>
                <a:cs typeface="Noto Sans SC"/>
              </a:defRPr>
            </a:defPPr>
            <a:lvl1pPr algn="ctr">
              <a:defRPr sz="1650" b="1">
                <a:solidFill>
                  <a:srgbClr val="0F6E73"/>
                </a:solidFill>
                <a:latin typeface="Noto Sans SC"/>
                <a:ea typeface="Noto Sans SC"/>
                <a:cs typeface="Noto Sans SC"/>
              </a:defRPr>
            </a:lvl1pPr>
            <a:lvl2pPr algn="ctr">
              <a:defRPr sz="1650" b="1">
                <a:solidFill>
                  <a:srgbClr val="0F6E73"/>
                </a:solidFill>
                <a:latin typeface="Noto Sans SC"/>
                <a:ea typeface="Noto Sans SC"/>
                <a:cs typeface="Noto Sans SC"/>
              </a:defRPr>
            </a:lvl2pPr>
            <a:lvl3pPr algn="ctr">
              <a:defRPr sz="1650" b="1">
                <a:solidFill>
                  <a:srgbClr val="0F6E73"/>
                </a:solidFill>
                <a:latin typeface="Noto Sans SC"/>
                <a:ea typeface="Noto Sans SC"/>
                <a:cs typeface="Noto Sans SC"/>
              </a:defRPr>
            </a:lvl3pPr>
            <a:lvl4pPr algn="ctr">
              <a:defRPr sz="1650" b="1">
                <a:solidFill>
                  <a:srgbClr val="0F6E73"/>
                </a:solidFill>
                <a:latin typeface="Noto Sans SC"/>
                <a:ea typeface="Noto Sans SC"/>
                <a:cs typeface="Noto Sans SC"/>
              </a:defRPr>
            </a:lvl4pPr>
            <a:lvl5pPr algn="ctr">
              <a:defRPr sz="1650" b="1">
                <a:solidFill>
                  <a:srgbClr val="0F6E73"/>
                </a:solidFill>
                <a:latin typeface="Noto Sans SC"/>
                <a:ea typeface="Noto Sans SC"/>
                <a:cs typeface="Noto Sans SC"/>
              </a:defRPr>
            </a:lvl5pPr>
            <a:lvl6pPr algn="ctr">
              <a:defRPr sz="1650" b="1">
                <a:solidFill>
                  <a:srgbClr val="0F6E73"/>
                </a:solidFill>
                <a:latin typeface="Noto Sans SC"/>
                <a:ea typeface="Noto Sans SC"/>
                <a:cs typeface="Noto Sans SC"/>
              </a:defRPr>
            </a:lvl6pPr>
            <a:lvl7pPr algn="ctr">
              <a:defRPr sz="1650" b="1">
                <a:solidFill>
                  <a:srgbClr val="0F6E73"/>
                </a:solidFill>
                <a:latin typeface="Noto Sans SC"/>
                <a:ea typeface="Noto Sans SC"/>
                <a:cs typeface="Noto Sans SC"/>
              </a:defRPr>
            </a:lvl7pPr>
            <a:lvl8pPr algn="ctr">
              <a:defRPr sz="1650" b="1">
                <a:solidFill>
                  <a:srgbClr val="0F6E73"/>
                </a:solidFill>
                <a:latin typeface="Noto Sans SC"/>
                <a:ea typeface="Noto Sans SC"/>
                <a:cs typeface="Noto Sans SC"/>
              </a:defRPr>
            </a:lvl8pPr>
            <a:lvl9pPr algn="ctr">
              <a:defRPr sz="1650" b="1">
                <a:solidFill>
                  <a:srgbClr val="0F6E73"/>
                </a:solidFill>
                <a:latin typeface="Noto Sans SC"/>
                <a:ea typeface="Noto Sans SC"/>
                <a:cs typeface="Noto Sans SC"/>
              </a:defRPr>
            </a:lvl9pPr>
          </a:lstStyle>
          <a:p xmlns:a="http://schemas.openxmlformats.org/drawingml/2006/main">
            <a:pPr algn="ctr">
              <a:defRPr sz="1650" b="1">
                <a:solidFill>
                  <a:srgbClr val="0F6E73"/>
                </a:solidFill>
                <a:latin typeface="Noto Sans SC"/>
                <a:ea typeface="Noto Sans SC"/>
                <a:cs typeface="Noto Sans SC"/>
              </a:defRPr>
            </a:pPr>
            <a:r>
              <a:rPr sz="1650" b="1">
                <a:solidFill>
                  <a:srgbClr val="0F6E73"/>
                </a:solidFill>
                <a:latin typeface="Noto Sans SC"/>
                <a:ea typeface="Noto Sans SC"/>
                <a:cs typeface="Noto Sans SC"/>
              </a:rPr>
              <a:t>有效白名单？</a:t>
            </a:r>
          </a:p>
        </p:txBody>
      </p:sp>
      <p:sp>
        <p:nvSpPr>
          <p:cNvPr id="9" name="line-7">
            <a:extLst xmlns:a="http://schemas.openxmlformats.org/drawingml/2006/main">
              <a:ext uri="{FF2B5EF4-FFF2-40B4-BE49-F238E27FC236}">
                <a16:creationId xmlns:a16="http://schemas.microsoft.com/office/drawing/2014/main" id="{281473A6-0038-42FC-9A2A-170A642EEED3}"/>
              </a:ext>
            </a:extLst>
          </p:cNvPr>
          <p:cNvSpPr>
            <a:spLocks xmlns:a="http://schemas.openxmlformats.org/drawingml/2006/main" noGrp="1"/>
          </p:cNvSpPr>
          <p:nvPr/>
        </p:nvSpPr>
        <p:spPr>
          <a:xfrm xmlns:a="http://schemas.openxmlformats.org/drawingml/2006/main" flipV="0">
            <a:off x="3848100" y="2771775"/>
            <a:ext cx="476250"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0" name="line-7">
            <a:extLst xmlns:a="http://schemas.openxmlformats.org/drawingml/2006/main">
              <a:ext uri="{FF2B5EF4-FFF2-40B4-BE49-F238E27FC236}">
                <a16:creationId xmlns:a16="http://schemas.microsoft.com/office/drawing/2014/main" id="{C8241768-53E6-4791-935C-50B32B967AF5}"/>
              </a:ext>
            </a:extLst>
          </p:cNvPr>
          <p:cNvSpPr>
            <a:spLocks xmlns:a="http://schemas.openxmlformats.org/drawingml/2006/main" noGrp="1"/>
          </p:cNvSpPr>
          <p:nvPr/>
        </p:nvSpPr>
        <p:spPr>
          <a:xfrm xmlns:a="http://schemas.openxmlformats.org/drawingml/2006/main" flipV="1">
            <a:off x="4249119" y="2771775"/>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1" name="line-7">
            <a:extLst xmlns:a="http://schemas.openxmlformats.org/drawingml/2006/main">
              <a:ext uri="{FF2B5EF4-FFF2-40B4-BE49-F238E27FC236}">
                <a16:creationId xmlns:a16="http://schemas.microsoft.com/office/drawing/2014/main" id="{DB50448F-AF7E-4C46-8C53-104913B83F17}"/>
              </a:ext>
            </a:extLst>
          </p:cNvPr>
          <p:cNvSpPr>
            <a:spLocks xmlns:a="http://schemas.openxmlformats.org/drawingml/2006/main" noGrp="1"/>
          </p:cNvSpPr>
          <p:nvPr/>
        </p:nvSpPr>
        <p:spPr>
          <a:xfrm xmlns:a="http://schemas.openxmlformats.org/drawingml/2006/main" flipV="0">
            <a:off x="4249119" y="2730676"/>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2" name="o11">
            <a:extLst xmlns:a="http://schemas.openxmlformats.org/drawingml/2006/main">
              <a:ext uri="{FF2B5EF4-FFF2-40B4-BE49-F238E27FC236}">
                <a16:creationId xmlns:a16="http://schemas.microsoft.com/office/drawing/2014/main" id="{9E338F1B-CB00-498B-90B3-3C0DE37BA02F}"/>
              </a:ext>
            </a:extLst>
          </p:cNvPr>
          <p:cNvSpPr>
            <a:spLocks xmlns:a="http://schemas.openxmlformats.org/drawingml/2006/main" noGrp="1"/>
          </p:cNvSpPr>
          <p:nvPr/>
        </p:nvSpPr>
        <p:spPr>
          <a:xfrm xmlns:a="http://schemas.openxmlformats.org/drawingml/2006/main">
            <a:off x="3905250" y="2390775"/>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b="0">
                <a:solidFill>
                  <a:srgbClr val="46536A"/>
                </a:solidFill>
                <a:latin typeface="Noto Sans SC"/>
                <a:ea typeface="Noto Sans SC"/>
                <a:cs typeface="Noto Sans SC"/>
              </a:defRPr>
            </a:defPPr>
            <a:lvl1pPr algn="l">
              <a:defRPr sz="1350" b="0">
                <a:solidFill>
                  <a:srgbClr val="46536A"/>
                </a:solidFill>
                <a:latin typeface="Noto Sans SC"/>
                <a:ea typeface="Noto Sans SC"/>
                <a:cs typeface="Noto Sans SC"/>
              </a:defRPr>
            </a:lvl1pPr>
            <a:lvl2pPr algn="l">
              <a:defRPr sz="1350" b="0">
                <a:solidFill>
                  <a:srgbClr val="46536A"/>
                </a:solidFill>
                <a:latin typeface="Noto Sans SC"/>
                <a:ea typeface="Noto Sans SC"/>
                <a:cs typeface="Noto Sans SC"/>
              </a:defRPr>
            </a:lvl2pPr>
            <a:lvl3pPr algn="l">
              <a:defRPr sz="1350" b="0">
                <a:solidFill>
                  <a:srgbClr val="46536A"/>
                </a:solidFill>
                <a:latin typeface="Noto Sans SC"/>
                <a:ea typeface="Noto Sans SC"/>
                <a:cs typeface="Noto Sans SC"/>
              </a:defRPr>
            </a:lvl3pPr>
            <a:lvl4pPr algn="l">
              <a:defRPr sz="1350" b="0">
                <a:solidFill>
                  <a:srgbClr val="46536A"/>
                </a:solidFill>
                <a:latin typeface="Noto Sans SC"/>
                <a:ea typeface="Noto Sans SC"/>
                <a:cs typeface="Noto Sans SC"/>
              </a:defRPr>
            </a:lvl4pPr>
            <a:lvl5pPr algn="l">
              <a:defRPr sz="1350" b="0">
                <a:solidFill>
                  <a:srgbClr val="46536A"/>
                </a:solidFill>
                <a:latin typeface="Noto Sans SC"/>
                <a:ea typeface="Noto Sans SC"/>
                <a:cs typeface="Noto Sans SC"/>
              </a:defRPr>
            </a:lvl5pPr>
            <a:lvl6pPr algn="l">
              <a:defRPr sz="1350" b="0">
                <a:solidFill>
                  <a:srgbClr val="46536A"/>
                </a:solidFill>
                <a:latin typeface="Noto Sans SC"/>
                <a:ea typeface="Noto Sans SC"/>
                <a:cs typeface="Noto Sans SC"/>
              </a:defRPr>
            </a:lvl6pPr>
            <a:lvl7pPr algn="l">
              <a:defRPr sz="1350" b="0">
                <a:solidFill>
                  <a:srgbClr val="46536A"/>
                </a:solidFill>
                <a:latin typeface="Noto Sans SC"/>
                <a:ea typeface="Noto Sans SC"/>
                <a:cs typeface="Noto Sans SC"/>
              </a:defRPr>
            </a:lvl7pPr>
            <a:lvl8pPr algn="l">
              <a:defRPr sz="1350" b="0">
                <a:solidFill>
                  <a:srgbClr val="46536A"/>
                </a:solidFill>
                <a:latin typeface="Noto Sans SC"/>
                <a:ea typeface="Noto Sans SC"/>
                <a:cs typeface="Noto Sans SC"/>
              </a:defRPr>
            </a:lvl8pPr>
            <a:lvl9pPr algn="l">
              <a:defRPr sz="1350" b="0">
                <a:solidFill>
                  <a:srgbClr val="46536A"/>
                </a:solidFill>
                <a:latin typeface="Noto Sans SC"/>
                <a:ea typeface="Noto Sans SC"/>
                <a:cs typeface="Noto Sans SC"/>
              </a:defRPr>
            </a:lvl9pPr>
          </a:lstStyle>
          <a:p xmlns:a="http://schemas.openxmlformats.org/drawingml/2006/main">
            <a:pPr algn="l">
              <a:defRPr sz="1350" b="0">
                <a:solidFill>
                  <a:srgbClr val="46536A"/>
                </a:solidFill>
                <a:latin typeface="Noto Sans SC"/>
                <a:ea typeface="Noto Sans SC"/>
                <a:cs typeface="Noto Sans SC"/>
              </a:defRPr>
            </a:pPr>
            <a:r>
              <a:rPr sz="1350" b="0">
                <a:solidFill>
                  <a:srgbClr val="46536A"/>
                </a:solidFill>
                <a:latin typeface="Noto Sans SC"/>
                <a:ea typeface="Noto Sans SC"/>
                <a:cs typeface="Noto Sans SC"/>
              </a:rPr>
              <a:t>否</a:t>
            </a:r>
          </a:p>
        </p:txBody>
      </p:sp>
      <p:sp>
        <p:nvSpPr>
          <p:cNvPr id="13" name="line-8">
            <a:extLst xmlns:a="http://schemas.openxmlformats.org/drawingml/2006/main">
              <a:ext uri="{FF2B5EF4-FFF2-40B4-BE49-F238E27FC236}">
                <a16:creationId xmlns:a16="http://schemas.microsoft.com/office/drawing/2014/main" id="{33FD371F-F7A1-457E-B6E8-2C49AECB995C}"/>
              </a:ext>
            </a:extLst>
          </p:cNvPr>
          <p:cNvSpPr>
            <a:spLocks xmlns:a="http://schemas.openxmlformats.org/drawingml/2006/main" noGrp="1"/>
          </p:cNvSpPr>
          <p:nvPr/>
        </p:nvSpPr>
        <p:spPr>
          <a:xfrm xmlns:a="http://schemas.openxmlformats.org/drawingml/2006/main" flipV="0">
            <a:off x="2228850" y="3162300"/>
            <a:ext cx="953" cy="571500"/>
          </a:xfrm>
          <a:prstGeom xmlns:a="http://schemas.openxmlformats.org/drawingml/2006/main" prst="line">
            <a:avLst/>
          </a:prstGeom>
          <a:noFill xmlns:a="http://schemas.openxmlformats.org/drawingml/2006/main"/>
          <a:ln xmlns:a="http://schemas.openxmlformats.org/drawingml/2006/main" w="19050">
            <a:solidFill>
              <a:srgbClr val="B85A1E"/>
            </a:solidFill>
            <a:prstDash val="solid"/>
          </a:ln>
        </p:spPr>
      </p:sp>
      <p:sp>
        <p:nvSpPr>
          <p:cNvPr id="14" name="line-8">
            <a:extLst xmlns:a="http://schemas.openxmlformats.org/drawingml/2006/main">
              <a:ext uri="{FF2B5EF4-FFF2-40B4-BE49-F238E27FC236}">
                <a16:creationId xmlns:a16="http://schemas.microsoft.com/office/drawing/2014/main" id="{277A4593-669D-4906-AA9A-628D502F2888}"/>
              </a:ext>
            </a:extLst>
          </p:cNvPr>
          <p:cNvSpPr>
            <a:spLocks xmlns:a="http://schemas.openxmlformats.org/drawingml/2006/main" noGrp="1"/>
          </p:cNvSpPr>
          <p:nvPr/>
        </p:nvSpPr>
        <p:spPr>
          <a:xfrm xmlns:a="http://schemas.openxmlformats.org/drawingml/2006/main" flipV="0">
            <a:off x="2187751" y="3658569"/>
            <a:ext cx="41099" cy="75231"/>
          </a:xfrm>
          <a:prstGeom xmlns:a="http://schemas.openxmlformats.org/drawingml/2006/main" prst="line">
            <a:avLst/>
          </a:prstGeom>
          <a:noFill xmlns:a="http://schemas.openxmlformats.org/drawingml/2006/main"/>
          <a:ln xmlns:a="http://schemas.openxmlformats.org/drawingml/2006/main" w="19050">
            <a:solidFill>
              <a:srgbClr val="B85A1E"/>
            </a:solidFill>
            <a:prstDash val="solid"/>
          </a:ln>
        </p:spPr>
      </p:sp>
      <p:sp>
        <p:nvSpPr>
          <p:cNvPr id="15" name="line-8">
            <a:extLst xmlns:a="http://schemas.openxmlformats.org/drawingml/2006/main">
              <a:ext uri="{FF2B5EF4-FFF2-40B4-BE49-F238E27FC236}">
                <a16:creationId xmlns:a16="http://schemas.microsoft.com/office/drawing/2014/main" id="{092F5588-461B-4316-B816-3338604F0C9A}"/>
              </a:ext>
            </a:extLst>
          </p:cNvPr>
          <p:cNvSpPr>
            <a:spLocks xmlns:a="http://schemas.openxmlformats.org/drawingml/2006/main" noGrp="1"/>
          </p:cNvSpPr>
          <p:nvPr/>
        </p:nvSpPr>
        <p:spPr>
          <a:xfrm xmlns:a="http://schemas.openxmlformats.org/drawingml/2006/main" flipV="1">
            <a:off x="2228850" y="3658569"/>
            <a:ext cx="41099" cy="75231"/>
          </a:xfrm>
          <a:prstGeom xmlns:a="http://schemas.openxmlformats.org/drawingml/2006/main" prst="line">
            <a:avLst/>
          </a:prstGeom>
          <a:noFill xmlns:a="http://schemas.openxmlformats.org/drawingml/2006/main"/>
          <a:ln xmlns:a="http://schemas.openxmlformats.org/drawingml/2006/main" w="19050">
            <a:solidFill>
              <a:srgbClr val="B85A1E"/>
            </a:solidFill>
            <a:prstDash val="solid"/>
          </a:ln>
        </p:spPr>
      </p:sp>
      <p:sp>
        <p:nvSpPr>
          <p:cNvPr id="16" name="o15">
            <a:extLst xmlns:a="http://schemas.openxmlformats.org/drawingml/2006/main">
              <a:ext uri="{FF2B5EF4-FFF2-40B4-BE49-F238E27FC236}">
                <a16:creationId xmlns:a16="http://schemas.microsoft.com/office/drawing/2014/main" id="{0DCCA89A-2F4C-457A-808C-B2B2642810CE}"/>
              </a:ext>
            </a:extLst>
          </p:cNvPr>
          <p:cNvSpPr>
            <a:spLocks xmlns:a="http://schemas.openxmlformats.org/drawingml/2006/main" noGrp="1"/>
          </p:cNvSpPr>
          <p:nvPr/>
        </p:nvSpPr>
        <p:spPr>
          <a:xfrm xmlns:a="http://schemas.openxmlformats.org/drawingml/2006/main">
            <a:off x="2371725" y="32956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b="0">
                <a:solidFill>
                  <a:srgbClr val="B85A1E"/>
                </a:solidFill>
                <a:latin typeface="Noto Sans SC"/>
                <a:ea typeface="Noto Sans SC"/>
                <a:cs typeface="Noto Sans SC"/>
              </a:defRPr>
            </a:defPPr>
            <a:lvl1pPr algn="l">
              <a:defRPr sz="1350" b="0">
                <a:solidFill>
                  <a:srgbClr val="B85A1E"/>
                </a:solidFill>
                <a:latin typeface="Noto Sans SC"/>
                <a:ea typeface="Noto Sans SC"/>
                <a:cs typeface="Noto Sans SC"/>
              </a:defRPr>
            </a:lvl1pPr>
            <a:lvl2pPr algn="l">
              <a:defRPr sz="1350" b="0">
                <a:solidFill>
                  <a:srgbClr val="B85A1E"/>
                </a:solidFill>
                <a:latin typeface="Noto Sans SC"/>
                <a:ea typeface="Noto Sans SC"/>
                <a:cs typeface="Noto Sans SC"/>
              </a:defRPr>
            </a:lvl2pPr>
            <a:lvl3pPr algn="l">
              <a:defRPr sz="1350" b="0">
                <a:solidFill>
                  <a:srgbClr val="B85A1E"/>
                </a:solidFill>
                <a:latin typeface="Noto Sans SC"/>
                <a:ea typeface="Noto Sans SC"/>
                <a:cs typeface="Noto Sans SC"/>
              </a:defRPr>
            </a:lvl3pPr>
            <a:lvl4pPr algn="l">
              <a:defRPr sz="1350" b="0">
                <a:solidFill>
                  <a:srgbClr val="B85A1E"/>
                </a:solidFill>
                <a:latin typeface="Noto Sans SC"/>
                <a:ea typeface="Noto Sans SC"/>
                <a:cs typeface="Noto Sans SC"/>
              </a:defRPr>
            </a:lvl4pPr>
            <a:lvl5pPr algn="l">
              <a:defRPr sz="1350" b="0">
                <a:solidFill>
                  <a:srgbClr val="B85A1E"/>
                </a:solidFill>
                <a:latin typeface="Noto Sans SC"/>
                <a:ea typeface="Noto Sans SC"/>
                <a:cs typeface="Noto Sans SC"/>
              </a:defRPr>
            </a:lvl5pPr>
            <a:lvl6pPr algn="l">
              <a:defRPr sz="1350" b="0">
                <a:solidFill>
                  <a:srgbClr val="B85A1E"/>
                </a:solidFill>
                <a:latin typeface="Noto Sans SC"/>
                <a:ea typeface="Noto Sans SC"/>
                <a:cs typeface="Noto Sans SC"/>
              </a:defRPr>
            </a:lvl6pPr>
            <a:lvl7pPr algn="l">
              <a:defRPr sz="1350" b="0">
                <a:solidFill>
                  <a:srgbClr val="B85A1E"/>
                </a:solidFill>
                <a:latin typeface="Noto Sans SC"/>
                <a:ea typeface="Noto Sans SC"/>
                <a:cs typeface="Noto Sans SC"/>
              </a:defRPr>
            </a:lvl7pPr>
            <a:lvl8pPr algn="l">
              <a:defRPr sz="1350" b="0">
                <a:solidFill>
                  <a:srgbClr val="B85A1E"/>
                </a:solidFill>
                <a:latin typeface="Noto Sans SC"/>
                <a:ea typeface="Noto Sans SC"/>
                <a:cs typeface="Noto Sans SC"/>
              </a:defRPr>
            </a:lvl8pPr>
            <a:lvl9pPr algn="l">
              <a:defRPr sz="1350" b="0">
                <a:solidFill>
                  <a:srgbClr val="B85A1E"/>
                </a:solidFill>
                <a:latin typeface="Noto Sans SC"/>
                <a:ea typeface="Noto Sans SC"/>
                <a:cs typeface="Noto Sans SC"/>
              </a:defRPr>
            </a:lvl9pPr>
          </a:lstStyle>
          <a:p xmlns:a="http://schemas.openxmlformats.org/drawingml/2006/main">
            <a:pPr algn="l">
              <a:defRPr sz="1350" b="0">
                <a:solidFill>
                  <a:srgbClr val="B85A1E"/>
                </a:solidFill>
                <a:latin typeface="Noto Sans SC"/>
                <a:ea typeface="Noto Sans SC"/>
                <a:cs typeface="Noto Sans SC"/>
              </a:defRPr>
            </a:pPr>
            <a:r>
              <a:rPr sz="1350" b="0">
                <a:solidFill>
                  <a:srgbClr val="B85A1E"/>
                </a:solidFill>
                <a:latin typeface="Noto Sans SC"/>
                <a:ea typeface="Noto Sans SC"/>
                <a:cs typeface="Noto Sans SC"/>
              </a:rPr>
              <a:t>是</a:t>
            </a:r>
          </a:p>
        </p:txBody>
      </p:sp>
      <p:sp>
        <p:nvSpPr>
          <p:cNvPr id="17" name="o16">
            <a:extLst xmlns:a="http://schemas.openxmlformats.org/drawingml/2006/main">
              <a:ext uri="{FF2B5EF4-FFF2-40B4-BE49-F238E27FC236}">
                <a16:creationId xmlns:a16="http://schemas.microsoft.com/office/drawing/2014/main" id="{CF250B03-A63D-49B6-B577-31CB93A5D340}"/>
              </a:ext>
            </a:extLst>
          </p:cNvPr>
          <p:cNvSpPr>
            <a:spLocks xmlns:a="http://schemas.openxmlformats.org/drawingml/2006/main" noGrp="1"/>
          </p:cNvSpPr>
          <p:nvPr/>
        </p:nvSpPr>
        <p:spPr>
          <a:xfrm xmlns:a="http://schemas.openxmlformats.org/drawingml/2006/main">
            <a:off x="4324350" y="2381250"/>
            <a:ext cx="3238500" cy="781050"/>
          </a:xfrm>
          <a:prstGeom xmlns:a="http://schemas.openxmlformats.org/drawingml/2006/main" prst="roundRect">
            <a:avLst>
              <a:gd name="adj" fmla="val 9756"/>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650" b="1">
                <a:solidFill>
                  <a:srgbClr val="0F6E73"/>
                </a:solidFill>
                <a:latin typeface="Noto Sans SC"/>
                <a:ea typeface="Noto Sans SC"/>
                <a:cs typeface="Noto Sans SC"/>
              </a:defRPr>
            </a:defPPr>
            <a:lvl1pPr algn="ctr">
              <a:defRPr sz="1650" b="1">
                <a:solidFill>
                  <a:srgbClr val="0F6E73"/>
                </a:solidFill>
                <a:latin typeface="Noto Sans SC"/>
                <a:ea typeface="Noto Sans SC"/>
                <a:cs typeface="Noto Sans SC"/>
              </a:defRPr>
            </a:lvl1pPr>
            <a:lvl2pPr algn="ctr">
              <a:defRPr sz="1650" b="1">
                <a:solidFill>
                  <a:srgbClr val="0F6E73"/>
                </a:solidFill>
                <a:latin typeface="Noto Sans SC"/>
                <a:ea typeface="Noto Sans SC"/>
                <a:cs typeface="Noto Sans SC"/>
              </a:defRPr>
            </a:lvl2pPr>
            <a:lvl3pPr algn="ctr">
              <a:defRPr sz="1650" b="1">
                <a:solidFill>
                  <a:srgbClr val="0F6E73"/>
                </a:solidFill>
                <a:latin typeface="Noto Sans SC"/>
                <a:ea typeface="Noto Sans SC"/>
                <a:cs typeface="Noto Sans SC"/>
              </a:defRPr>
            </a:lvl3pPr>
            <a:lvl4pPr algn="ctr">
              <a:defRPr sz="1650" b="1">
                <a:solidFill>
                  <a:srgbClr val="0F6E73"/>
                </a:solidFill>
                <a:latin typeface="Noto Sans SC"/>
                <a:ea typeface="Noto Sans SC"/>
                <a:cs typeface="Noto Sans SC"/>
              </a:defRPr>
            </a:lvl4pPr>
            <a:lvl5pPr algn="ctr">
              <a:defRPr sz="1650" b="1">
                <a:solidFill>
                  <a:srgbClr val="0F6E73"/>
                </a:solidFill>
                <a:latin typeface="Noto Sans SC"/>
                <a:ea typeface="Noto Sans SC"/>
                <a:cs typeface="Noto Sans SC"/>
              </a:defRPr>
            </a:lvl5pPr>
            <a:lvl6pPr algn="ctr">
              <a:defRPr sz="1650" b="1">
                <a:solidFill>
                  <a:srgbClr val="0F6E73"/>
                </a:solidFill>
                <a:latin typeface="Noto Sans SC"/>
                <a:ea typeface="Noto Sans SC"/>
                <a:cs typeface="Noto Sans SC"/>
              </a:defRPr>
            </a:lvl6pPr>
            <a:lvl7pPr algn="ctr">
              <a:defRPr sz="1650" b="1">
                <a:solidFill>
                  <a:srgbClr val="0F6E73"/>
                </a:solidFill>
                <a:latin typeface="Noto Sans SC"/>
                <a:ea typeface="Noto Sans SC"/>
                <a:cs typeface="Noto Sans SC"/>
              </a:defRPr>
            </a:lvl7pPr>
            <a:lvl8pPr algn="ctr">
              <a:defRPr sz="1650" b="1">
                <a:solidFill>
                  <a:srgbClr val="0F6E73"/>
                </a:solidFill>
                <a:latin typeface="Noto Sans SC"/>
                <a:ea typeface="Noto Sans SC"/>
                <a:cs typeface="Noto Sans SC"/>
              </a:defRPr>
            </a:lvl8pPr>
            <a:lvl9pPr algn="ctr">
              <a:defRPr sz="1650" b="1">
                <a:solidFill>
                  <a:srgbClr val="0F6E73"/>
                </a:solidFill>
                <a:latin typeface="Noto Sans SC"/>
                <a:ea typeface="Noto Sans SC"/>
                <a:cs typeface="Noto Sans SC"/>
              </a:defRPr>
            </a:lvl9pPr>
          </a:lstStyle>
          <a:p xmlns:a="http://schemas.openxmlformats.org/drawingml/2006/main">
            <a:pPr algn="ctr">
              <a:defRPr sz="1650" b="1">
                <a:solidFill>
                  <a:srgbClr val="0F6E73"/>
                </a:solidFill>
                <a:latin typeface="Noto Sans SC"/>
                <a:ea typeface="Noto Sans SC"/>
                <a:cs typeface="Noto Sans SC"/>
              </a:defRPr>
            </a:pPr>
            <a:r>
              <a:rPr sz="1650" b="1">
                <a:solidFill>
                  <a:srgbClr val="0F6E73"/>
                </a:solidFill>
                <a:latin typeface="Noto Sans SC"/>
                <a:ea typeface="Noto Sans SC"/>
                <a:cs typeface="Noto Sans SC"/>
              </a:rPr>
              <a:t>有效演练名单？</a:t>
            </a:r>
          </a:p>
        </p:txBody>
      </p:sp>
      <p:sp>
        <p:nvSpPr>
          <p:cNvPr id="18" name="line-10">
            <a:extLst xmlns:a="http://schemas.openxmlformats.org/drawingml/2006/main">
              <a:ext uri="{FF2B5EF4-FFF2-40B4-BE49-F238E27FC236}">
                <a16:creationId xmlns:a16="http://schemas.microsoft.com/office/drawing/2014/main" id="{70FE67D4-1D35-4D8D-9806-85C51DD3FA7D}"/>
              </a:ext>
            </a:extLst>
          </p:cNvPr>
          <p:cNvSpPr>
            <a:spLocks xmlns:a="http://schemas.openxmlformats.org/drawingml/2006/main" noGrp="1"/>
          </p:cNvSpPr>
          <p:nvPr/>
        </p:nvSpPr>
        <p:spPr>
          <a:xfrm xmlns:a="http://schemas.openxmlformats.org/drawingml/2006/main" flipV="0">
            <a:off x="7562850" y="2771775"/>
            <a:ext cx="476250"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9" name="line-10">
            <a:extLst xmlns:a="http://schemas.openxmlformats.org/drawingml/2006/main">
              <a:ext uri="{FF2B5EF4-FFF2-40B4-BE49-F238E27FC236}">
                <a16:creationId xmlns:a16="http://schemas.microsoft.com/office/drawing/2014/main" id="{7CA27997-5231-49A4-903F-1868ACDE0A12}"/>
              </a:ext>
            </a:extLst>
          </p:cNvPr>
          <p:cNvSpPr>
            <a:spLocks xmlns:a="http://schemas.openxmlformats.org/drawingml/2006/main" noGrp="1"/>
          </p:cNvSpPr>
          <p:nvPr/>
        </p:nvSpPr>
        <p:spPr>
          <a:xfrm xmlns:a="http://schemas.openxmlformats.org/drawingml/2006/main" flipV="1">
            <a:off x="7963869" y="2771775"/>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20" name="line-10">
            <a:extLst xmlns:a="http://schemas.openxmlformats.org/drawingml/2006/main">
              <a:ext uri="{FF2B5EF4-FFF2-40B4-BE49-F238E27FC236}">
                <a16:creationId xmlns:a16="http://schemas.microsoft.com/office/drawing/2014/main" id="{978D1EAA-2102-473E-884E-6E178AB5EF4A}"/>
              </a:ext>
            </a:extLst>
          </p:cNvPr>
          <p:cNvSpPr>
            <a:spLocks xmlns:a="http://schemas.openxmlformats.org/drawingml/2006/main" noGrp="1"/>
          </p:cNvSpPr>
          <p:nvPr/>
        </p:nvSpPr>
        <p:spPr>
          <a:xfrm xmlns:a="http://schemas.openxmlformats.org/drawingml/2006/main" flipV="0">
            <a:off x="7963869" y="2730676"/>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21" name="o20">
            <a:extLst xmlns:a="http://schemas.openxmlformats.org/drawingml/2006/main">
              <a:ext uri="{FF2B5EF4-FFF2-40B4-BE49-F238E27FC236}">
                <a16:creationId xmlns:a16="http://schemas.microsoft.com/office/drawing/2014/main" id="{013EDB08-F606-4D55-8B83-F429000FEEE0}"/>
              </a:ext>
            </a:extLst>
          </p:cNvPr>
          <p:cNvSpPr>
            <a:spLocks xmlns:a="http://schemas.openxmlformats.org/drawingml/2006/main" noGrp="1"/>
          </p:cNvSpPr>
          <p:nvPr/>
        </p:nvSpPr>
        <p:spPr>
          <a:xfrm xmlns:a="http://schemas.openxmlformats.org/drawingml/2006/main">
            <a:off x="7620000" y="2390775"/>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b="0">
                <a:solidFill>
                  <a:srgbClr val="46536A"/>
                </a:solidFill>
                <a:latin typeface="Noto Sans SC"/>
                <a:ea typeface="Noto Sans SC"/>
                <a:cs typeface="Noto Sans SC"/>
              </a:defRPr>
            </a:defPPr>
            <a:lvl1pPr algn="l">
              <a:defRPr sz="1350" b="0">
                <a:solidFill>
                  <a:srgbClr val="46536A"/>
                </a:solidFill>
                <a:latin typeface="Noto Sans SC"/>
                <a:ea typeface="Noto Sans SC"/>
                <a:cs typeface="Noto Sans SC"/>
              </a:defRPr>
            </a:lvl1pPr>
            <a:lvl2pPr algn="l">
              <a:defRPr sz="1350" b="0">
                <a:solidFill>
                  <a:srgbClr val="46536A"/>
                </a:solidFill>
                <a:latin typeface="Noto Sans SC"/>
                <a:ea typeface="Noto Sans SC"/>
                <a:cs typeface="Noto Sans SC"/>
              </a:defRPr>
            </a:lvl2pPr>
            <a:lvl3pPr algn="l">
              <a:defRPr sz="1350" b="0">
                <a:solidFill>
                  <a:srgbClr val="46536A"/>
                </a:solidFill>
                <a:latin typeface="Noto Sans SC"/>
                <a:ea typeface="Noto Sans SC"/>
                <a:cs typeface="Noto Sans SC"/>
              </a:defRPr>
            </a:lvl3pPr>
            <a:lvl4pPr algn="l">
              <a:defRPr sz="1350" b="0">
                <a:solidFill>
                  <a:srgbClr val="46536A"/>
                </a:solidFill>
                <a:latin typeface="Noto Sans SC"/>
                <a:ea typeface="Noto Sans SC"/>
                <a:cs typeface="Noto Sans SC"/>
              </a:defRPr>
            </a:lvl4pPr>
            <a:lvl5pPr algn="l">
              <a:defRPr sz="1350" b="0">
                <a:solidFill>
                  <a:srgbClr val="46536A"/>
                </a:solidFill>
                <a:latin typeface="Noto Sans SC"/>
                <a:ea typeface="Noto Sans SC"/>
                <a:cs typeface="Noto Sans SC"/>
              </a:defRPr>
            </a:lvl5pPr>
            <a:lvl6pPr algn="l">
              <a:defRPr sz="1350" b="0">
                <a:solidFill>
                  <a:srgbClr val="46536A"/>
                </a:solidFill>
                <a:latin typeface="Noto Sans SC"/>
                <a:ea typeface="Noto Sans SC"/>
                <a:cs typeface="Noto Sans SC"/>
              </a:defRPr>
            </a:lvl6pPr>
            <a:lvl7pPr algn="l">
              <a:defRPr sz="1350" b="0">
                <a:solidFill>
                  <a:srgbClr val="46536A"/>
                </a:solidFill>
                <a:latin typeface="Noto Sans SC"/>
                <a:ea typeface="Noto Sans SC"/>
                <a:cs typeface="Noto Sans SC"/>
              </a:defRPr>
            </a:lvl7pPr>
            <a:lvl8pPr algn="l">
              <a:defRPr sz="1350" b="0">
                <a:solidFill>
                  <a:srgbClr val="46536A"/>
                </a:solidFill>
                <a:latin typeface="Noto Sans SC"/>
                <a:ea typeface="Noto Sans SC"/>
                <a:cs typeface="Noto Sans SC"/>
              </a:defRPr>
            </a:lvl8pPr>
            <a:lvl9pPr algn="l">
              <a:defRPr sz="1350" b="0">
                <a:solidFill>
                  <a:srgbClr val="46536A"/>
                </a:solidFill>
                <a:latin typeface="Noto Sans SC"/>
                <a:ea typeface="Noto Sans SC"/>
                <a:cs typeface="Noto Sans SC"/>
              </a:defRPr>
            </a:lvl9pPr>
          </a:lstStyle>
          <a:p xmlns:a="http://schemas.openxmlformats.org/drawingml/2006/main">
            <a:pPr algn="l">
              <a:defRPr sz="1350" b="0">
                <a:solidFill>
                  <a:srgbClr val="46536A"/>
                </a:solidFill>
                <a:latin typeface="Noto Sans SC"/>
                <a:ea typeface="Noto Sans SC"/>
                <a:cs typeface="Noto Sans SC"/>
              </a:defRPr>
            </a:pPr>
            <a:r>
              <a:rPr sz="1350" b="0">
                <a:solidFill>
                  <a:srgbClr val="46536A"/>
                </a:solidFill>
                <a:latin typeface="Noto Sans SC"/>
                <a:ea typeface="Noto Sans SC"/>
                <a:cs typeface="Noto Sans SC"/>
              </a:rPr>
              <a:t>否</a:t>
            </a:r>
          </a:p>
        </p:txBody>
      </p:sp>
      <p:sp>
        <p:nvSpPr>
          <p:cNvPr id="22" name="line-11">
            <a:extLst xmlns:a="http://schemas.openxmlformats.org/drawingml/2006/main">
              <a:ext uri="{FF2B5EF4-FFF2-40B4-BE49-F238E27FC236}">
                <a16:creationId xmlns:a16="http://schemas.microsoft.com/office/drawing/2014/main" id="{CDD15650-FF09-4C47-90CA-4C27D50D637A}"/>
              </a:ext>
            </a:extLst>
          </p:cNvPr>
          <p:cNvSpPr>
            <a:spLocks xmlns:a="http://schemas.openxmlformats.org/drawingml/2006/main" noGrp="1"/>
          </p:cNvSpPr>
          <p:nvPr/>
        </p:nvSpPr>
        <p:spPr>
          <a:xfrm xmlns:a="http://schemas.openxmlformats.org/drawingml/2006/main" flipV="0">
            <a:off x="5943600" y="3162300"/>
            <a:ext cx="953" cy="571500"/>
          </a:xfrm>
          <a:prstGeom xmlns:a="http://schemas.openxmlformats.org/drawingml/2006/main" prst="line">
            <a:avLst/>
          </a:prstGeom>
          <a:noFill xmlns:a="http://schemas.openxmlformats.org/drawingml/2006/main"/>
          <a:ln xmlns:a="http://schemas.openxmlformats.org/drawingml/2006/main" w="19050">
            <a:solidFill>
              <a:srgbClr val="B85A1E"/>
            </a:solidFill>
            <a:prstDash val="solid"/>
          </a:ln>
        </p:spPr>
      </p:sp>
      <p:sp>
        <p:nvSpPr>
          <p:cNvPr id="23" name="line-11">
            <a:extLst xmlns:a="http://schemas.openxmlformats.org/drawingml/2006/main">
              <a:ext uri="{FF2B5EF4-FFF2-40B4-BE49-F238E27FC236}">
                <a16:creationId xmlns:a16="http://schemas.microsoft.com/office/drawing/2014/main" id="{82147B6F-CC2C-443B-8714-BB6BB7BB8A5F}"/>
              </a:ext>
            </a:extLst>
          </p:cNvPr>
          <p:cNvSpPr>
            <a:spLocks xmlns:a="http://schemas.openxmlformats.org/drawingml/2006/main" noGrp="1"/>
          </p:cNvSpPr>
          <p:nvPr/>
        </p:nvSpPr>
        <p:spPr>
          <a:xfrm xmlns:a="http://schemas.openxmlformats.org/drawingml/2006/main" flipV="0">
            <a:off x="5902501" y="3658569"/>
            <a:ext cx="41099" cy="75231"/>
          </a:xfrm>
          <a:prstGeom xmlns:a="http://schemas.openxmlformats.org/drawingml/2006/main" prst="line">
            <a:avLst/>
          </a:prstGeom>
          <a:noFill xmlns:a="http://schemas.openxmlformats.org/drawingml/2006/main"/>
          <a:ln xmlns:a="http://schemas.openxmlformats.org/drawingml/2006/main" w="19050">
            <a:solidFill>
              <a:srgbClr val="B85A1E"/>
            </a:solidFill>
            <a:prstDash val="solid"/>
          </a:ln>
        </p:spPr>
      </p:sp>
      <p:sp>
        <p:nvSpPr>
          <p:cNvPr id="24" name="line-11">
            <a:extLst xmlns:a="http://schemas.openxmlformats.org/drawingml/2006/main">
              <a:ext uri="{FF2B5EF4-FFF2-40B4-BE49-F238E27FC236}">
                <a16:creationId xmlns:a16="http://schemas.microsoft.com/office/drawing/2014/main" id="{0CE31AA7-FAD0-4E45-B197-30163E3F39EB}"/>
              </a:ext>
            </a:extLst>
          </p:cNvPr>
          <p:cNvSpPr>
            <a:spLocks xmlns:a="http://schemas.openxmlformats.org/drawingml/2006/main" noGrp="1"/>
          </p:cNvSpPr>
          <p:nvPr/>
        </p:nvSpPr>
        <p:spPr>
          <a:xfrm xmlns:a="http://schemas.openxmlformats.org/drawingml/2006/main" flipV="1">
            <a:off x="5943600" y="3658569"/>
            <a:ext cx="41099" cy="75231"/>
          </a:xfrm>
          <a:prstGeom xmlns:a="http://schemas.openxmlformats.org/drawingml/2006/main" prst="line">
            <a:avLst/>
          </a:prstGeom>
          <a:noFill xmlns:a="http://schemas.openxmlformats.org/drawingml/2006/main"/>
          <a:ln xmlns:a="http://schemas.openxmlformats.org/drawingml/2006/main" w="19050">
            <a:solidFill>
              <a:srgbClr val="B85A1E"/>
            </a:solidFill>
            <a:prstDash val="solid"/>
          </a:ln>
        </p:spPr>
      </p:sp>
      <p:sp>
        <p:nvSpPr>
          <p:cNvPr id="25" name="o24">
            <a:extLst xmlns:a="http://schemas.openxmlformats.org/drawingml/2006/main">
              <a:ext uri="{FF2B5EF4-FFF2-40B4-BE49-F238E27FC236}">
                <a16:creationId xmlns:a16="http://schemas.microsoft.com/office/drawing/2014/main" id="{B42DC76C-56E6-4649-A981-133C17B1EF99}"/>
              </a:ext>
            </a:extLst>
          </p:cNvPr>
          <p:cNvSpPr>
            <a:spLocks xmlns:a="http://schemas.openxmlformats.org/drawingml/2006/main" noGrp="1"/>
          </p:cNvSpPr>
          <p:nvPr/>
        </p:nvSpPr>
        <p:spPr>
          <a:xfrm xmlns:a="http://schemas.openxmlformats.org/drawingml/2006/main">
            <a:off x="6086475" y="32956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b="0">
                <a:solidFill>
                  <a:srgbClr val="B85A1E"/>
                </a:solidFill>
                <a:latin typeface="Noto Sans SC"/>
                <a:ea typeface="Noto Sans SC"/>
                <a:cs typeface="Noto Sans SC"/>
              </a:defRPr>
            </a:defPPr>
            <a:lvl1pPr algn="l">
              <a:defRPr sz="1350" b="0">
                <a:solidFill>
                  <a:srgbClr val="B85A1E"/>
                </a:solidFill>
                <a:latin typeface="Noto Sans SC"/>
                <a:ea typeface="Noto Sans SC"/>
                <a:cs typeface="Noto Sans SC"/>
              </a:defRPr>
            </a:lvl1pPr>
            <a:lvl2pPr algn="l">
              <a:defRPr sz="1350" b="0">
                <a:solidFill>
                  <a:srgbClr val="B85A1E"/>
                </a:solidFill>
                <a:latin typeface="Noto Sans SC"/>
                <a:ea typeface="Noto Sans SC"/>
                <a:cs typeface="Noto Sans SC"/>
              </a:defRPr>
            </a:lvl2pPr>
            <a:lvl3pPr algn="l">
              <a:defRPr sz="1350" b="0">
                <a:solidFill>
                  <a:srgbClr val="B85A1E"/>
                </a:solidFill>
                <a:latin typeface="Noto Sans SC"/>
                <a:ea typeface="Noto Sans SC"/>
                <a:cs typeface="Noto Sans SC"/>
              </a:defRPr>
            </a:lvl3pPr>
            <a:lvl4pPr algn="l">
              <a:defRPr sz="1350" b="0">
                <a:solidFill>
                  <a:srgbClr val="B85A1E"/>
                </a:solidFill>
                <a:latin typeface="Noto Sans SC"/>
                <a:ea typeface="Noto Sans SC"/>
                <a:cs typeface="Noto Sans SC"/>
              </a:defRPr>
            </a:lvl4pPr>
            <a:lvl5pPr algn="l">
              <a:defRPr sz="1350" b="0">
                <a:solidFill>
                  <a:srgbClr val="B85A1E"/>
                </a:solidFill>
                <a:latin typeface="Noto Sans SC"/>
                <a:ea typeface="Noto Sans SC"/>
                <a:cs typeface="Noto Sans SC"/>
              </a:defRPr>
            </a:lvl5pPr>
            <a:lvl6pPr algn="l">
              <a:defRPr sz="1350" b="0">
                <a:solidFill>
                  <a:srgbClr val="B85A1E"/>
                </a:solidFill>
                <a:latin typeface="Noto Sans SC"/>
                <a:ea typeface="Noto Sans SC"/>
                <a:cs typeface="Noto Sans SC"/>
              </a:defRPr>
            </a:lvl6pPr>
            <a:lvl7pPr algn="l">
              <a:defRPr sz="1350" b="0">
                <a:solidFill>
                  <a:srgbClr val="B85A1E"/>
                </a:solidFill>
                <a:latin typeface="Noto Sans SC"/>
                <a:ea typeface="Noto Sans SC"/>
                <a:cs typeface="Noto Sans SC"/>
              </a:defRPr>
            </a:lvl7pPr>
            <a:lvl8pPr algn="l">
              <a:defRPr sz="1350" b="0">
                <a:solidFill>
                  <a:srgbClr val="B85A1E"/>
                </a:solidFill>
                <a:latin typeface="Noto Sans SC"/>
                <a:ea typeface="Noto Sans SC"/>
                <a:cs typeface="Noto Sans SC"/>
              </a:defRPr>
            </a:lvl8pPr>
            <a:lvl9pPr algn="l">
              <a:defRPr sz="1350" b="0">
                <a:solidFill>
                  <a:srgbClr val="B85A1E"/>
                </a:solidFill>
                <a:latin typeface="Noto Sans SC"/>
                <a:ea typeface="Noto Sans SC"/>
                <a:cs typeface="Noto Sans SC"/>
              </a:defRPr>
            </a:lvl9pPr>
          </a:lstStyle>
          <a:p xmlns:a="http://schemas.openxmlformats.org/drawingml/2006/main">
            <a:pPr algn="l">
              <a:defRPr sz="1350" b="0">
                <a:solidFill>
                  <a:srgbClr val="B85A1E"/>
                </a:solidFill>
                <a:latin typeface="Noto Sans SC"/>
                <a:ea typeface="Noto Sans SC"/>
                <a:cs typeface="Noto Sans SC"/>
              </a:defRPr>
            </a:pPr>
            <a:r>
              <a:rPr sz="1350" b="0">
                <a:solidFill>
                  <a:srgbClr val="B85A1E"/>
                </a:solidFill>
                <a:latin typeface="Noto Sans SC"/>
                <a:ea typeface="Noto Sans SC"/>
                <a:cs typeface="Noto Sans SC"/>
              </a:rPr>
              <a:t>是</a:t>
            </a:r>
          </a:p>
        </p:txBody>
      </p:sp>
      <p:sp>
        <p:nvSpPr>
          <p:cNvPr id="26" name="o25">
            <a:extLst xmlns:a="http://schemas.openxmlformats.org/drawingml/2006/main">
              <a:ext uri="{FF2B5EF4-FFF2-40B4-BE49-F238E27FC236}">
                <a16:creationId xmlns:a16="http://schemas.microsoft.com/office/drawing/2014/main" id="{671E03D5-7095-45DF-B7AA-32A424733741}"/>
              </a:ext>
            </a:extLst>
          </p:cNvPr>
          <p:cNvSpPr>
            <a:spLocks xmlns:a="http://schemas.openxmlformats.org/drawingml/2006/main" noGrp="1"/>
          </p:cNvSpPr>
          <p:nvPr/>
        </p:nvSpPr>
        <p:spPr>
          <a:xfrm xmlns:a="http://schemas.openxmlformats.org/drawingml/2006/main">
            <a:off x="8039100" y="2381250"/>
            <a:ext cx="3238500" cy="781050"/>
          </a:xfrm>
          <a:prstGeom xmlns:a="http://schemas.openxmlformats.org/drawingml/2006/main" prst="roundRect">
            <a:avLst>
              <a:gd name="adj" fmla="val 9756"/>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650" b="1">
                <a:solidFill>
                  <a:srgbClr val="0F6E73"/>
                </a:solidFill>
                <a:latin typeface="Noto Sans SC"/>
                <a:ea typeface="Noto Sans SC"/>
                <a:cs typeface="Noto Sans SC"/>
              </a:defRPr>
            </a:defPPr>
            <a:lvl1pPr algn="ctr">
              <a:defRPr sz="1650" b="1">
                <a:solidFill>
                  <a:srgbClr val="0F6E73"/>
                </a:solidFill>
                <a:latin typeface="Noto Sans SC"/>
                <a:ea typeface="Noto Sans SC"/>
                <a:cs typeface="Noto Sans SC"/>
              </a:defRPr>
            </a:lvl1pPr>
            <a:lvl2pPr algn="ctr">
              <a:defRPr sz="1650" b="1">
                <a:solidFill>
                  <a:srgbClr val="0F6E73"/>
                </a:solidFill>
                <a:latin typeface="Noto Sans SC"/>
                <a:ea typeface="Noto Sans SC"/>
                <a:cs typeface="Noto Sans SC"/>
              </a:defRPr>
            </a:lvl2pPr>
            <a:lvl3pPr algn="ctr">
              <a:defRPr sz="1650" b="1">
                <a:solidFill>
                  <a:srgbClr val="0F6E73"/>
                </a:solidFill>
                <a:latin typeface="Noto Sans SC"/>
                <a:ea typeface="Noto Sans SC"/>
                <a:cs typeface="Noto Sans SC"/>
              </a:defRPr>
            </a:lvl3pPr>
            <a:lvl4pPr algn="ctr">
              <a:defRPr sz="1650" b="1">
                <a:solidFill>
                  <a:srgbClr val="0F6E73"/>
                </a:solidFill>
                <a:latin typeface="Noto Sans SC"/>
                <a:ea typeface="Noto Sans SC"/>
                <a:cs typeface="Noto Sans SC"/>
              </a:defRPr>
            </a:lvl4pPr>
            <a:lvl5pPr algn="ctr">
              <a:defRPr sz="1650" b="1">
                <a:solidFill>
                  <a:srgbClr val="0F6E73"/>
                </a:solidFill>
                <a:latin typeface="Noto Sans SC"/>
                <a:ea typeface="Noto Sans SC"/>
                <a:cs typeface="Noto Sans SC"/>
              </a:defRPr>
            </a:lvl5pPr>
            <a:lvl6pPr algn="ctr">
              <a:defRPr sz="1650" b="1">
                <a:solidFill>
                  <a:srgbClr val="0F6E73"/>
                </a:solidFill>
                <a:latin typeface="Noto Sans SC"/>
                <a:ea typeface="Noto Sans SC"/>
                <a:cs typeface="Noto Sans SC"/>
              </a:defRPr>
            </a:lvl6pPr>
            <a:lvl7pPr algn="ctr">
              <a:defRPr sz="1650" b="1">
                <a:solidFill>
                  <a:srgbClr val="0F6E73"/>
                </a:solidFill>
                <a:latin typeface="Noto Sans SC"/>
                <a:ea typeface="Noto Sans SC"/>
                <a:cs typeface="Noto Sans SC"/>
              </a:defRPr>
            </a:lvl7pPr>
            <a:lvl8pPr algn="ctr">
              <a:defRPr sz="1650" b="1">
                <a:solidFill>
                  <a:srgbClr val="0F6E73"/>
                </a:solidFill>
                <a:latin typeface="Noto Sans SC"/>
                <a:ea typeface="Noto Sans SC"/>
                <a:cs typeface="Noto Sans SC"/>
              </a:defRPr>
            </a:lvl8pPr>
            <a:lvl9pPr algn="ctr">
              <a:defRPr sz="1650" b="1">
                <a:solidFill>
                  <a:srgbClr val="0F6E73"/>
                </a:solidFill>
                <a:latin typeface="Noto Sans SC"/>
                <a:ea typeface="Noto Sans SC"/>
                <a:cs typeface="Noto Sans SC"/>
              </a:defRPr>
            </a:lvl9pPr>
          </a:lstStyle>
          <a:p xmlns:a="http://schemas.openxmlformats.org/drawingml/2006/main">
            <a:pPr algn="ctr">
              <a:defRPr sz="1650" b="1">
                <a:solidFill>
                  <a:srgbClr val="0F6E73"/>
                </a:solidFill>
                <a:latin typeface="Noto Sans SC"/>
                <a:ea typeface="Noto Sans SC"/>
                <a:cs typeface="Noto Sans SC"/>
              </a:defRPr>
            </a:pPr>
            <a:r>
              <a:rPr sz="1650" b="1">
                <a:solidFill>
                  <a:srgbClr val="0F6E73"/>
                </a:solidFill>
                <a:latin typeface="Noto Sans SC"/>
                <a:ea typeface="Noto Sans SC"/>
                <a:cs typeface="Noto Sans SC"/>
              </a:rPr>
              <a:t>有效计划且满足</a:t>
            </a:r>
          </a:p>
          <a:p xmlns:a="http://schemas.openxmlformats.org/drawingml/2006/main">
            <a:pPr algn="ctr">
              <a:defRPr sz="1650" b="1">
                <a:solidFill>
                  <a:srgbClr val="0F6E73"/>
                </a:solidFill>
                <a:latin typeface="Noto Sans SC"/>
                <a:ea typeface="Noto Sans SC"/>
                <a:cs typeface="Noto Sans SC"/>
              </a:defRPr>
            </a:pPr>
            <a:r>
              <a:rPr sz="1650" b="1">
                <a:solidFill>
                  <a:srgbClr val="0F6E73"/>
                </a:solidFill>
                <a:latin typeface="Noto Sans SC"/>
                <a:ea typeface="Noto Sans SC"/>
                <a:cs typeface="Noto Sans SC"/>
              </a:rPr>
              <a:t>位置与高度条件？</a:t>
            </a:r>
          </a:p>
        </p:txBody>
      </p:sp>
      <p:sp>
        <p:nvSpPr>
          <p:cNvPr id="27" name="line-13">
            <a:extLst xmlns:a="http://schemas.openxmlformats.org/drawingml/2006/main">
              <a:ext uri="{FF2B5EF4-FFF2-40B4-BE49-F238E27FC236}">
                <a16:creationId xmlns:a16="http://schemas.microsoft.com/office/drawing/2014/main" id="{9A166A50-4923-4CBA-A56B-D1CDE315FBC9}"/>
              </a:ext>
            </a:extLst>
          </p:cNvPr>
          <p:cNvSpPr>
            <a:spLocks xmlns:a="http://schemas.openxmlformats.org/drawingml/2006/main" noGrp="1"/>
          </p:cNvSpPr>
          <p:nvPr/>
        </p:nvSpPr>
        <p:spPr>
          <a:xfrm xmlns:a="http://schemas.openxmlformats.org/drawingml/2006/main" flipV="0">
            <a:off x="9658350" y="3162300"/>
            <a:ext cx="953" cy="571500"/>
          </a:xfrm>
          <a:prstGeom xmlns:a="http://schemas.openxmlformats.org/drawingml/2006/main" prst="line">
            <a:avLst/>
          </a:prstGeom>
          <a:noFill xmlns:a="http://schemas.openxmlformats.org/drawingml/2006/main"/>
          <a:ln xmlns:a="http://schemas.openxmlformats.org/drawingml/2006/main" w="19050">
            <a:solidFill>
              <a:srgbClr val="B85A1E"/>
            </a:solidFill>
            <a:prstDash val="solid"/>
          </a:ln>
        </p:spPr>
      </p:sp>
      <p:sp>
        <p:nvSpPr>
          <p:cNvPr id="28" name="line-13">
            <a:extLst xmlns:a="http://schemas.openxmlformats.org/drawingml/2006/main">
              <a:ext uri="{FF2B5EF4-FFF2-40B4-BE49-F238E27FC236}">
                <a16:creationId xmlns:a16="http://schemas.microsoft.com/office/drawing/2014/main" id="{D8BE2E22-2AC7-423D-B517-59F1205918B4}"/>
              </a:ext>
            </a:extLst>
          </p:cNvPr>
          <p:cNvSpPr>
            <a:spLocks xmlns:a="http://schemas.openxmlformats.org/drawingml/2006/main" noGrp="1"/>
          </p:cNvSpPr>
          <p:nvPr/>
        </p:nvSpPr>
        <p:spPr>
          <a:xfrm xmlns:a="http://schemas.openxmlformats.org/drawingml/2006/main" flipV="0">
            <a:off x="9617251" y="3658569"/>
            <a:ext cx="41099" cy="75231"/>
          </a:xfrm>
          <a:prstGeom xmlns:a="http://schemas.openxmlformats.org/drawingml/2006/main" prst="line">
            <a:avLst/>
          </a:prstGeom>
          <a:noFill xmlns:a="http://schemas.openxmlformats.org/drawingml/2006/main"/>
          <a:ln xmlns:a="http://schemas.openxmlformats.org/drawingml/2006/main" w="19050">
            <a:solidFill>
              <a:srgbClr val="B85A1E"/>
            </a:solidFill>
            <a:prstDash val="solid"/>
          </a:ln>
        </p:spPr>
      </p:sp>
      <p:sp>
        <p:nvSpPr>
          <p:cNvPr id="29" name="line-13">
            <a:extLst xmlns:a="http://schemas.openxmlformats.org/drawingml/2006/main">
              <a:ext uri="{FF2B5EF4-FFF2-40B4-BE49-F238E27FC236}">
                <a16:creationId xmlns:a16="http://schemas.microsoft.com/office/drawing/2014/main" id="{4C62798F-177D-47B3-A88D-39E2BDDFA69B}"/>
              </a:ext>
            </a:extLst>
          </p:cNvPr>
          <p:cNvSpPr>
            <a:spLocks xmlns:a="http://schemas.openxmlformats.org/drawingml/2006/main" noGrp="1"/>
          </p:cNvSpPr>
          <p:nvPr/>
        </p:nvSpPr>
        <p:spPr>
          <a:xfrm xmlns:a="http://schemas.openxmlformats.org/drawingml/2006/main" flipV="1">
            <a:off x="9658350" y="3658569"/>
            <a:ext cx="41099" cy="75231"/>
          </a:xfrm>
          <a:prstGeom xmlns:a="http://schemas.openxmlformats.org/drawingml/2006/main" prst="line">
            <a:avLst/>
          </a:prstGeom>
          <a:noFill xmlns:a="http://schemas.openxmlformats.org/drawingml/2006/main"/>
          <a:ln xmlns:a="http://schemas.openxmlformats.org/drawingml/2006/main" w="19050">
            <a:solidFill>
              <a:srgbClr val="B85A1E"/>
            </a:solidFill>
            <a:prstDash val="solid"/>
          </a:ln>
        </p:spPr>
      </p:sp>
      <p:sp>
        <p:nvSpPr>
          <p:cNvPr id="30" name="o29">
            <a:extLst xmlns:a="http://schemas.openxmlformats.org/drawingml/2006/main">
              <a:ext uri="{FF2B5EF4-FFF2-40B4-BE49-F238E27FC236}">
                <a16:creationId xmlns:a16="http://schemas.microsoft.com/office/drawing/2014/main" id="{CF912A1F-F2CD-43E2-BF34-536099FE2EEE}"/>
              </a:ext>
            </a:extLst>
          </p:cNvPr>
          <p:cNvSpPr>
            <a:spLocks xmlns:a="http://schemas.openxmlformats.org/drawingml/2006/main" noGrp="1"/>
          </p:cNvSpPr>
          <p:nvPr/>
        </p:nvSpPr>
        <p:spPr>
          <a:xfrm xmlns:a="http://schemas.openxmlformats.org/drawingml/2006/main">
            <a:off x="9801225" y="32956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b="0">
                <a:solidFill>
                  <a:srgbClr val="B85A1E"/>
                </a:solidFill>
                <a:latin typeface="Noto Sans SC"/>
                <a:ea typeface="Noto Sans SC"/>
                <a:cs typeface="Noto Sans SC"/>
              </a:defRPr>
            </a:defPPr>
            <a:lvl1pPr algn="l">
              <a:defRPr sz="1350" b="0">
                <a:solidFill>
                  <a:srgbClr val="B85A1E"/>
                </a:solidFill>
                <a:latin typeface="Noto Sans SC"/>
                <a:ea typeface="Noto Sans SC"/>
                <a:cs typeface="Noto Sans SC"/>
              </a:defRPr>
            </a:lvl1pPr>
            <a:lvl2pPr algn="l">
              <a:defRPr sz="1350" b="0">
                <a:solidFill>
                  <a:srgbClr val="B85A1E"/>
                </a:solidFill>
                <a:latin typeface="Noto Sans SC"/>
                <a:ea typeface="Noto Sans SC"/>
                <a:cs typeface="Noto Sans SC"/>
              </a:defRPr>
            </a:lvl2pPr>
            <a:lvl3pPr algn="l">
              <a:defRPr sz="1350" b="0">
                <a:solidFill>
                  <a:srgbClr val="B85A1E"/>
                </a:solidFill>
                <a:latin typeface="Noto Sans SC"/>
                <a:ea typeface="Noto Sans SC"/>
                <a:cs typeface="Noto Sans SC"/>
              </a:defRPr>
            </a:lvl3pPr>
            <a:lvl4pPr algn="l">
              <a:defRPr sz="1350" b="0">
                <a:solidFill>
                  <a:srgbClr val="B85A1E"/>
                </a:solidFill>
                <a:latin typeface="Noto Sans SC"/>
                <a:ea typeface="Noto Sans SC"/>
                <a:cs typeface="Noto Sans SC"/>
              </a:defRPr>
            </a:lvl4pPr>
            <a:lvl5pPr algn="l">
              <a:defRPr sz="1350" b="0">
                <a:solidFill>
                  <a:srgbClr val="B85A1E"/>
                </a:solidFill>
                <a:latin typeface="Noto Sans SC"/>
                <a:ea typeface="Noto Sans SC"/>
                <a:cs typeface="Noto Sans SC"/>
              </a:defRPr>
            </a:lvl5pPr>
            <a:lvl6pPr algn="l">
              <a:defRPr sz="1350" b="0">
                <a:solidFill>
                  <a:srgbClr val="B85A1E"/>
                </a:solidFill>
                <a:latin typeface="Noto Sans SC"/>
                <a:ea typeface="Noto Sans SC"/>
                <a:cs typeface="Noto Sans SC"/>
              </a:defRPr>
            </a:lvl6pPr>
            <a:lvl7pPr algn="l">
              <a:defRPr sz="1350" b="0">
                <a:solidFill>
                  <a:srgbClr val="B85A1E"/>
                </a:solidFill>
                <a:latin typeface="Noto Sans SC"/>
                <a:ea typeface="Noto Sans SC"/>
                <a:cs typeface="Noto Sans SC"/>
              </a:defRPr>
            </a:lvl7pPr>
            <a:lvl8pPr algn="l">
              <a:defRPr sz="1350" b="0">
                <a:solidFill>
                  <a:srgbClr val="B85A1E"/>
                </a:solidFill>
                <a:latin typeface="Noto Sans SC"/>
                <a:ea typeface="Noto Sans SC"/>
                <a:cs typeface="Noto Sans SC"/>
              </a:defRPr>
            </a:lvl8pPr>
            <a:lvl9pPr algn="l">
              <a:defRPr sz="1350" b="0">
                <a:solidFill>
                  <a:srgbClr val="B85A1E"/>
                </a:solidFill>
                <a:latin typeface="Noto Sans SC"/>
                <a:ea typeface="Noto Sans SC"/>
                <a:cs typeface="Noto Sans SC"/>
              </a:defRPr>
            </a:lvl9pPr>
          </a:lstStyle>
          <a:p xmlns:a="http://schemas.openxmlformats.org/drawingml/2006/main">
            <a:pPr algn="l">
              <a:defRPr sz="1350" b="0">
                <a:solidFill>
                  <a:srgbClr val="B85A1E"/>
                </a:solidFill>
                <a:latin typeface="Noto Sans SC"/>
                <a:ea typeface="Noto Sans SC"/>
                <a:cs typeface="Noto Sans SC"/>
              </a:defRPr>
            </a:pPr>
            <a:r>
              <a:rPr sz="1350" b="0">
                <a:solidFill>
                  <a:srgbClr val="B85A1E"/>
                </a:solidFill>
                <a:latin typeface="Noto Sans SC"/>
                <a:ea typeface="Noto Sans SC"/>
                <a:cs typeface="Noto Sans SC"/>
              </a:rPr>
              <a:t>是</a:t>
            </a:r>
          </a:p>
        </p:txBody>
      </p:sp>
      <p:sp>
        <p:nvSpPr>
          <p:cNvPr id="31" name="o30">
            <a:extLst xmlns:a="http://schemas.openxmlformats.org/drawingml/2006/main">
              <a:ext uri="{FF2B5EF4-FFF2-40B4-BE49-F238E27FC236}">
                <a16:creationId xmlns:a16="http://schemas.microsoft.com/office/drawing/2014/main" id="{E4F1EB59-08FC-407F-AB12-D2ED39A63640}"/>
              </a:ext>
            </a:extLst>
          </p:cNvPr>
          <p:cNvSpPr>
            <a:spLocks xmlns:a="http://schemas.openxmlformats.org/drawingml/2006/main" noGrp="1"/>
          </p:cNvSpPr>
          <p:nvPr/>
        </p:nvSpPr>
        <p:spPr>
          <a:xfrm xmlns:a="http://schemas.openxmlformats.org/drawingml/2006/main">
            <a:off x="609600" y="3838575"/>
            <a:ext cx="7810500" cy="523875"/>
          </a:xfrm>
          <a:prstGeom xmlns:a="http://schemas.openxmlformats.org/drawingml/2006/main" prst="roundRect">
            <a:avLst>
              <a:gd name="adj" fmla="val 14545"/>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650" b="1">
                <a:solidFill>
                  <a:srgbClr val="B85A1E"/>
                </a:solidFill>
                <a:latin typeface="Noto Sans SC"/>
                <a:ea typeface="Noto Sans SC"/>
                <a:cs typeface="Noto Sans SC"/>
              </a:defRPr>
            </a:defPPr>
            <a:lvl1pPr algn="ctr">
              <a:defRPr sz="1650" b="1">
                <a:solidFill>
                  <a:srgbClr val="B85A1E"/>
                </a:solidFill>
                <a:latin typeface="Noto Sans SC"/>
                <a:ea typeface="Noto Sans SC"/>
                <a:cs typeface="Noto Sans SC"/>
              </a:defRPr>
            </a:lvl1pPr>
            <a:lvl2pPr algn="ctr">
              <a:defRPr sz="1650" b="1">
                <a:solidFill>
                  <a:srgbClr val="B85A1E"/>
                </a:solidFill>
                <a:latin typeface="Noto Sans SC"/>
                <a:ea typeface="Noto Sans SC"/>
                <a:cs typeface="Noto Sans SC"/>
              </a:defRPr>
            </a:lvl2pPr>
            <a:lvl3pPr algn="ctr">
              <a:defRPr sz="1650" b="1">
                <a:solidFill>
                  <a:srgbClr val="B85A1E"/>
                </a:solidFill>
                <a:latin typeface="Noto Sans SC"/>
                <a:ea typeface="Noto Sans SC"/>
                <a:cs typeface="Noto Sans SC"/>
              </a:defRPr>
            </a:lvl3pPr>
            <a:lvl4pPr algn="ctr">
              <a:defRPr sz="1650" b="1">
                <a:solidFill>
                  <a:srgbClr val="B85A1E"/>
                </a:solidFill>
                <a:latin typeface="Noto Sans SC"/>
                <a:ea typeface="Noto Sans SC"/>
                <a:cs typeface="Noto Sans SC"/>
              </a:defRPr>
            </a:lvl4pPr>
            <a:lvl5pPr algn="ctr">
              <a:defRPr sz="1650" b="1">
                <a:solidFill>
                  <a:srgbClr val="B85A1E"/>
                </a:solidFill>
                <a:latin typeface="Noto Sans SC"/>
                <a:ea typeface="Noto Sans SC"/>
                <a:cs typeface="Noto Sans SC"/>
              </a:defRPr>
            </a:lvl5pPr>
            <a:lvl6pPr algn="ctr">
              <a:defRPr sz="1650" b="1">
                <a:solidFill>
                  <a:srgbClr val="B85A1E"/>
                </a:solidFill>
                <a:latin typeface="Noto Sans SC"/>
                <a:ea typeface="Noto Sans SC"/>
                <a:cs typeface="Noto Sans SC"/>
              </a:defRPr>
            </a:lvl6pPr>
            <a:lvl7pPr algn="ctr">
              <a:defRPr sz="1650" b="1">
                <a:solidFill>
                  <a:srgbClr val="B85A1E"/>
                </a:solidFill>
                <a:latin typeface="Noto Sans SC"/>
                <a:ea typeface="Noto Sans SC"/>
                <a:cs typeface="Noto Sans SC"/>
              </a:defRPr>
            </a:lvl7pPr>
            <a:lvl8pPr algn="ctr">
              <a:defRPr sz="1650" b="1">
                <a:solidFill>
                  <a:srgbClr val="B85A1E"/>
                </a:solidFill>
                <a:latin typeface="Noto Sans SC"/>
                <a:ea typeface="Noto Sans SC"/>
                <a:cs typeface="Noto Sans SC"/>
              </a:defRPr>
            </a:lvl8pPr>
            <a:lvl9pPr algn="ctr">
              <a:defRPr sz="1650" b="1">
                <a:solidFill>
                  <a:srgbClr val="B85A1E"/>
                </a:solidFill>
                <a:latin typeface="Noto Sans SC"/>
                <a:ea typeface="Noto Sans SC"/>
                <a:cs typeface="Noto Sans SC"/>
              </a:defRPr>
            </a:lvl9pPr>
          </a:lstStyle>
          <a:p xmlns:a="http://schemas.openxmlformats.org/drawingml/2006/main">
            <a:pPr algn="ctr">
              <a:defRPr sz="1650" b="1">
                <a:solidFill>
                  <a:srgbClr val="B85A1E"/>
                </a:solidFill>
                <a:latin typeface="Noto Sans SC"/>
                <a:ea typeface="Noto Sans SC"/>
                <a:cs typeface="Noto Sans SC"/>
              </a:defRPr>
            </a:pPr>
            <a:r>
              <a:rPr sz="1650" b="1">
                <a:solidFill>
                  <a:srgbClr val="B85A1E"/>
                </a:solidFill>
                <a:latin typeface="Noto Sans SC"/>
                <a:ea typeface="Noto Sans SC"/>
                <a:cs typeface="Noto Sans SC"/>
              </a:rPr>
              <a:t>任一命中：该目标独立豁免</a:t>
            </a:r>
          </a:p>
        </p:txBody>
      </p:sp>
      <p:sp>
        <p:nvSpPr>
          <p:cNvPr id="32" name="line-15">
            <a:extLst xmlns:a="http://schemas.openxmlformats.org/drawingml/2006/main">
              <a:ext uri="{FF2B5EF4-FFF2-40B4-BE49-F238E27FC236}">
                <a16:creationId xmlns:a16="http://schemas.microsoft.com/office/drawing/2014/main" id="{1FEDC7A2-C7D2-4768-A6F3-247D057D7FBA}"/>
              </a:ext>
            </a:extLst>
          </p:cNvPr>
          <p:cNvSpPr>
            <a:spLocks xmlns:a="http://schemas.openxmlformats.org/drawingml/2006/main" noGrp="1"/>
          </p:cNvSpPr>
          <p:nvPr/>
        </p:nvSpPr>
        <p:spPr>
          <a:xfrm xmlns:a="http://schemas.openxmlformats.org/drawingml/2006/main" flipV="0">
            <a:off x="4514850" y="3733800"/>
            <a:ext cx="5143500" cy="953"/>
          </a:xfrm>
          <a:prstGeom xmlns:a="http://schemas.openxmlformats.org/drawingml/2006/main" prst="line">
            <a:avLst/>
          </a:prstGeom>
          <a:noFill xmlns:a="http://schemas.openxmlformats.org/drawingml/2006/main"/>
          <a:ln xmlns:a="http://schemas.openxmlformats.org/drawingml/2006/main" w="14288">
            <a:solidFill>
              <a:srgbClr val="B85A1E"/>
            </a:solidFill>
            <a:prstDash val="solid"/>
          </a:ln>
        </p:spPr>
      </p:sp>
      <p:sp>
        <p:nvSpPr>
          <p:cNvPr id="33" name="line-15">
            <a:extLst xmlns:a="http://schemas.openxmlformats.org/drawingml/2006/main">
              <a:ext uri="{FF2B5EF4-FFF2-40B4-BE49-F238E27FC236}">
                <a16:creationId xmlns:a16="http://schemas.microsoft.com/office/drawing/2014/main" id="{860D62B9-89DB-417C-84CB-867B86D99C71}"/>
              </a:ext>
            </a:extLst>
          </p:cNvPr>
          <p:cNvSpPr>
            <a:spLocks xmlns:a="http://schemas.openxmlformats.org/drawingml/2006/main" noGrp="1"/>
          </p:cNvSpPr>
          <p:nvPr/>
        </p:nvSpPr>
        <p:spPr>
          <a:xfrm xmlns:a="http://schemas.openxmlformats.org/drawingml/2006/main" flipV="0">
            <a:off x="4514850" y="3733800"/>
            <a:ext cx="953" cy="104775"/>
          </a:xfrm>
          <a:prstGeom xmlns:a="http://schemas.openxmlformats.org/drawingml/2006/main" prst="line">
            <a:avLst/>
          </a:prstGeom>
          <a:noFill xmlns:a="http://schemas.openxmlformats.org/drawingml/2006/main"/>
          <a:ln xmlns:a="http://schemas.openxmlformats.org/drawingml/2006/main" w="19050">
            <a:solidFill>
              <a:srgbClr val="B85A1E"/>
            </a:solidFill>
            <a:prstDash val="solid"/>
          </a:ln>
        </p:spPr>
      </p:sp>
      <p:sp>
        <p:nvSpPr>
          <p:cNvPr id="34" name="line-15">
            <a:extLst xmlns:a="http://schemas.openxmlformats.org/drawingml/2006/main">
              <a:ext uri="{FF2B5EF4-FFF2-40B4-BE49-F238E27FC236}">
                <a16:creationId xmlns:a16="http://schemas.microsoft.com/office/drawing/2014/main" id="{DAB77526-7DDE-4555-ABF2-19738D88FEA4}"/>
              </a:ext>
            </a:extLst>
          </p:cNvPr>
          <p:cNvSpPr>
            <a:spLocks xmlns:a="http://schemas.openxmlformats.org/drawingml/2006/main" noGrp="1"/>
          </p:cNvSpPr>
          <p:nvPr/>
        </p:nvSpPr>
        <p:spPr>
          <a:xfrm xmlns:a="http://schemas.openxmlformats.org/drawingml/2006/main" flipV="0">
            <a:off x="4473751" y="3763344"/>
            <a:ext cx="41099" cy="75231"/>
          </a:xfrm>
          <a:prstGeom xmlns:a="http://schemas.openxmlformats.org/drawingml/2006/main" prst="line">
            <a:avLst/>
          </a:prstGeom>
          <a:noFill xmlns:a="http://schemas.openxmlformats.org/drawingml/2006/main"/>
          <a:ln xmlns:a="http://schemas.openxmlformats.org/drawingml/2006/main" w="19050">
            <a:solidFill>
              <a:srgbClr val="B85A1E"/>
            </a:solidFill>
            <a:prstDash val="solid"/>
          </a:ln>
        </p:spPr>
      </p:sp>
      <p:sp>
        <p:nvSpPr>
          <p:cNvPr id="35" name="line-15">
            <a:extLst xmlns:a="http://schemas.openxmlformats.org/drawingml/2006/main">
              <a:ext uri="{FF2B5EF4-FFF2-40B4-BE49-F238E27FC236}">
                <a16:creationId xmlns:a16="http://schemas.microsoft.com/office/drawing/2014/main" id="{11AC7403-5BAA-4D37-95B4-174B1E93F459}"/>
              </a:ext>
            </a:extLst>
          </p:cNvPr>
          <p:cNvSpPr>
            <a:spLocks xmlns:a="http://schemas.openxmlformats.org/drawingml/2006/main" noGrp="1"/>
          </p:cNvSpPr>
          <p:nvPr/>
        </p:nvSpPr>
        <p:spPr>
          <a:xfrm xmlns:a="http://schemas.openxmlformats.org/drawingml/2006/main" flipV="1">
            <a:off x="4514850" y="3763344"/>
            <a:ext cx="41099" cy="75231"/>
          </a:xfrm>
          <a:prstGeom xmlns:a="http://schemas.openxmlformats.org/drawingml/2006/main" prst="line">
            <a:avLst/>
          </a:prstGeom>
          <a:noFill xmlns:a="http://schemas.openxmlformats.org/drawingml/2006/main"/>
          <a:ln xmlns:a="http://schemas.openxmlformats.org/drawingml/2006/main" w="19050">
            <a:solidFill>
              <a:srgbClr val="B85A1E"/>
            </a:solidFill>
            <a:prstDash val="solid"/>
          </a:ln>
        </p:spPr>
      </p:sp>
      <p:sp>
        <p:nvSpPr>
          <p:cNvPr id="36" name="line-15">
            <a:extLst xmlns:a="http://schemas.openxmlformats.org/drawingml/2006/main">
              <a:ext uri="{FF2B5EF4-FFF2-40B4-BE49-F238E27FC236}">
                <a16:creationId xmlns:a16="http://schemas.microsoft.com/office/drawing/2014/main" id="{34399C48-7E07-40A0-9E16-57C79FEAF87C}"/>
              </a:ext>
            </a:extLst>
          </p:cNvPr>
          <p:cNvSpPr>
            <a:spLocks xmlns:a="http://schemas.openxmlformats.org/drawingml/2006/main" noGrp="1"/>
          </p:cNvSpPr>
          <p:nvPr/>
        </p:nvSpPr>
        <p:spPr>
          <a:xfrm xmlns:a="http://schemas.openxmlformats.org/drawingml/2006/main" flipV="0">
            <a:off x="11277600" y="2771775"/>
            <a:ext cx="457200" cy="953"/>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37" name="line-15">
            <a:extLst xmlns:a="http://schemas.openxmlformats.org/drawingml/2006/main">
              <a:ext uri="{FF2B5EF4-FFF2-40B4-BE49-F238E27FC236}">
                <a16:creationId xmlns:a16="http://schemas.microsoft.com/office/drawing/2014/main" id="{7986B8FD-8D52-40E6-85ED-46B6B5C541A9}"/>
              </a:ext>
            </a:extLst>
          </p:cNvPr>
          <p:cNvSpPr>
            <a:spLocks xmlns:a="http://schemas.openxmlformats.org/drawingml/2006/main" noGrp="1"/>
          </p:cNvSpPr>
          <p:nvPr/>
        </p:nvSpPr>
        <p:spPr>
          <a:xfrm xmlns:a="http://schemas.openxmlformats.org/drawingml/2006/main" flipV="1">
            <a:off x="11659569" y="2771775"/>
            <a:ext cx="75231" cy="41099"/>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38" name="line-15">
            <a:extLst xmlns:a="http://schemas.openxmlformats.org/drawingml/2006/main">
              <a:ext uri="{FF2B5EF4-FFF2-40B4-BE49-F238E27FC236}">
                <a16:creationId xmlns:a16="http://schemas.microsoft.com/office/drawing/2014/main" id="{B9D53353-B318-49FC-96F6-239C25BECBC4}"/>
              </a:ext>
            </a:extLst>
          </p:cNvPr>
          <p:cNvSpPr>
            <a:spLocks xmlns:a="http://schemas.openxmlformats.org/drawingml/2006/main" noGrp="1"/>
          </p:cNvSpPr>
          <p:nvPr/>
        </p:nvSpPr>
        <p:spPr>
          <a:xfrm xmlns:a="http://schemas.openxmlformats.org/drawingml/2006/main" flipV="0">
            <a:off x="11659569" y="2730676"/>
            <a:ext cx="75231" cy="41099"/>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39" name="line-15">
            <a:extLst xmlns:a="http://schemas.openxmlformats.org/drawingml/2006/main">
              <a:ext uri="{FF2B5EF4-FFF2-40B4-BE49-F238E27FC236}">
                <a16:creationId xmlns:a16="http://schemas.microsoft.com/office/drawing/2014/main" id="{88F2FFD9-5051-4C02-A364-3ADDD94B5E1A}"/>
              </a:ext>
            </a:extLst>
          </p:cNvPr>
          <p:cNvSpPr>
            <a:spLocks xmlns:a="http://schemas.openxmlformats.org/drawingml/2006/main" noGrp="1"/>
          </p:cNvSpPr>
          <p:nvPr/>
        </p:nvSpPr>
        <p:spPr>
          <a:xfrm xmlns:a="http://schemas.openxmlformats.org/drawingml/2006/main" flipV="0">
            <a:off x="11734800" y="2771775"/>
            <a:ext cx="953" cy="1323975"/>
          </a:xfrm>
          <a:prstGeom xmlns:a="http://schemas.openxmlformats.org/drawingml/2006/main" prst="line">
            <a:avLst/>
          </a:prstGeom>
          <a:noFill xmlns:a="http://schemas.openxmlformats.org/drawingml/2006/main"/>
          <a:ln xmlns:a="http://schemas.openxmlformats.org/drawingml/2006/main" w="14288">
            <a:solidFill>
              <a:srgbClr val="32668E"/>
            </a:solidFill>
            <a:prstDash val="solid"/>
          </a:ln>
        </p:spPr>
      </p:sp>
      <p:sp>
        <p:nvSpPr>
          <p:cNvPr id="40" name="line-15">
            <a:extLst xmlns:a="http://schemas.openxmlformats.org/drawingml/2006/main">
              <a:ext uri="{FF2B5EF4-FFF2-40B4-BE49-F238E27FC236}">
                <a16:creationId xmlns:a16="http://schemas.microsoft.com/office/drawing/2014/main" id="{A089F86F-56EB-49AB-B4D6-A549421944EF}"/>
              </a:ext>
            </a:extLst>
          </p:cNvPr>
          <p:cNvSpPr>
            <a:spLocks xmlns:a="http://schemas.openxmlformats.org/drawingml/2006/main" noGrp="1"/>
          </p:cNvSpPr>
          <p:nvPr/>
        </p:nvSpPr>
        <p:spPr>
          <a:xfrm xmlns:a="http://schemas.openxmlformats.org/drawingml/2006/main" flipV="0">
            <a:off x="11582400" y="4095750"/>
            <a:ext cx="152400" cy="953"/>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41" name="line-15">
            <a:extLst xmlns:a="http://schemas.openxmlformats.org/drawingml/2006/main">
              <a:ext uri="{FF2B5EF4-FFF2-40B4-BE49-F238E27FC236}">
                <a16:creationId xmlns:a16="http://schemas.microsoft.com/office/drawing/2014/main" id="{E0BC6B2B-2F76-40EF-9E9B-FBC996F5C57A}"/>
              </a:ext>
            </a:extLst>
          </p:cNvPr>
          <p:cNvSpPr>
            <a:spLocks xmlns:a="http://schemas.openxmlformats.org/drawingml/2006/main" noGrp="1"/>
          </p:cNvSpPr>
          <p:nvPr/>
        </p:nvSpPr>
        <p:spPr>
          <a:xfrm xmlns:a="http://schemas.openxmlformats.org/drawingml/2006/main" flipV="1">
            <a:off x="11582400" y="4054651"/>
            <a:ext cx="75231" cy="41099"/>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42" name="line-15">
            <a:extLst xmlns:a="http://schemas.openxmlformats.org/drawingml/2006/main">
              <a:ext uri="{FF2B5EF4-FFF2-40B4-BE49-F238E27FC236}">
                <a16:creationId xmlns:a16="http://schemas.microsoft.com/office/drawing/2014/main" id="{E3A7C6D3-C06E-426A-9E78-0F8FB87869A8}"/>
              </a:ext>
            </a:extLst>
          </p:cNvPr>
          <p:cNvSpPr>
            <a:spLocks xmlns:a="http://schemas.openxmlformats.org/drawingml/2006/main" noGrp="1"/>
          </p:cNvSpPr>
          <p:nvPr/>
        </p:nvSpPr>
        <p:spPr>
          <a:xfrm xmlns:a="http://schemas.openxmlformats.org/drawingml/2006/main" flipV="0">
            <a:off x="11582400" y="4095750"/>
            <a:ext cx="75231" cy="41099"/>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43" name="o42">
            <a:extLst xmlns:a="http://schemas.openxmlformats.org/drawingml/2006/main">
              <a:ext uri="{FF2B5EF4-FFF2-40B4-BE49-F238E27FC236}">
                <a16:creationId xmlns:a16="http://schemas.microsoft.com/office/drawing/2014/main" id="{2E73EEE1-CE6E-4934-B134-8FD8C8275ED2}"/>
              </a:ext>
            </a:extLst>
          </p:cNvPr>
          <p:cNvSpPr>
            <a:spLocks xmlns:a="http://schemas.openxmlformats.org/drawingml/2006/main" noGrp="1"/>
          </p:cNvSpPr>
          <p:nvPr/>
        </p:nvSpPr>
        <p:spPr>
          <a:xfrm xmlns:a="http://schemas.openxmlformats.org/drawingml/2006/main">
            <a:off x="8858250" y="3838575"/>
            <a:ext cx="2724150" cy="523875"/>
          </a:xfrm>
          <a:prstGeom xmlns:a="http://schemas.openxmlformats.org/drawingml/2006/main" prst="roundRect">
            <a:avLst>
              <a:gd name="adj" fmla="val 14545"/>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650" b="1">
                <a:solidFill>
                  <a:srgbClr val="32668E"/>
                </a:solidFill>
                <a:latin typeface="Noto Sans SC"/>
                <a:ea typeface="Noto Sans SC"/>
                <a:cs typeface="Noto Sans SC"/>
              </a:defRPr>
            </a:defPPr>
            <a:lvl1pPr algn="ctr">
              <a:defRPr sz="1650" b="1">
                <a:solidFill>
                  <a:srgbClr val="32668E"/>
                </a:solidFill>
                <a:latin typeface="Noto Sans SC"/>
                <a:ea typeface="Noto Sans SC"/>
                <a:cs typeface="Noto Sans SC"/>
              </a:defRPr>
            </a:lvl1pPr>
            <a:lvl2pPr algn="ctr">
              <a:defRPr sz="1650" b="1">
                <a:solidFill>
                  <a:srgbClr val="32668E"/>
                </a:solidFill>
                <a:latin typeface="Noto Sans SC"/>
                <a:ea typeface="Noto Sans SC"/>
                <a:cs typeface="Noto Sans SC"/>
              </a:defRPr>
            </a:lvl2pPr>
            <a:lvl3pPr algn="ctr">
              <a:defRPr sz="1650" b="1">
                <a:solidFill>
                  <a:srgbClr val="32668E"/>
                </a:solidFill>
                <a:latin typeface="Noto Sans SC"/>
                <a:ea typeface="Noto Sans SC"/>
                <a:cs typeface="Noto Sans SC"/>
              </a:defRPr>
            </a:lvl3pPr>
            <a:lvl4pPr algn="ctr">
              <a:defRPr sz="1650" b="1">
                <a:solidFill>
                  <a:srgbClr val="32668E"/>
                </a:solidFill>
                <a:latin typeface="Noto Sans SC"/>
                <a:ea typeface="Noto Sans SC"/>
                <a:cs typeface="Noto Sans SC"/>
              </a:defRPr>
            </a:lvl4pPr>
            <a:lvl5pPr algn="ctr">
              <a:defRPr sz="1650" b="1">
                <a:solidFill>
                  <a:srgbClr val="32668E"/>
                </a:solidFill>
                <a:latin typeface="Noto Sans SC"/>
                <a:ea typeface="Noto Sans SC"/>
                <a:cs typeface="Noto Sans SC"/>
              </a:defRPr>
            </a:lvl5pPr>
            <a:lvl6pPr algn="ctr">
              <a:defRPr sz="1650" b="1">
                <a:solidFill>
                  <a:srgbClr val="32668E"/>
                </a:solidFill>
                <a:latin typeface="Noto Sans SC"/>
                <a:ea typeface="Noto Sans SC"/>
                <a:cs typeface="Noto Sans SC"/>
              </a:defRPr>
            </a:lvl6pPr>
            <a:lvl7pPr algn="ctr">
              <a:defRPr sz="1650" b="1">
                <a:solidFill>
                  <a:srgbClr val="32668E"/>
                </a:solidFill>
                <a:latin typeface="Noto Sans SC"/>
                <a:ea typeface="Noto Sans SC"/>
                <a:cs typeface="Noto Sans SC"/>
              </a:defRPr>
            </a:lvl7pPr>
            <a:lvl8pPr algn="ctr">
              <a:defRPr sz="1650" b="1">
                <a:solidFill>
                  <a:srgbClr val="32668E"/>
                </a:solidFill>
                <a:latin typeface="Noto Sans SC"/>
                <a:ea typeface="Noto Sans SC"/>
                <a:cs typeface="Noto Sans SC"/>
              </a:defRPr>
            </a:lvl8pPr>
            <a:lvl9pPr algn="ctr">
              <a:defRPr sz="1650" b="1">
                <a:solidFill>
                  <a:srgbClr val="32668E"/>
                </a:solidFill>
                <a:latin typeface="Noto Sans SC"/>
                <a:ea typeface="Noto Sans SC"/>
                <a:cs typeface="Noto Sans SC"/>
              </a:defRPr>
            </a:lvl9pPr>
          </a:lstStyle>
          <a:p xmlns:a="http://schemas.openxmlformats.org/drawingml/2006/main">
            <a:pPr algn="ctr">
              <a:defRPr sz="1650" b="1">
                <a:solidFill>
                  <a:srgbClr val="32668E"/>
                </a:solidFill>
                <a:latin typeface="Noto Sans SC"/>
                <a:ea typeface="Noto Sans SC"/>
                <a:cs typeface="Noto Sans SC"/>
              </a:defRPr>
            </a:pPr>
            <a:r>
              <a:rPr sz="1650" b="1">
                <a:solidFill>
                  <a:srgbClr val="32668E"/>
                </a:solidFill>
                <a:latin typeface="Noto Sans SC"/>
                <a:ea typeface="Noto Sans SC"/>
                <a:cs typeface="Noto Sans SC"/>
              </a:rPr>
              <a:t>均否：继续判读</a:t>
            </a:r>
          </a:p>
        </p:txBody>
      </p:sp>
      <p:sp>
        <p:nvSpPr>
          <p:cNvPr id="44" name="o43">
            <a:extLst xmlns:a="http://schemas.openxmlformats.org/drawingml/2006/main">
              <a:ext uri="{FF2B5EF4-FFF2-40B4-BE49-F238E27FC236}">
                <a16:creationId xmlns:a16="http://schemas.microsoft.com/office/drawing/2014/main" id="{3DE8162E-0719-4986-BA11-D2E72FBEB20B}"/>
              </a:ext>
            </a:extLst>
          </p:cNvPr>
          <p:cNvSpPr>
            <a:spLocks xmlns:a="http://schemas.openxmlformats.org/drawingml/2006/main" noGrp="1"/>
          </p:cNvSpPr>
          <p:nvPr/>
        </p:nvSpPr>
        <p:spPr>
          <a:xfrm xmlns:a="http://schemas.openxmlformats.org/drawingml/2006/main">
            <a:off x="11334750" y="24003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b="0">
                <a:solidFill>
                  <a:srgbClr val="32668E"/>
                </a:solidFill>
                <a:latin typeface="Noto Sans SC"/>
                <a:ea typeface="Noto Sans SC"/>
                <a:cs typeface="Noto Sans SC"/>
              </a:defRPr>
            </a:defPPr>
            <a:lvl1pPr algn="l">
              <a:defRPr sz="1350" b="0">
                <a:solidFill>
                  <a:srgbClr val="32668E"/>
                </a:solidFill>
                <a:latin typeface="Noto Sans SC"/>
                <a:ea typeface="Noto Sans SC"/>
                <a:cs typeface="Noto Sans SC"/>
              </a:defRPr>
            </a:lvl1pPr>
            <a:lvl2pPr algn="l">
              <a:defRPr sz="1350" b="0">
                <a:solidFill>
                  <a:srgbClr val="32668E"/>
                </a:solidFill>
                <a:latin typeface="Noto Sans SC"/>
                <a:ea typeface="Noto Sans SC"/>
                <a:cs typeface="Noto Sans SC"/>
              </a:defRPr>
            </a:lvl2pPr>
            <a:lvl3pPr algn="l">
              <a:defRPr sz="1350" b="0">
                <a:solidFill>
                  <a:srgbClr val="32668E"/>
                </a:solidFill>
                <a:latin typeface="Noto Sans SC"/>
                <a:ea typeface="Noto Sans SC"/>
                <a:cs typeface="Noto Sans SC"/>
              </a:defRPr>
            </a:lvl3pPr>
            <a:lvl4pPr algn="l">
              <a:defRPr sz="1350" b="0">
                <a:solidFill>
                  <a:srgbClr val="32668E"/>
                </a:solidFill>
                <a:latin typeface="Noto Sans SC"/>
                <a:ea typeface="Noto Sans SC"/>
                <a:cs typeface="Noto Sans SC"/>
              </a:defRPr>
            </a:lvl4pPr>
            <a:lvl5pPr algn="l">
              <a:defRPr sz="1350" b="0">
                <a:solidFill>
                  <a:srgbClr val="32668E"/>
                </a:solidFill>
                <a:latin typeface="Noto Sans SC"/>
                <a:ea typeface="Noto Sans SC"/>
                <a:cs typeface="Noto Sans SC"/>
              </a:defRPr>
            </a:lvl5pPr>
            <a:lvl6pPr algn="l">
              <a:defRPr sz="1350" b="0">
                <a:solidFill>
                  <a:srgbClr val="32668E"/>
                </a:solidFill>
                <a:latin typeface="Noto Sans SC"/>
                <a:ea typeface="Noto Sans SC"/>
                <a:cs typeface="Noto Sans SC"/>
              </a:defRPr>
            </a:lvl6pPr>
            <a:lvl7pPr algn="l">
              <a:defRPr sz="1350" b="0">
                <a:solidFill>
                  <a:srgbClr val="32668E"/>
                </a:solidFill>
                <a:latin typeface="Noto Sans SC"/>
                <a:ea typeface="Noto Sans SC"/>
                <a:cs typeface="Noto Sans SC"/>
              </a:defRPr>
            </a:lvl7pPr>
            <a:lvl8pPr algn="l">
              <a:defRPr sz="1350" b="0">
                <a:solidFill>
                  <a:srgbClr val="32668E"/>
                </a:solidFill>
                <a:latin typeface="Noto Sans SC"/>
                <a:ea typeface="Noto Sans SC"/>
                <a:cs typeface="Noto Sans SC"/>
              </a:defRPr>
            </a:lvl8pPr>
            <a:lvl9pPr algn="l">
              <a:defRPr sz="1350" b="0">
                <a:solidFill>
                  <a:srgbClr val="32668E"/>
                </a:solidFill>
                <a:latin typeface="Noto Sans SC"/>
                <a:ea typeface="Noto Sans SC"/>
                <a:cs typeface="Noto Sans SC"/>
              </a:defRPr>
            </a:lvl9pPr>
          </a:lstStyle>
          <a:p xmlns:a="http://schemas.openxmlformats.org/drawingml/2006/main">
            <a:pPr algn="l">
              <a:defRPr sz="1350" b="0">
                <a:solidFill>
                  <a:srgbClr val="32668E"/>
                </a:solidFill>
                <a:latin typeface="Noto Sans SC"/>
                <a:ea typeface="Noto Sans SC"/>
                <a:cs typeface="Noto Sans SC"/>
              </a:defRPr>
            </a:pPr>
            <a:r>
              <a:rPr sz="1350" b="0">
                <a:solidFill>
                  <a:srgbClr val="32668E"/>
                </a:solidFill>
                <a:latin typeface="Noto Sans SC"/>
                <a:ea typeface="Noto Sans SC"/>
                <a:cs typeface="Noto Sans SC"/>
              </a:rPr>
              <a:t>否</a:t>
            </a:r>
          </a:p>
        </p:txBody>
      </p:sp>
      <p:sp>
        <p:nvSpPr>
          <p:cNvPr id="45" name="o44">
            <a:extLst xmlns:a="http://schemas.openxmlformats.org/drawingml/2006/main">
              <a:ext uri="{FF2B5EF4-FFF2-40B4-BE49-F238E27FC236}">
                <a16:creationId xmlns:a16="http://schemas.microsoft.com/office/drawing/2014/main" id="{CD0B3430-3A11-4310-AF05-D06A9546A79B}"/>
              </a:ext>
            </a:extLst>
          </p:cNvPr>
          <p:cNvSpPr>
            <a:spLocks xmlns:a="http://schemas.openxmlformats.org/drawingml/2006/main" noGrp="1"/>
          </p:cNvSpPr>
          <p:nvPr/>
        </p:nvSpPr>
        <p:spPr>
          <a:xfrm xmlns:a="http://schemas.openxmlformats.org/drawingml/2006/main">
            <a:off x="609600" y="4724400"/>
            <a:ext cx="6381750" cy="1066800"/>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46" name="line-18">
            <a:extLst xmlns:a="http://schemas.openxmlformats.org/drawingml/2006/main">
              <a:ext uri="{FF2B5EF4-FFF2-40B4-BE49-F238E27FC236}">
                <a16:creationId xmlns:a16="http://schemas.microsoft.com/office/drawing/2014/main" id="{D24DA22C-7F7E-41D9-BC0B-379EAE8C401B}"/>
              </a:ext>
            </a:extLst>
          </p:cNvPr>
          <p:cNvSpPr>
            <a:spLocks xmlns:a="http://schemas.openxmlformats.org/drawingml/2006/main" noGrp="1"/>
          </p:cNvSpPr>
          <p:nvPr/>
        </p:nvSpPr>
        <p:spPr>
          <a:xfrm xmlns:a="http://schemas.openxmlformats.org/drawingml/2006/main" flipV="0">
            <a:off x="609600" y="4724400"/>
            <a:ext cx="6381750" cy="953"/>
          </a:xfrm>
          <a:prstGeom xmlns:a="http://schemas.openxmlformats.org/drawingml/2006/main" prst="line">
            <a:avLst/>
          </a:prstGeom>
          <a:noFill xmlns:a="http://schemas.openxmlformats.org/drawingml/2006/main"/>
          <a:ln xmlns:a="http://schemas.openxmlformats.org/drawingml/2006/main" w="28575">
            <a:solidFill>
              <a:srgbClr val="0F6E73"/>
            </a:solidFill>
            <a:prstDash val="solid"/>
          </a:ln>
        </p:spPr>
      </p:sp>
      <p:sp>
        <p:nvSpPr>
          <p:cNvPr id="47" name="o46">
            <a:extLst xmlns:a="http://schemas.openxmlformats.org/drawingml/2006/main">
              <a:ext uri="{FF2B5EF4-FFF2-40B4-BE49-F238E27FC236}">
                <a16:creationId xmlns:a16="http://schemas.microsoft.com/office/drawing/2014/main" id="{C1B3B830-B04E-4914-9D62-1BF41554D34A}"/>
              </a:ext>
            </a:extLst>
          </p:cNvPr>
          <p:cNvSpPr>
            <a:spLocks xmlns:a="http://schemas.openxmlformats.org/drawingml/2006/main" noGrp="1"/>
          </p:cNvSpPr>
          <p:nvPr/>
        </p:nvSpPr>
        <p:spPr>
          <a:xfrm xmlns:a="http://schemas.openxmlformats.org/drawingml/2006/main">
            <a:off x="762000" y="4819650"/>
            <a:ext cx="6076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0F6E73"/>
                </a:solidFill>
                <a:latin typeface="Noto Sans SC"/>
                <a:ea typeface="Noto Sans SC"/>
                <a:cs typeface="Noto Sans SC"/>
              </a:defRPr>
            </a:defPPr>
            <a:lvl1pPr algn="l">
              <a:defRPr sz="1650" b="1">
                <a:solidFill>
                  <a:srgbClr val="0F6E73"/>
                </a:solidFill>
                <a:latin typeface="Noto Sans SC"/>
                <a:ea typeface="Noto Sans SC"/>
                <a:cs typeface="Noto Sans SC"/>
              </a:defRPr>
            </a:lvl1pPr>
            <a:lvl2pPr algn="l">
              <a:defRPr sz="1650" b="1">
                <a:solidFill>
                  <a:srgbClr val="0F6E73"/>
                </a:solidFill>
                <a:latin typeface="Noto Sans SC"/>
                <a:ea typeface="Noto Sans SC"/>
                <a:cs typeface="Noto Sans SC"/>
              </a:defRPr>
            </a:lvl2pPr>
            <a:lvl3pPr algn="l">
              <a:defRPr sz="1650" b="1">
                <a:solidFill>
                  <a:srgbClr val="0F6E73"/>
                </a:solidFill>
                <a:latin typeface="Noto Sans SC"/>
                <a:ea typeface="Noto Sans SC"/>
                <a:cs typeface="Noto Sans SC"/>
              </a:defRPr>
            </a:lvl3pPr>
            <a:lvl4pPr algn="l">
              <a:defRPr sz="1650" b="1">
                <a:solidFill>
                  <a:srgbClr val="0F6E73"/>
                </a:solidFill>
                <a:latin typeface="Noto Sans SC"/>
                <a:ea typeface="Noto Sans SC"/>
                <a:cs typeface="Noto Sans SC"/>
              </a:defRPr>
            </a:lvl4pPr>
            <a:lvl5pPr algn="l">
              <a:defRPr sz="1650" b="1">
                <a:solidFill>
                  <a:srgbClr val="0F6E73"/>
                </a:solidFill>
                <a:latin typeface="Noto Sans SC"/>
                <a:ea typeface="Noto Sans SC"/>
                <a:cs typeface="Noto Sans SC"/>
              </a:defRPr>
            </a:lvl5pPr>
            <a:lvl6pPr algn="l">
              <a:defRPr sz="1650" b="1">
                <a:solidFill>
                  <a:srgbClr val="0F6E73"/>
                </a:solidFill>
                <a:latin typeface="Noto Sans SC"/>
                <a:ea typeface="Noto Sans SC"/>
                <a:cs typeface="Noto Sans SC"/>
              </a:defRPr>
            </a:lvl6pPr>
            <a:lvl7pPr algn="l">
              <a:defRPr sz="1650" b="1">
                <a:solidFill>
                  <a:srgbClr val="0F6E73"/>
                </a:solidFill>
                <a:latin typeface="Noto Sans SC"/>
                <a:ea typeface="Noto Sans SC"/>
                <a:cs typeface="Noto Sans SC"/>
              </a:defRPr>
            </a:lvl7pPr>
            <a:lvl8pPr algn="l">
              <a:defRPr sz="1650" b="1">
                <a:solidFill>
                  <a:srgbClr val="0F6E73"/>
                </a:solidFill>
                <a:latin typeface="Noto Sans SC"/>
                <a:ea typeface="Noto Sans SC"/>
                <a:cs typeface="Noto Sans SC"/>
              </a:defRPr>
            </a:lvl8pPr>
            <a:lvl9pPr algn="l">
              <a:defRPr sz="1650" b="1">
                <a:solidFill>
                  <a:srgbClr val="0F6E73"/>
                </a:solidFill>
                <a:latin typeface="Noto Sans SC"/>
                <a:ea typeface="Noto Sans SC"/>
                <a:cs typeface="Noto Sans SC"/>
              </a:defRPr>
            </a:lvl9pPr>
          </a:lstStyle>
          <a:p xmlns:a="http://schemas.openxmlformats.org/drawingml/2006/main">
            <a:pPr algn="l">
              <a:defRPr sz="1650" b="1">
                <a:solidFill>
                  <a:srgbClr val="0F6E73"/>
                </a:solidFill>
                <a:latin typeface="Noto Sans SC"/>
                <a:ea typeface="Noto Sans SC"/>
                <a:cs typeface="Noto Sans SC"/>
              </a:defRPr>
            </a:pPr>
            <a:r>
              <a:rPr sz="1650" b="1">
                <a:solidFill>
                  <a:srgbClr val="0F6E73"/>
                </a:solidFill>
                <a:latin typeface="Noto Sans SC"/>
                <a:ea typeface="Noto Sans SC"/>
                <a:cs typeface="Noto Sans SC"/>
              </a:rPr>
              <a:t>计划条件</a:t>
            </a:r>
          </a:p>
        </p:txBody>
      </p:sp>
      <p:sp>
        <p:nvSpPr>
          <p:cNvPr id="48" name="o47">
            <a:extLst xmlns:a="http://schemas.openxmlformats.org/drawingml/2006/main">
              <a:ext uri="{FF2B5EF4-FFF2-40B4-BE49-F238E27FC236}">
                <a16:creationId xmlns:a16="http://schemas.microsoft.com/office/drawing/2014/main" id="{1BB635DC-7B0C-445F-849A-1ED04292A740}"/>
              </a:ext>
            </a:extLst>
          </p:cNvPr>
          <p:cNvSpPr>
            <a:spLocks xmlns:a="http://schemas.openxmlformats.org/drawingml/2006/main" noGrp="1"/>
          </p:cNvSpPr>
          <p:nvPr/>
        </p:nvSpPr>
        <p:spPr>
          <a:xfrm xmlns:a="http://schemas.openxmlformats.org/drawingml/2006/main">
            <a:off x="762000" y="5172075"/>
            <a:ext cx="60769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36A"/>
                </a:solidFill>
                <a:latin typeface="Noto Sans SC"/>
                <a:ea typeface="Noto Sans SC"/>
                <a:cs typeface="Noto Sans SC"/>
              </a:defRPr>
            </a:defPPr>
            <a:lvl1pPr algn="l">
              <a:defRPr sz="1425" b="0">
                <a:solidFill>
                  <a:srgbClr val="46536A"/>
                </a:solidFill>
                <a:latin typeface="Noto Sans SC"/>
                <a:ea typeface="Noto Sans SC"/>
                <a:cs typeface="Noto Sans SC"/>
              </a:defRPr>
            </a:lvl1pPr>
            <a:lvl2pPr algn="l">
              <a:defRPr sz="1425" b="0">
                <a:solidFill>
                  <a:srgbClr val="46536A"/>
                </a:solidFill>
                <a:latin typeface="Noto Sans SC"/>
                <a:ea typeface="Noto Sans SC"/>
                <a:cs typeface="Noto Sans SC"/>
              </a:defRPr>
            </a:lvl2pPr>
            <a:lvl3pPr algn="l">
              <a:defRPr sz="1425" b="0">
                <a:solidFill>
                  <a:srgbClr val="46536A"/>
                </a:solidFill>
                <a:latin typeface="Noto Sans SC"/>
                <a:ea typeface="Noto Sans SC"/>
                <a:cs typeface="Noto Sans SC"/>
              </a:defRPr>
            </a:lvl3pPr>
            <a:lvl4pPr algn="l">
              <a:defRPr sz="1425" b="0">
                <a:solidFill>
                  <a:srgbClr val="46536A"/>
                </a:solidFill>
                <a:latin typeface="Noto Sans SC"/>
                <a:ea typeface="Noto Sans SC"/>
                <a:cs typeface="Noto Sans SC"/>
              </a:defRPr>
            </a:lvl4pPr>
            <a:lvl5pPr algn="l">
              <a:defRPr sz="1425" b="0">
                <a:solidFill>
                  <a:srgbClr val="46536A"/>
                </a:solidFill>
                <a:latin typeface="Noto Sans SC"/>
                <a:ea typeface="Noto Sans SC"/>
                <a:cs typeface="Noto Sans SC"/>
              </a:defRPr>
            </a:lvl5pPr>
            <a:lvl6pPr algn="l">
              <a:defRPr sz="1425" b="0">
                <a:solidFill>
                  <a:srgbClr val="46536A"/>
                </a:solidFill>
                <a:latin typeface="Noto Sans SC"/>
                <a:ea typeface="Noto Sans SC"/>
                <a:cs typeface="Noto Sans SC"/>
              </a:defRPr>
            </a:lvl6pPr>
            <a:lvl7pPr algn="l">
              <a:defRPr sz="1425" b="0">
                <a:solidFill>
                  <a:srgbClr val="46536A"/>
                </a:solidFill>
                <a:latin typeface="Noto Sans SC"/>
                <a:ea typeface="Noto Sans SC"/>
                <a:cs typeface="Noto Sans SC"/>
              </a:defRPr>
            </a:lvl7pPr>
            <a:lvl8pPr algn="l">
              <a:defRPr sz="1425" b="0">
                <a:solidFill>
                  <a:srgbClr val="46536A"/>
                </a:solidFill>
                <a:latin typeface="Noto Sans SC"/>
                <a:ea typeface="Noto Sans SC"/>
                <a:cs typeface="Noto Sans SC"/>
              </a:defRPr>
            </a:lvl8pPr>
            <a:lvl9pPr algn="l">
              <a:defRPr sz="1425" b="0">
                <a:solidFill>
                  <a:srgbClr val="46536A"/>
                </a:solidFill>
                <a:latin typeface="Noto Sans SC"/>
                <a:ea typeface="Noto Sans SC"/>
                <a:cs typeface="Noto Sans SC"/>
              </a:defRPr>
            </a:lvl9pPr>
          </a:lstStyle>
          <a:p xmlns:a="http://schemas.openxmlformats.org/drawingml/2006/main">
            <a:pPr algn="l">
              <a:defRPr sz="1425" b="0">
                <a:solidFill>
                  <a:srgbClr val="46536A"/>
                </a:solidFill>
                <a:latin typeface="Noto Sans SC"/>
                <a:ea typeface="Noto Sans SC"/>
                <a:cs typeface="Noto Sans SC"/>
              </a:defRPr>
            </a:pPr>
            <a:r>
              <a:rPr sz="1425" b="0">
                <a:solidFill>
                  <a:srgbClr val="46536A"/>
                </a:solidFill>
                <a:latin typeface="Noto Sans SC"/>
                <a:ea typeface="Noto Sans SC"/>
                <a:cs typeface="Noto Sans SC"/>
              </a:rPr>
              <a:t>当前位置航线容差与可比较高度共同门控</a:t>
            </a:r>
          </a:p>
          <a:p xmlns:a="http://schemas.openxmlformats.org/drawingml/2006/main">
            <a:pPr algn="l">
              <a:defRPr sz="1425" b="0">
                <a:solidFill>
                  <a:srgbClr val="46536A"/>
                </a:solidFill>
                <a:latin typeface="Noto Sans SC"/>
                <a:ea typeface="Noto Sans SC"/>
                <a:cs typeface="Noto Sans SC"/>
              </a:defRPr>
            </a:pPr>
            <a:r>
              <a:rPr sz="1425" b="0">
                <a:solidFill>
                  <a:srgbClr val="46536A"/>
                </a:solidFill>
                <a:latin typeface="Noto Sans SC"/>
                <a:ea typeface="Noto Sans SC"/>
                <a:cs typeface="Noto Sans SC"/>
              </a:rPr>
              <a:t>长窗匹配比例用于解释，不替代当前点条件</a:t>
            </a:r>
          </a:p>
        </p:txBody>
      </p:sp>
      <p:sp>
        <p:nvSpPr>
          <p:cNvPr id="49" name="o48">
            <a:extLst xmlns:a="http://schemas.openxmlformats.org/drawingml/2006/main">
              <a:ext uri="{FF2B5EF4-FFF2-40B4-BE49-F238E27FC236}">
                <a16:creationId xmlns:a16="http://schemas.microsoft.com/office/drawing/2014/main" id="{6315B19E-4374-4C74-8BAC-1D1EBB0A1295}"/>
              </a:ext>
            </a:extLst>
          </p:cNvPr>
          <p:cNvSpPr>
            <a:spLocks xmlns:a="http://schemas.openxmlformats.org/drawingml/2006/main" noGrp="1"/>
          </p:cNvSpPr>
          <p:nvPr/>
        </p:nvSpPr>
        <p:spPr>
          <a:xfrm xmlns:a="http://schemas.openxmlformats.org/drawingml/2006/main">
            <a:off x="7353300" y="4724400"/>
            <a:ext cx="4229100" cy="1066800"/>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50" name="line-21">
            <a:extLst xmlns:a="http://schemas.openxmlformats.org/drawingml/2006/main">
              <a:ext uri="{FF2B5EF4-FFF2-40B4-BE49-F238E27FC236}">
                <a16:creationId xmlns:a16="http://schemas.microsoft.com/office/drawing/2014/main" id="{47DD7D66-C663-4EC7-B9BA-BD7A3D106395}"/>
              </a:ext>
            </a:extLst>
          </p:cNvPr>
          <p:cNvSpPr>
            <a:spLocks xmlns:a="http://schemas.openxmlformats.org/drawingml/2006/main" noGrp="1"/>
          </p:cNvSpPr>
          <p:nvPr/>
        </p:nvSpPr>
        <p:spPr>
          <a:xfrm xmlns:a="http://schemas.openxmlformats.org/drawingml/2006/main" flipV="0">
            <a:off x="7353300" y="4724400"/>
            <a:ext cx="4229100" cy="953"/>
          </a:xfrm>
          <a:prstGeom xmlns:a="http://schemas.openxmlformats.org/drawingml/2006/main" prst="line">
            <a:avLst/>
          </a:prstGeom>
          <a:noFill xmlns:a="http://schemas.openxmlformats.org/drawingml/2006/main"/>
          <a:ln xmlns:a="http://schemas.openxmlformats.org/drawingml/2006/main" w="28575">
            <a:solidFill>
              <a:srgbClr val="32668E"/>
            </a:solidFill>
            <a:prstDash val="solid"/>
          </a:ln>
        </p:spPr>
      </p:sp>
      <p:sp>
        <p:nvSpPr>
          <p:cNvPr id="51" name="o50">
            <a:extLst xmlns:a="http://schemas.openxmlformats.org/drawingml/2006/main">
              <a:ext uri="{FF2B5EF4-FFF2-40B4-BE49-F238E27FC236}">
                <a16:creationId xmlns:a16="http://schemas.microsoft.com/office/drawing/2014/main" id="{F7808E25-E8A3-460B-A897-597D5C6642DD}"/>
              </a:ext>
            </a:extLst>
          </p:cNvPr>
          <p:cNvSpPr>
            <a:spLocks xmlns:a="http://schemas.openxmlformats.org/drawingml/2006/main" noGrp="1"/>
          </p:cNvSpPr>
          <p:nvPr/>
        </p:nvSpPr>
        <p:spPr>
          <a:xfrm xmlns:a="http://schemas.openxmlformats.org/drawingml/2006/main">
            <a:off x="7505700" y="4819650"/>
            <a:ext cx="3924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32668E"/>
                </a:solidFill>
                <a:latin typeface="Noto Sans SC"/>
                <a:ea typeface="Noto Sans SC"/>
                <a:cs typeface="Noto Sans SC"/>
              </a:defRPr>
            </a:defPPr>
            <a:lvl1pPr algn="l">
              <a:defRPr sz="1650" b="1">
                <a:solidFill>
                  <a:srgbClr val="32668E"/>
                </a:solidFill>
                <a:latin typeface="Noto Sans SC"/>
                <a:ea typeface="Noto Sans SC"/>
                <a:cs typeface="Noto Sans SC"/>
              </a:defRPr>
            </a:lvl1pPr>
            <a:lvl2pPr algn="l">
              <a:defRPr sz="1650" b="1">
                <a:solidFill>
                  <a:srgbClr val="32668E"/>
                </a:solidFill>
                <a:latin typeface="Noto Sans SC"/>
                <a:ea typeface="Noto Sans SC"/>
                <a:cs typeface="Noto Sans SC"/>
              </a:defRPr>
            </a:lvl2pPr>
            <a:lvl3pPr algn="l">
              <a:defRPr sz="1650" b="1">
                <a:solidFill>
                  <a:srgbClr val="32668E"/>
                </a:solidFill>
                <a:latin typeface="Noto Sans SC"/>
                <a:ea typeface="Noto Sans SC"/>
                <a:cs typeface="Noto Sans SC"/>
              </a:defRPr>
            </a:lvl3pPr>
            <a:lvl4pPr algn="l">
              <a:defRPr sz="1650" b="1">
                <a:solidFill>
                  <a:srgbClr val="32668E"/>
                </a:solidFill>
                <a:latin typeface="Noto Sans SC"/>
                <a:ea typeface="Noto Sans SC"/>
                <a:cs typeface="Noto Sans SC"/>
              </a:defRPr>
            </a:lvl4pPr>
            <a:lvl5pPr algn="l">
              <a:defRPr sz="1650" b="1">
                <a:solidFill>
                  <a:srgbClr val="32668E"/>
                </a:solidFill>
                <a:latin typeface="Noto Sans SC"/>
                <a:ea typeface="Noto Sans SC"/>
                <a:cs typeface="Noto Sans SC"/>
              </a:defRPr>
            </a:lvl5pPr>
            <a:lvl6pPr algn="l">
              <a:defRPr sz="1650" b="1">
                <a:solidFill>
                  <a:srgbClr val="32668E"/>
                </a:solidFill>
                <a:latin typeface="Noto Sans SC"/>
                <a:ea typeface="Noto Sans SC"/>
                <a:cs typeface="Noto Sans SC"/>
              </a:defRPr>
            </a:lvl6pPr>
            <a:lvl7pPr algn="l">
              <a:defRPr sz="1650" b="1">
                <a:solidFill>
                  <a:srgbClr val="32668E"/>
                </a:solidFill>
                <a:latin typeface="Noto Sans SC"/>
                <a:ea typeface="Noto Sans SC"/>
                <a:cs typeface="Noto Sans SC"/>
              </a:defRPr>
            </a:lvl7pPr>
            <a:lvl8pPr algn="l">
              <a:defRPr sz="1650" b="1">
                <a:solidFill>
                  <a:srgbClr val="32668E"/>
                </a:solidFill>
                <a:latin typeface="Noto Sans SC"/>
                <a:ea typeface="Noto Sans SC"/>
                <a:cs typeface="Noto Sans SC"/>
              </a:defRPr>
            </a:lvl8pPr>
            <a:lvl9pPr algn="l">
              <a:defRPr sz="1650" b="1">
                <a:solidFill>
                  <a:srgbClr val="32668E"/>
                </a:solidFill>
                <a:latin typeface="Noto Sans SC"/>
                <a:ea typeface="Noto Sans SC"/>
                <a:cs typeface="Noto Sans SC"/>
              </a:defRPr>
            </a:lvl9pPr>
          </a:lstStyle>
          <a:p xmlns:a="http://schemas.openxmlformats.org/drawingml/2006/main">
            <a:pPr algn="l">
              <a:defRPr sz="1650" b="1">
                <a:solidFill>
                  <a:srgbClr val="32668E"/>
                </a:solidFill>
                <a:latin typeface="Noto Sans SC"/>
                <a:ea typeface="Noto Sans SC"/>
                <a:cs typeface="Noto Sans SC"/>
              </a:defRPr>
            </a:pPr>
            <a:r>
              <a:rPr sz="1650" b="1">
                <a:solidFill>
                  <a:srgbClr val="32668E"/>
                </a:solidFill>
                <a:latin typeface="Noto Sans SC"/>
                <a:ea typeface="Noto Sans SC"/>
                <a:cs typeface="Noto Sans SC"/>
              </a:rPr>
              <a:t>已有夹具的实际分流</a:t>
            </a:r>
          </a:p>
        </p:txBody>
      </p:sp>
      <p:sp>
        <p:nvSpPr>
          <p:cNvPr id="52" name="o51">
            <a:extLst xmlns:a="http://schemas.openxmlformats.org/drawingml/2006/main">
              <a:ext uri="{FF2B5EF4-FFF2-40B4-BE49-F238E27FC236}">
                <a16:creationId xmlns:a16="http://schemas.microsoft.com/office/drawing/2014/main" id="{E35E782E-EB57-443A-999E-ACDD72A3A9E6}"/>
              </a:ext>
            </a:extLst>
          </p:cNvPr>
          <p:cNvSpPr>
            <a:spLocks xmlns:a="http://schemas.openxmlformats.org/drawingml/2006/main" noGrp="1"/>
          </p:cNvSpPr>
          <p:nvPr/>
        </p:nvSpPr>
        <p:spPr>
          <a:xfrm xmlns:a="http://schemas.openxmlformats.org/drawingml/2006/main">
            <a:off x="7505700" y="5172075"/>
            <a:ext cx="3924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36A"/>
                </a:solidFill>
                <a:latin typeface="Noto Sans SC"/>
                <a:ea typeface="Noto Sans SC"/>
                <a:cs typeface="Noto Sans SC"/>
              </a:defRPr>
            </a:defPPr>
            <a:lvl1pPr algn="l">
              <a:defRPr sz="1425" b="0">
                <a:solidFill>
                  <a:srgbClr val="46536A"/>
                </a:solidFill>
                <a:latin typeface="Noto Sans SC"/>
                <a:ea typeface="Noto Sans SC"/>
                <a:cs typeface="Noto Sans SC"/>
              </a:defRPr>
            </a:lvl1pPr>
            <a:lvl2pPr algn="l">
              <a:defRPr sz="1425" b="0">
                <a:solidFill>
                  <a:srgbClr val="46536A"/>
                </a:solidFill>
                <a:latin typeface="Noto Sans SC"/>
                <a:ea typeface="Noto Sans SC"/>
                <a:cs typeface="Noto Sans SC"/>
              </a:defRPr>
            </a:lvl2pPr>
            <a:lvl3pPr algn="l">
              <a:defRPr sz="1425" b="0">
                <a:solidFill>
                  <a:srgbClr val="46536A"/>
                </a:solidFill>
                <a:latin typeface="Noto Sans SC"/>
                <a:ea typeface="Noto Sans SC"/>
                <a:cs typeface="Noto Sans SC"/>
              </a:defRPr>
            </a:lvl3pPr>
            <a:lvl4pPr algn="l">
              <a:defRPr sz="1425" b="0">
                <a:solidFill>
                  <a:srgbClr val="46536A"/>
                </a:solidFill>
                <a:latin typeface="Noto Sans SC"/>
                <a:ea typeface="Noto Sans SC"/>
                <a:cs typeface="Noto Sans SC"/>
              </a:defRPr>
            </a:lvl4pPr>
            <a:lvl5pPr algn="l">
              <a:defRPr sz="1425" b="0">
                <a:solidFill>
                  <a:srgbClr val="46536A"/>
                </a:solidFill>
                <a:latin typeface="Noto Sans SC"/>
                <a:ea typeface="Noto Sans SC"/>
                <a:cs typeface="Noto Sans SC"/>
              </a:defRPr>
            </a:lvl5pPr>
            <a:lvl6pPr algn="l">
              <a:defRPr sz="1425" b="0">
                <a:solidFill>
                  <a:srgbClr val="46536A"/>
                </a:solidFill>
                <a:latin typeface="Noto Sans SC"/>
                <a:ea typeface="Noto Sans SC"/>
                <a:cs typeface="Noto Sans SC"/>
              </a:defRPr>
            </a:lvl6pPr>
            <a:lvl7pPr algn="l">
              <a:defRPr sz="1425" b="0">
                <a:solidFill>
                  <a:srgbClr val="46536A"/>
                </a:solidFill>
                <a:latin typeface="Noto Sans SC"/>
                <a:ea typeface="Noto Sans SC"/>
                <a:cs typeface="Noto Sans SC"/>
              </a:defRPr>
            </a:lvl7pPr>
            <a:lvl8pPr algn="l">
              <a:defRPr sz="1425" b="0">
                <a:solidFill>
                  <a:srgbClr val="46536A"/>
                </a:solidFill>
                <a:latin typeface="Noto Sans SC"/>
                <a:ea typeface="Noto Sans SC"/>
                <a:cs typeface="Noto Sans SC"/>
              </a:defRPr>
            </a:lvl8pPr>
            <a:lvl9pPr algn="l">
              <a:defRPr sz="1425" b="0">
                <a:solidFill>
                  <a:srgbClr val="46536A"/>
                </a:solidFill>
                <a:latin typeface="Noto Sans SC"/>
                <a:ea typeface="Noto Sans SC"/>
                <a:cs typeface="Noto Sans SC"/>
              </a:defRPr>
            </a:lvl9pPr>
          </a:lstStyle>
          <a:p xmlns:a="http://schemas.openxmlformats.org/drawingml/2006/main">
            <a:pPr algn="l">
              <a:defRPr sz="1425" b="0">
                <a:solidFill>
                  <a:srgbClr val="46536A"/>
                </a:solidFill>
                <a:latin typeface="Noto Sans SC"/>
                <a:ea typeface="Noto Sans SC"/>
                <a:cs typeface="Noto Sans SC"/>
              </a:defRPr>
            </a:pPr>
            <a:r>
              <a:rPr sz="1425" b="0">
                <a:solidFill>
                  <a:srgbClr val="46536A"/>
                </a:solidFill>
                <a:latin typeface="Noto Sans SC"/>
                <a:ea typeface="Noto Sans SC"/>
                <a:cs typeface="Noto Sans SC"/>
              </a:rPr>
              <a:t>合法成员豁免，邻近未授权成员仍判读</a:t>
            </a:r>
          </a:p>
          <a:p xmlns:a="http://schemas.openxmlformats.org/drawingml/2006/main">
            <a:pPr algn="l">
              <a:defRPr sz="1425" b="0">
                <a:solidFill>
                  <a:srgbClr val="46536A"/>
                </a:solidFill>
                <a:latin typeface="Noto Sans SC"/>
                <a:ea typeface="Noto Sans SC"/>
                <a:cs typeface="Noto Sans SC"/>
              </a:defRPr>
            </a:pPr>
            <a:r>
              <a:rPr sz="1425" b="0">
                <a:solidFill>
                  <a:srgbClr val="46536A"/>
                </a:solidFill>
                <a:latin typeface="Noto Sans SC"/>
                <a:ea typeface="Noto Sans SC"/>
                <a:cs typeface="Noto Sans SC"/>
              </a:rPr>
              <a:t>航线外轨迹不因存在计划而自动豁免</a:t>
            </a:r>
          </a:p>
        </p:txBody>
      </p:sp>
      <p:sp xmlns:a="http://schemas.openxmlformats.org/drawingml/2006/main" xmlns:m="http://schemas.openxmlformats.org/officeDocument/2006/math" xmlns:w="http://schemas.openxmlformats.org/wordprocessingml/2006/main" xmlns:a14="http://schemas.microsoft.com/office/drawing/2010/main" xmlns:r="http://schemas.openxmlformats.org/officeDocument/2006/relationships" xmlns:rel="http://schemas.openxmlformats.org/package/2006/relationships" xmlns:ct="http://schemas.openxmlformats.org/package/2006/content-types">
        <p:nvSpPr>
          <p:cNvPr id="7001" name="latex-equation-7001"/>
          <p:cNvSpPr txBox="1">
            <a:spLocks noGrp="1"/>
          </p:cNvSpPr>
          <p:nvPr/>
        </p:nvSpPr>
        <p:spPr>
          <a:xfrm>
            <a:off x="609600" y="1409700"/>
            <a:ext cx="10972800" cy="619125"/>
          </a:xfrm>
          <a:prstGeom prst="rect">
            <a:avLst/>
          </a:prstGeom>
          <a:noFill/>
          <a:ln>
            <a:noFill/>
          </a:ln>
        </p:spPr>
        <p:txBody>
          <a:bodyPr wrap="none" lIns="0" tIns="0" rIns="0" bIns="0" anchor="ctr">
            <a:noAutofit/>
          </a:bodyPr>
          <a:lstStyle/>
          <a:p>
            <a:pPr algn="ctr"/>
            <a14:m>
              <m:oMathPara>
                <m:oMath>
                  <m:r>
                    <w:rPr>
                      <w:sz w:val="42"/>
                      <w:rFonts w:ascii="Cambria Math" w:hAnsi="Cambria Math" w:eastAsia="Cambria Math"/>
                    </w:rPr>
                    <m:t>Eligible(r,i)=Active(r,t)∧Match(r,i)</m:t>
                  </m:r>
                </m:oMath>
              </m:oMathPara>
            </a14:m>
            <a:endParaRPr sz="2100"/>
          </a:p>
        </p:txBody>
      </p:sp>
    </p:spTree>
    <p:extLst>
      <p:ext uri="{BB962C8B-B14F-4D97-AF65-F5344CB8AC3E}">
        <p14:creationId xmlns:p14="http://schemas.microsoft.com/office/powerpoint/2010/main" val="735213527"/>
      </p:ext>
    </p:extLst>
  </p:cSld>
</p:sld>
</file>

<file path=ppt/slides/slide11.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29" name="o0">
            <a:extLst xmlns:a="http://schemas.openxmlformats.org/drawingml/2006/main">
              <a:ext uri="{FF2B5EF4-FFF2-40B4-BE49-F238E27FC236}">
                <a16:creationId xmlns:a16="http://schemas.microsoft.com/office/drawing/2014/main" id="{8A6CE6E1-9741-4021-95F2-5D53540341CD}"/>
              </a:ext>
            </a:extLst>
          </p:cNvPr>
          <p:cNvSpPr>
            <a:spLocks xmlns:a="http://schemas.openxmlformats.org/drawingml/2006/main" noGrp="1"/>
          </p:cNvSpPr>
          <p:nvPr/>
        </p:nvSpPr>
        <p:spPr>
          <a:xfrm xmlns:a="http://schemas.openxmlformats.org/drawingml/2006/main">
            <a:off x="609600" y="219075"/>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B85A1E"/>
                </a:solidFill>
                <a:latin typeface="Noto Sans SC"/>
                <a:ea typeface="Noto Sans SC"/>
                <a:cs typeface="Noto Sans SC"/>
              </a:defRPr>
            </a:defPPr>
            <a:lvl1pPr algn="l">
              <a:defRPr sz="1275" b="1">
                <a:solidFill>
                  <a:srgbClr val="B85A1E"/>
                </a:solidFill>
                <a:latin typeface="Noto Sans SC"/>
                <a:ea typeface="Noto Sans SC"/>
                <a:cs typeface="Noto Sans SC"/>
              </a:defRPr>
            </a:lvl1pPr>
            <a:lvl2pPr algn="l">
              <a:defRPr sz="1275" b="1">
                <a:solidFill>
                  <a:srgbClr val="B85A1E"/>
                </a:solidFill>
                <a:latin typeface="Noto Sans SC"/>
                <a:ea typeface="Noto Sans SC"/>
                <a:cs typeface="Noto Sans SC"/>
              </a:defRPr>
            </a:lvl2pPr>
            <a:lvl3pPr algn="l">
              <a:defRPr sz="1275" b="1">
                <a:solidFill>
                  <a:srgbClr val="B85A1E"/>
                </a:solidFill>
                <a:latin typeface="Noto Sans SC"/>
                <a:ea typeface="Noto Sans SC"/>
                <a:cs typeface="Noto Sans SC"/>
              </a:defRPr>
            </a:lvl3pPr>
            <a:lvl4pPr algn="l">
              <a:defRPr sz="1275" b="1">
                <a:solidFill>
                  <a:srgbClr val="B85A1E"/>
                </a:solidFill>
                <a:latin typeface="Noto Sans SC"/>
                <a:ea typeface="Noto Sans SC"/>
                <a:cs typeface="Noto Sans SC"/>
              </a:defRPr>
            </a:lvl4pPr>
            <a:lvl5pPr algn="l">
              <a:defRPr sz="1275" b="1">
                <a:solidFill>
                  <a:srgbClr val="B85A1E"/>
                </a:solidFill>
                <a:latin typeface="Noto Sans SC"/>
                <a:ea typeface="Noto Sans SC"/>
                <a:cs typeface="Noto Sans SC"/>
              </a:defRPr>
            </a:lvl5pPr>
            <a:lvl6pPr algn="l">
              <a:defRPr sz="1275" b="1">
                <a:solidFill>
                  <a:srgbClr val="B85A1E"/>
                </a:solidFill>
                <a:latin typeface="Noto Sans SC"/>
                <a:ea typeface="Noto Sans SC"/>
                <a:cs typeface="Noto Sans SC"/>
              </a:defRPr>
            </a:lvl6pPr>
            <a:lvl7pPr algn="l">
              <a:defRPr sz="1275" b="1">
                <a:solidFill>
                  <a:srgbClr val="B85A1E"/>
                </a:solidFill>
                <a:latin typeface="Noto Sans SC"/>
                <a:ea typeface="Noto Sans SC"/>
                <a:cs typeface="Noto Sans SC"/>
              </a:defRPr>
            </a:lvl7pPr>
            <a:lvl8pPr algn="l">
              <a:defRPr sz="1275" b="1">
                <a:solidFill>
                  <a:srgbClr val="B85A1E"/>
                </a:solidFill>
                <a:latin typeface="Noto Sans SC"/>
                <a:ea typeface="Noto Sans SC"/>
                <a:cs typeface="Noto Sans SC"/>
              </a:defRPr>
            </a:lvl8pPr>
            <a:lvl9pPr algn="l">
              <a:defRPr sz="1275" b="1">
                <a:solidFill>
                  <a:srgbClr val="B85A1E"/>
                </a:solidFill>
                <a:latin typeface="Noto Sans SC"/>
                <a:ea typeface="Noto Sans SC"/>
                <a:cs typeface="Noto Sans SC"/>
              </a:defRPr>
            </a:lvl9pPr>
          </a:lstStyle>
          <a:p xmlns:a="http://schemas.openxmlformats.org/drawingml/2006/main">
            <a:pPr algn="l">
              <a:defRPr sz="1275" b="1">
                <a:solidFill>
                  <a:srgbClr val="B85A1E"/>
                </a:solidFill>
                <a:latin typeface="Noto Sans SC"/>
                <a:ea typeface="Noto Sans SC"/>
                <a:cs typeface="Noto Sans SC"/>
              </a:defRPr>
            </a:pPr>
            <a:r>
              <a:rPr sz="1275" b="1">
                <a:solidFill>
                  <a:srgbClr val="B85A1E"/>
                </a:solidFill>
                <a:latin typeface="Noto Sans SC"/>
                <a:ea typeface="Noto Sans SC"/>
                <a:cs typeface="Noto Sans SC"/>
              </a:rPr>
              <a:t>聚类 · 复合距离</a:t>
            </a:r>
          </a:p>
        </p:txBody>
      </p:sp>
      <p:sp>
        <p:nvSpPr>
          <p:cNvPr id="2" name="o1">
            <a:extLst xmlns:a="http://schemas.openxmlformats.org/drawingml/2006/main">
              <a:ext uri="{FF2B5EF4-FFF2-40B4-BE49-F238E27FC236}">
                <a16:creationId xmlns:a16="http://schemas.microsoft.com/office/drawing/2014/main" id="{A5C2DBC9-030D-4A84-9A84-990D38676C3D}"/>
              </a:ext>
            </a:extLst>
          </p:cNvPr>
          <p:cNvSpPr>
            <a:spLocks xmlns:a="http://schemas.openxmlformats.org/drawingml/2006/main" noGrp="1"/>
          </p:cNvSpPr>
          <p:nvPr/>
        </p:nvSpPr>
        <p:spPr>
          <a:xfrm xmlns:a="http://schemas.openxmlformats.org/drawingml/2006/main">
            <a:off x="609600" y="6000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700" b="1">
                <a:solidFill>
                  <a:srgbClr val="16243A"/>
                </a:solidFill>
                <a:latin typeface="Noto Serif SC"/>
                <a:ea typeface="Noto Serif SC"/>
                <a:cs typeface="Noto Serif SC"/>
              </a:defRPr>
            </a:defPPr>
            <a:lvl1pPr algn="l">
              <a:defRPr sz="2700" b="1">
                <a:solidFill>
                  <a:srgbClr val="16243A"/>
                </a:solidFill>
                <a:latin typeface="Noto Serif SC"/>
                <a:ea typeface="Noto Serif SC"/>
                <a:cs typeface="Noto Serif SC"/>
              </a:defRPr>
            </a:lvl1pPr>
            <a:lvl2pPr algn="l">
              <a:defRPr sz="2700" b="1">
                <a:solidFill>
                  <a:srgbClr val="16243A"/>
                </a:solidFill>
                <a:latin typeface="Noto Serif SC"/>
                <a:ea typeface="Noto Serif SC"/>
                <a:cs typeface="Noto Serif SC"/>
              </a:defRPr>
            </a:lvl2pPr>
            <a:lvl3pPr algn="l">
              <a:defRPr sz="2700" b="1">
                <a:solidFill>
                  <a:srgbClr val="16243A"/>
                </a:solidFill>
                <a:latin typeface="Noto Serif SC"/>
                <a:ea typeface="Noto Serif SC"/>
                <a:cs typeface="Noto Serif SC"/>
              </a:defRPr>
            </a:lvl3pPr>
            <a:lvl4pPr algn="l">
              <a:defRPr sz="2700" b="1">
                <a:solidFill>
                  <a:srgbClr val="16243A"/>
                </a:solidFill>
                <a:latin typeface="Noto Serif SC"/>
                <a:ea typeface="Noto Serif SC"/>
                <a:cs typeface="Noto Serif SC"/>
              </a:defRPr>
            </a:lvl4pPr>
            <a:lvl5pPr algn="l">
              <a:defRPr sz="2700" b="1">
                <a:solidFill>
                  <a:srgbClr val="16243A"/>
                </a:solidFill>
                <a:latin typeface="Noto Serif SC"/>
                <a:ea typeface="Noto Serif SC"/>
                <a:cs typeface="Noto Serif SC"/>
              </a:defRPr>
            </a:lvl5pPr>
            <a:lvl6pPr algn="l">
              <a:defRPr sz="2700" b="1">
                <a:solidFill>
                  <a:srgbClr val="16243A"/>
                </a:solidFill>
                <a:latin typeface="Noto Serif SC"/>
                <a:ea typeface="Noto Serif SC"/>
                <a:cs typeface="Noto Serif SC"/>
              </a:defRPr>
            </a:lvl6pPr>
            <a:lvl7pPr algn="l">
              <a:defRPr sz="2700" b="1">
                <a:solidFill>
                  <a:srgbClr val="16243A"/>
                </a:solidFill>
                <a:latin typeface="Noto Serif SC"/>
                <a:ea typeface="Noto Serif SC"/>
                <a:cs typeface="Noto Serif SC"/>
              </a:defRPr>
            </a:lvl7pPr>
            <a:lvl8pPr algn="l">
              <a:defRPr sz="2700" b="1">
                <a:solidFill>
                  <a:srgbClr val="16243A"/>
                </a:solidFill>
                <a:latin typeface="Noto Serif SC"/>
                <a:ea typeface="Noto Serif SC"/>
                <a:cs typeface="Noto Serif SC"/>
              </a:defRPr>
            </a:lvl8pPr>
            <a:lvl9pPr algn="l">
              <a:defRPr sz="2700" b="1">
                <a:solidFill>
                  <a:srgbClr val="16243A"/>
                </a:solidFill>
                <a:latin typeface="Noto Serif SC"/>
                <a:ea typeface="Noto Serif SC"/>
                <a:cs typeface="Noto Serif SC"/>
              </a:defRPr>
            </a:lvl9pPr>
          </a:lstStyle>
          <a:p xmlns:a="http://schemas.openxmlformats.org/drawingml/2006/main">
            <a:pPr algn="l">
              <a:defRPr sz="2700" b="1">
                <a:solidFill>
                  <a:srgbClr val="16243A"/>
                </a:solidFill>
                <a:latin typeface="Noto Serif SC"/>
                <a:ea typeface="Noto Serif SC"/>
                <a:cs typeface="Noto Serif SC"/>
              </a:defRPr>
            </a:pPr>
            <a:r>
              <a:rPr sz="2700" b="1">
                <a:solidFill>
                  <a:srgbClr val="16243A"/>
                </a:solidFill>
                <a:latin typeface="Noto Serif SC"/>
                <a:ea typeface="Noto Serif SC"/>
                <a:cs typeface="Noto Serif SC"/>
              </a:rPr>
              <a:t>稳健运动统计与可靠度共同形成聚类距离</a:t>
            </a:r>
          </a:p>
        </p:txBody>
      </p:sp>
      <p:sp>
        <p:nvSpPr>
          <p:cNvPr id="3" name="line-2">
            <a:extLst xmlns:a="http://schemas.openxmlformats.org/drawingml/2006/main">
              <a:ext uri="{FF2B5EF4-FFF2-40B4-BE49-F238E27FC236}">
                <a16:creationId xmlns:a16="http://schemas.microsoft.com/office/drawing/2014/main" id="{536F3AB5-6F4F-45AB-826D-3A31E8205FF1}"/>
              </a:ext>
            </a:extLst>
          </p:cNvPr>
          <p:cNvSpPr>
            <a:spLocks xmlns:a="http://schemas.openxmlformats.org/drawingml/2006/main" noGrp="1"/>
          </p:cNvSpPr>
          <p:nvPr/>
        </p:nvSpPr>
        <p:spPr>
          <a:xfrm xmlns:a="http://schemas.openxmlformats.org/drawingml/2006/main" flipV="0">
            <a:off x="609600" y="1200150"/>
            <a:ext cx="10972800" cy="953"/>
          </a:xfrm>
          <a:prstGeom xmlns:a="http://schemas.openxmlformats.org/drawingml/2006/main" prst="line">
            <a:avLst/>
          </a:prstGeom>
          <a:noFill xmlns:a="http://schemas.openxmlformats.org/drawingml/2006/main"/>
          <a:ln xmlns:a="http://schemas.openxmlformats.org/drawingml/2006/main" w="14288">
            <a:solidFill>
              <a:srgbClr val="D5DAE0"/>
            </a:solidFill>
            <a:prstDash val="solid"/>
          </a:ln>
        </p:spPr>
      </p:sp>
      <p:sp>
        <p:nvSpPr>
          <p:cNvPr id="4" name="o3">
            <a:extLst xmlns:a="http://schemas.openxmlformats.org/drawingml/2006/main">
              <a:ext uri="{FF2B5EF4-FFF2-40B4-BE49-F238E27FC236}">
                <a16:creationId xmlns:a16="http://schemas.microsoft.com/office/drawing/2014/main" id="{253454A5-AF5C-426C-8A69-D03CA14A8F53}"/>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00" b="0">
                <a:solidFill>
                  <a:srgbClr val="6B7689"/>
                </a:solidFill>
                <a:latin typeface="Noto Sans SC"/>
                <a:ea typeface="Noto Sans SC"/>
                <a:cs typeface="Noto Sans SC"/>
              </a:defRPr>
            </a:defPPr>
            <a:lvl1pPr algn="l">
              <a:defRPr sz="900" b="0">
                <a:solidFill>
                  <a:srgbClr val="6B7689"/>
                </a:solidFill>
                <a:latin typeface="Noto Sans SC"/>
                <a:ea typeface="Noto Sans SC"/>
                <a:cs typeface="Noto Sans SC"/>
              </a:defRPr>
            </a:lvl1pPr>
            <a:lvl2pPr algn="l">
              <a:defRPr sz="900" b="0">
                <a:solidFill>
                  <a:srgbClr val="6B7689"/>
                </a:solidFill>
                <a:latin typeface="Noto Sans SC"/>
                <a:ea typeface="Noto Sans SC"/>
                <a:cs typeface="Noto Sans SC"/>
              </a:defRPr>
            </a:lvl2pPr>
            <a:lvl3pPr algn="l">
              <a:defRPr sz="900" b="0">
                <a:solidFill>
                  <a:srgbClr val="6B7689"/>
                </a:solidFill>
                <a:latin typeface="Noto Sans SC"/>
                <a:ea typeface="Noto Sans SC"/>
                <a:cs typeface="Noto Sans SC"/>
              </a:defRPr>
            </a:lvl3pPr>
            <a:lvl4pPr algn="l">
              <a:defRPr sz="900" b="0">
                <a:solidFill>
                  <a:srgbClr val="6B7689"/>
                </a:solidFill>
                <a:latin typeface="Noto Sans SC"/>
                <a:ea typeface="Noto Sans SC"/>
                <a:cs typeface="Noto Sans SC"/>
              </a:defRPr>
            </a:lvl4pPr>
            <a:lvl5pPr algn="l">
              <a:defRPr sz="900" b="0">
                <a:solidFill>
                  <a:srgbClr val="6B7689"/>
                </a:solidFill>
                <a:latin typeface="Noto Sans SC"/>
                <a:ea typeface="Noto Sans SC"/>
                <a:cs typeface="Noto Sans SC"/>
              </a:defRPr>
            </a:lvl5pPr>
            <a:lvl6pPr algn="l">
              <a:defRPr sz="900" b="0">
                <a:solidFill>
                  <a:srgbClr val="6B7689"/>
                </a:solidFill>
                <a:latin typeface="Noto Sans SC"/>
                <a:ea typeface="Noto Sans SC"/>
                <a:cs typeface="Noto Sans SC"/>
              </a:defRPr>
            </a:lvl6pPr>
            <a:lvl7pPr algn="l">
              <a:defRPr sz="900" b="0">
                <a:solidFill>
                  <a:srgbClr val="6B7689"/>
                </a:solidFill>
                <a:latin typeface="Noto Sans SC"/>
                <a:ea typeface="Noto Sans SC"/>
                <a:cs typeface="Noto Sans SC"/>
              </a:defRPr>
            </a:lvl7pPr>
            <a:lvl8pPr algn="l">
              <a:defRPr sz="900" b="0">
                <a:solidFill>
                  <a:srgbClr val="6B7689"/>
                </a:solidFill>
                <a:latin typeface="Noto Sans SC"/>
                <a:ea typeface="Noto Sans SC"/>
                <a:cs typeface="Noto Sans SC"/>
              </a:defRPr>
            </a:lvl8pPr>
            <a:lvl9pPr algn="l">
              <a:defRPr sz="900" b="0">
                <a:solidFill>
                  <a:srgbClr val="6B7689"/>
                </a:solidFill>
                <a:latin typeface="Noto Sans SC"/>
                <a:ea typeface="Noto Sans SC"/>
                <a:cs typeface="Noto Sans SC"/>
              </a:defRPr>
            </a:lvl9pPr>
          </a:lstStyle>
          <a:p xmlns:a="http://schemas.openxmlformats.org/drawingml/2006/main">
            <a:pPr algn="l">
              <a:defRPr sz="900" b="0">
                <a:solidFill>
                  <a:srgbClr val="6B7689"/>
                </a:solidFill>
                <a:latin typeface="Noto Sans SC"/>
                <a:ea typeface="Noto Sans SC"/>
                <a:cs typeface="Noto Sans SC"/>
              </a:defRPr>
            </a:pPr>
            <a:r>
              <a:rPr sz="900" b="0">
                <a:solidFill>
                  <a:srgbClr val="6B7689"/>
                </a:solidFill>
                <a:latin typeface="Noto Sans SC"/>
                <a:ea typeface="Noto Sans SC"/>
                <a:cs typeface="Noto Sans SC"/>
              </a:rPr>
              <a:t>project_reference §5.1–5.2、§16.4；F03</a:t>
            </a:r>
          </a:p>
        </p:txBody>
      </p:sp>
      <p:sp>
        <p:nvSpPr>
          <p:cNvPr id="5" name="o4">
            <a:extLst xmlns:a="http://schemas.openxmlformats.org/drawingml/2006/main">
              <a:ext uri="{FF2B5EF4-FFF2-40B4-BE49-F238E27FC236}">
                <a16:creationId xmlns:a16="http://schemas.microsoft.com/office/drawing/2014/main" id="{FF00E14A-28BC-4ED6-8EB4-741B50C0B47D}"/>
              </a:ext>
            </a:extLst>
          </p:cNvPr>
          <p:cNvSpPr>
            <a:spLocks xmlns:a="http://schemas.openxmlformats.org/drawingml/2006/main" noGrp="1"/>
          </p:cNvSpPr>
          <p:nvPr/>
        </p:nvSpPr>
        <p:spPr>
          <a:xfrm xmlns:a="http://schemas.openxmlformats.org/drawingml/2006/main">
            <a:off x="10896600" y="6505575"/>
            <a:ext cx="68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6B7689"/>
                </a:solidFill>
                <a:latin typeface="Noto Sans SC"/>
                <a:ea typeface="Noto Sans SC"/>
                <a:cs typeface="Noto Sans SC"/>
              </a:defRPr>
            </a:defPPr>
            <a:lvl1pPr algn="r">
              <a:defRPr sz="1200" b="0">
                <a:solidFill>
                  <a:srgbClr val="6B7689"/>
                </a:solidFill>
                <a:latin typeface="Noto Sans SC"/>
                <a:ea typeface="Noto Sans SC"/>
                <a:cs typeface="Noto Sans SC"/>
              </a:defRPr>
            </a:lvl1pPr>
            <a:lvl2pPr algn="r">
              <a:defRPr sz="1200" b="0">
                <a:solidFill>
                  <a:srgbClr val="6B7689"/>
                </a:solidFill>
                <a:latin typeface="Noto Sans SC"/>
                <a:ea typeface="Noto Sans SC"/>
                <a:cs typeface="Noto Sans SC"/>
              </a:defRPr>
            </a:lvl2pPr>
            <a:lvl3pPr algn="r">
              <a:defRPr sz="1200" b="0">
                <a:solidFill>
                  <a:srgbClr val="6B7689"/>
                </a:solidFill>
                <a:latin typeface="Noto Sans SC"/>
                <a:ea typeface="Noto Sans SC"/>
                <a:cs typeface="Noto Sans SC"/>
              </a:defRPr>
            </a:lvl3pPr>
            <a:lvl4pPr algn="r">
              <a:defRPr sz="1200" b="0">
                <a:solidFill>
                  <a:srgbClr val="6B7689"/>
                </a:solidFill>
                <a:latin typeface="Noto Sans SC"/>
                <a:ea typeface="Noto Sans SC"/>
                <a:cs typeface="Noto Sans SC"/>
              </a:defRPr>
            </a:lvl4pPr>
            <a:lvl5pPr algn="r">
              <a:defRPr sz="1200" b="0">
                <a:solidFill>
                  <a:srgbClr val="6B7689"/>
                </a:solidFill>
                <a:latin typeface="Noto Sans SC"/>
                <a:ea typeface="Noto Sans SC"/>
                <a:cs typeface="Noto Sans SC"/>
              </a:defRPr>
            </a:lvl5pPr>
            <a:lvl6pPr algn="r">
              <a:defRPr sz="1200" b="0">
                <a:solidFill>
                  <a:srgbClr val="6B7689"/>
                </a:solidFill>
                <a:latin typeface="Noto Sans SC"/>
                <a:ea typeface="Noto Sans SC"/>
                <a:cs typeface="Noto Sans SC"/>
              </a:defRPr>
            </a:lvl6pPr>
            <a:lvl7pPr algn="r">
              <a:defRPr sz="1200" b="0">
                <a:solidFill>
                  <a:srgbClr val="6B7689"/>
                </a:solidFill>
                <a:latin typeface="Noto Sans SC"/>
                <a:ea typeface="Noto Sans SC"/>
                <a:cs typeface="Noto Sans SC"/>
              </a:defRPr>
            </a:lvl7pPr>
            <a:lvl8pPr algn="r">
              <a:defRPr sz="1200" b="0">
                <a:solidFill>
                  <a:srgbClr val="6B7689"/>
                </a:solidFill>
                <a:latin typeface="Noto Sans SC"/>
                <a:ea typeface="Noto Sans SC"/>
                <a:cs typeface="Noto Sans SC"/>
              </a:defRPr>
            </a:lvl8pPr>
            <a:lvl9pPr algn="r">
              <a:defRPr sz="1200" b="0">
                <a:solidFill>
                  <a:srgbClr val="6B7689"/>
                </a:solidFill>
                <a:latin typeface="Noto Sans SC"/>
                <a:ea typeface="Noto Sans SC"/>
                <a:cs typeface="Noto Sans SC"/>
              </a:defRPr>
            </a:lvl9pPr>
          </a:lstStyle>
          <a:p xmlns:a="http://schemas.openxmlformats.org/drawingml/2006/main">
            <a:pPr algn="r">
              <a:defRPr sz="1200" b="0">
                <a:solidFill>
                  <a:srgbClr val="6B7689"/>
                </a:solidFill>
                <a:latin typeface="Noto Sans SC"/>
                <a:ea typeface="Noto Sans SC"/>
                <a:cs typeface="Noto Sans SC"/>
              </a:defRPr>
            </a:pPr>
            <a:r>
              <a:rPr sz="1200" b="0">
                <a:solidFill>
                  <a:srgbClr val="6B7689"/>
                </a:solidFill>
                <a:latin typeface="Noto Sans SC"/>
                <a:ea typeface="Noto Sans SC"/>
                <a:cs typeface="Noto Sans SC"/>
              </a:rPr>
              <a:t>11 / 39</a:t>
            </a:r>
          </a:p>
        </p:txBody>
      </p:sp>
      <p:sp>
        <p:nvSpPr>
          <p:cNvPr id="6" name="o5">
            <a:extLst xmlns:a="http://schemas.openxmlformats.org/drawingml/2006/main">
              <a:ext uri="{FF2B5EF4-FFF2-40B4-BE49-F238E27FC236}">
                <a16:creationId xmlns:a16="http://schemas.microsoft.com/office/drawing/2014/main" id="{EF184B55-AA4B-4D32-AF3D-9B6078A92306}"/>
              </a:ext>
            </a:extLst>
          </p:cNvPr>
          <p:cNvSpPr>
            <a:spLocks xmlns:a="http://schemas.openxmlformats.org/drawingml/2006/main" noGrp="1"/>
          </p:cNvSpPr>
          <p:nvPr/>
        </p:nvSpPr>
        <p:spPr>
          <a:xfrm xmlns:a="http://schemas.openxmlformats.org/drawingml/2006/main">
            <a:off x="609600" y="5981700"/>
            <a:ext cx="10972800" cy="428625"/>
          </a:xfrm>
          <a:prstGeom xmlns:a="http://schemas.openxmlformats.org/drawingml/2006/main" prst="roundRect">
            <a:avLst>
              <a:gd name="adj" fmla="val 17778"/>
            </a:avLst>
          </a:prstGeom>
          <a:solidFill xmlns:a="http://schemas.openxmlformats.org/drawingml/2006/main">
            <a:srgbClr val="D6E6E5"/>
          </a:solidFill>
          <a:ln xmlns:a="http://schemas.openxmlformats.org/drawingml/2006/main" w="0">
            <a:noFill/>
            <a:prstDash val="solid"/>
          </a:ln>
        </p:spPr>
      </p:sp>
      <p:sp>
        <p:nvSpPr>
          <p:cNvPr id="7" name="o6">
            <a:extLst xmlns:a="http://schemas.openxmlformats.org/drawingml/2006/main">
              <a:ext uri="{FF2B5EF4-FFF2-40B4-BE49-F238E27FC236}">
                <a16:creationId xmlns:a16="http://schemas.microsoft.com/office/drawing/2014/main" id="{A326BC06-C159-4E5D-85BC-2E247E70E6FE}"/>
              </a:ext>
            </a:extLst>
          </p:cNvPr>
          <p:cNvSpPr>
            <a:spLocks xmlns:a="http://schemas.openxmlformats.org/drawingml/2006/main" noGrp="1"/>
          </p:cNvSpPr>
          <p:nvPr/>
        </p:nvSpPr>
        <p:spPr>
          <a:xfrm xmlns:a="http://schemas.openxmlformats.org/drawingml/2006/main">
            <a:off x="781050" y="6029325"/>
            <a:ext cx="10629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75" b="1">
                <a:solidFill>
                  <a:srgbClr val="0F6E73"/>
                </a:solidFill>
                <a:latin typeface="Noto Sans SC"/>
                <a:ea typeface="Noto Sans SC"/>
                <a:cs typeface="Noto Sans SC"/>
              </a:defRPr>
            </a:defPPr>
            <a:lvl1pPr algn="l">
              <a:defRPr sz="1575" b="1">
                <a:solidFill>
                  <a:srgbClr val="0F6E73"/>
                </a:solidFill>
                <a:latin typeface="Noto Sans SC"/>
                <a:ea typeface="Noto Sans SC"/>
                <a:cs typeface="Noto Sans SC"/>
              </a:defRPr>
            </a:lvl1pPr>
            <a:lvl2pPr algn="l">
              <a:defRPr sz="1575" b="1">
                <a:solidFill>
                  <a:srgbClr val="0F6E73"/>
                </a:solidFill>
                <a:latin typeface="Noto Sans SC"/>
                <a:ea typeface="Noto Sans SC"/>
                <a:cs typeface="Noto Sans SC"/>
              </a:defRPr>
            </a:lvl2pPr>
            <a:lvl3pPr algn="l">
              <a:defRPr sz="1575" b="1">
                <a:solidFill>
                  <a:srgbClr val="0F6E73"/>
                </a:solidFill>
                <a:latin typeface="Noto Sans SC"/>
                <a:ea typeface="Noto Sans SC"/>
                <a:cs typeface="Noto Sans SC"/>
              </a:defRPr>
            </a:lvl3pPr>
            <a:lvl4pPr algn="l">
              <a:defRPr sz="1575" b="1">
                <a:solidFill>
                  <a:srgbClr val="0F6E73"/>
                </a:solidFill>
                <a:latin typeface="Noto Sans SC"/>
                <a:ea typeface="Noto Sans SC"/>
                <a:cs typeface="Noto Sans SC"/>
              </a:defRPr>
            </a:lvl4pPr>
            <a:lvl5pPr algn="l">
              <a:defRPr sz="1575" b="1">
                <a:solidFill>
                  <a:srgbClr val="0F6E73"/>
                </a:solidFill>
                <a:latin typeface="Noto Sans SC"/>
                <a:ea typeface="Noto Sans SC"/>
                <a:cs typeface="Noto Sans SC"/>
              </a:defRPr>
            </a:lvl5pPr>
            <a:lvl6pPr algn="l">
              <a:defRPr sz="1575" b="1">
                <a:solidFill>
                  <a:srgbClr val="0F6E73"/>
                </a:solidFill>
                <a:latin typeface="Noto Sans SC"/>
                <a:ea typeface="Noto Sans SC"/>
                <a:cs typeface="Noto Sans SC"/>
              </a:defRPr>
            </a:lvl6pPr>
            <a:lvl7pPr algn="l">
              <a:defRPr sz="1575" b="1">
                <a:solidFill>
                  <a:srgbClr val="0F6E73"/>
                </a:solidFill>
                <a:latin typeface="Noto Sans SC"/>
                <a:ea typeface="Noto Sans SC"/>
                <a:cs typeface="Noto Sans SC"/>
              </a:defRPr>
            </a:lvl7pPr>
            <a:lvl8pPr algn="l">
              <a:defRPr sz="1575" b="1">
                <a:solidFill>
                  <a:srgbClr val="0F6E73"/>
                </a:solidFill>
                <a:latin typeface="Noto Sans SC"/>
                <a:ea typeface="Noto Sans SC"/>
                <a:cs typeface="Noto Sans SC"/>
              </a:defRPr>
            </a:lvl8pPr>
            <a:lvl9pPr algn="l">
              <a:defRPr sz="1575" b="1">
                <a:solidFill>
                  <a:srgbClr val="0F6E73"/>
                </a:solidFill>
                <a:latin typeface="Noto Sans SC"/>
                <a:ea typeface="Noto Sans SC"/>
                <a:cs typeface="Noto Sans SC"/>
              </a:defRPr>
            </a:lvl9pPr>
          </a:lstStyle>
          <a:p xmlns:a="http://schemas.openxmlformats.org/drawingml/2006/main">
            <a:pPr algn="l">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可靠度控制不稳定特征的贡献，不是概率；正常路径显式构造距离矩阵。</a:t>
            </a:r>
          </a:p>
        </p:txBody>
      </p:sp>
      <p:sp>
        <p:nvSpPr>
          <p:cNvPr id="8" name="o7">
            <a:extLst xmlns:a="http://schemas.openxmlformats.org/drawingml/2006/main">
              <a:ext uri="{FF2B5EF4-FFF2-40B4-BE49-F238E27FC236}">
                <a16:creationId xmlns:a16="http://schemas.microsoft.com/office/drawing/2014/main" id="{4C8E4EC6-3343-4D1A-BDCD-54E90CE2709D}"/>
              </a:ext>
            </a:extLst>
          </p:cNvPr>
          <p:cNvSpPr>
            <a:spLocks xmlns:a="http://schemas.openxmlformats.org/drawingml/2006/main" noGrp="1"/>
          </p:cNvSpPr>
          <p:nvPr/>
        </p:nvSpPr>
        <p:spPr>
          <a:xfrm xmlns:a="http://schemas.openxmlformats.org/drawingml/2006/main">
            <a:off x="609600" y="1543050"/>
            <a:ext cx="3492500" cy="723900"/>
          </a:xfrm>
          <a:prstGeom xmlns:a="http://schemas.openxmlformats.org/drawingml/2006/main" prst="roundRect">
            <a:avLst>
              <a:gd name="adj" fmla="val 10526"/>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短窗有效运动段</a:t>
            </a:r>
          </a:p>
        </p:txBody>
      </p:sp>
      <p:sp>
        <p:nvSpPr>
          <p:cNvPr id="9" name="line-7">
            <a:extLst xmlns:a="http://schemas.openxmlformats.org/drawingml/2006/main">
              <a:ext uri="{FF2B5EF4-FFF2-40B4-BE49-F238E27FC236}">
                <a16:creationId xmlns:a16="http://schemas.microsoft.com/office/drawing/2014/main" id="{26730ADA-93B4-4697-BCA0-1BECB9C4D136}"/>
              </a:ext>
            </a:extLst>
          </p:cNvPr>
          <p:cNvSpPr>
            <a:spLocks xmlns:a="http://schemas.openxmlformats.org/drawingml/2006/main" noGrp="1"/>
          </p:cNvSpPr>
          <p:nvPr/>
        </p:nvSpPr>
        <p:spPr>
          <a:xfrm xmlns:a="http://schemas.openxmlformats.org/drawingml/2006/main" flipV="0">
            <a:off x="4130675" y="1905000"/>
            <a:ext cx="180975"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0" name="line-7">
            <a:extLst xmlns:a="http://schemas.openxmlformats.org/drawingml/2006/main">
              <a:ext uri="{FF2B5EF4-FFF2-40B4-BE49-F238E27FC236}">
                <a16:creationId xmlns:a16="http://schemas.microsoft.com/office/drawing/2014/main" id="{A2A95774-F5B5-4A42-8480-224EE206FBB7}"/>
              </a:ext>
            </a:extLst>
          </p:cNvPr>
          <p:cNvSpPr>
            <a:spLocks xmlns:a="http://schemas.openxmlformats.org/drawingml/2006/main" noGrp="1"/>
          </p:cNvSpPr>
          <p:nvPr/>
        </p:nvSpPr>
        <p:spPr>
          <a:xfrm xmlns:a="http://schemas.openxmlformats.org/drawingml/2006/main" flipV="1">
            <a:off x="4236419" y="1905000"/>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1" name="line-7">
            <a:extLst xmlns:a="http://schemas.openxmlformats.org/drawingml/2006/main">
              <a:ext uri="{FF2B5EF4-FFF2-40B4-BE49-F238E27FC236}">
                <a16:creationId xmlns:a16="http://schemas.microsoft.com/office/drawing/2014/main" id="{15A4159C-A544-4CD8-8A36-C028AD6844BF}"/>
              </a:ext>
            </a:extLst>
          </p:cNvPr>
          <p:cNvSpPr>
            <a:spLocks xmlns:a="http://schemas.openxmlformats.org/drawingml/2006/main" noGrp="1"/>
          </p:cNvSpPr>
          <p:nvPr/>
        </p:nvSpPr>
        <p:spPr>
          <a:xfrm xmlns:a="http://schemas.openxmlformats.org/drawingml/2006/main" flipV="0">
            <a:off x="4236419" y="1863901"/>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2" name="o11">
            <a:extLst xmlns:a="http://schemas.openxmlformats.org/drawingml/2006/main">
              <a:ext uri="{FF2B5EF4-FFF2-40B4-BE49-F238E27FC236}">
                <a16:creationId xmlns:a16="http://schemas.microsoft.com/office/drawing/2014/main" id="{A35BFFBD-A401-4B80-8FCC-AC1CE8A44897}"/>
              </a:ext>
            </a:extLst>
          </p:cNvPr>
          <p:cNvSpPr>
            <a:spLocks xmlns:a="http://schemas.openxmlformats.org/drawingml/2006/main" noGrp="1"/>
          </p:cNvSpPr>
          <p:nvPr/>
        </p:nvSpPr>
        <p:spPr>
          <a:xfrm xmlns:a="http://schemas.openxmlformats.org/drawingml/2006/main">
            <a:off x="4349750" y="1543050"/>
            <a:ext cx="3492500" cy="723900"/>
          </a:xfrm>
          <a:prstGeom xmlns:a="http://schemas.openxmlformats.org/drawingml/2006/main" prst="roundRect">
            <a:avLst>
              <a:gd name="adj" fmla="val 10526"/>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位置／方向／速度</a:t>
            </a:r>
          </a:p>
        </p:txBody>
      </p:sp>
      <p:sp>
        <p:nvSpPr>
          <p:cNvPr id="13" name="line-8">
            <a:extLst xmlns:a="http://schemas.openxmlformats.org/drawingml/2006/main">
              <a:ext uri="{FF2B5EF4-FFF2-40B4-BE49-F238E27FC236}">
                <a16:creationId xmlns:a16="http://schemas.microsoft.com/office/drawing/2014/main" id="{BAB9D50E-0244-479C-872F-2FD7AB200A23}"/>
              </a:ext>
            </a:extLst>
          </p:cNvPr>
          <p:cNvSpPr>
            <a:spLocks xmlns:a="http://schemas.openxmlformats.org/drawingml/2006/main" noGrp="1"/>
          </p:cNvSpPr>
          <p:nvPr/>
        </p:nvSpPr>
        <p:spPr>
          <a:xfrm xmlns:a="http://schemas.openxmlformats.org/drawingml/2006/main" flipV="0">
            <a:off x="7870825" y="1905000"/>
            <a:ext cx="180975"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4" name="line-8">
            <a:extLst xmlns:a="http://schemas.openxmlformats.org/drawingml/2006/main">
              <a:ext uri="{FF2B5EF4-FFF2-40B4-BE49-F238E27FC236}">
                <a16:creationId xmlns:a16="http://schemas.microsoft.com/office/drawing/2014/main" id="{D609AA74-6C15-4E4A-89A5-5AADF782F9A0}"/>
              </a:ext>
            </a:extLst>
          </p:cNvPr>
          <p:cNvSpPr>
            <a:spLocks xmlns:a="http://schemas.openxmlformats.org/drawingml/2006/main" noGrp="1"/>
          </p:cNvSpPr>
          <p:nvPr/>
        </p:nvSpPr>
        <p:spPr>
          <a:xfrm xmlns:a="http://schemas.openxmlformats.org/drawingml/2006/main" flipV="1">
            <a:off x="7976569" y="1905000"/>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5" name="line-8">
            <a:extLst xmlns:a="http://schemas.openxmlformats.org/drawingml/2006/main">
              <a:ext uri="{FF2B5EF4-FFF2-40B4-BE49-F238E27FC236}">
                <a16:creationId xmlns:a16="http://schemas.microsoft.com/office/drawing/2014/main" id="{E00BE46E-2C51-4E62-9A64-C967C1AA7AB0}"/>
              </a:ext>
            </a:extLst>
          </p:cNvPr>
          <p:cNvSpPr>
            <a:spLocks xmlns:a="http://schemas.openxmlformats.org/drawingml/2006/main" noGrp="1"/>
          </p:cNvSpPr>
          <p:nvPr/>
        </p:nvSpPr>
        <p:spPr>
          <a:xfrm xmlns:a="http://schemas.openxmlformats.org/drawingml/2006/main" flipV="0">
            <a:off x="7976569" y="1863901"/>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6" name="o15">
            <a:extLst xmlns:a="http://schemas.openxmlformats.org/drawingml/2006/main">
              <a:ext uri="{FF2B5EF4-FFF2-40B4-BE49-F238E27FC236}">
                <a16:creationId xmlns:a16="http://schemas.microsoft.com/office/drawing/2014/main" id="{C2EA38D6-4492-455F-A544-BF7B5E94F58F}"/>
              </a:ext>
            </a:extLst>
          </p:cNvPr>
          <p:cNvSpPr>
            <a:spLocks xmlns:a="http://schemas.openxmlformats.org/drawingml/2006/main" noGrp="1"/>
          </p:cNvSpPr>
          <p:nvPr/>
        </p:nvSpPr>
        <p:spPr>
          <a:xfrm xmlns:a="http://schemas.openxmlformats.org/drawingml/2006/main">
            <a:off x="8089900" y="1543050"/>
            <a:ext cx="3492500" cy="723900"/>
          </a:xfrm>
          <a:prstGeom xmlns:a="http://schemas.openxmlformats.org/drawingml/2006/main" prst="roundRect">
            <a:avLst>
              <a:gd name="adj" fmla="val 10526"/>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尺度归一与可靠度</a:t>
            </a:r>
          </a:p>
        </p:txBody>
      </p:sp>
      <p:sp>
        <p:nvSpPr>
          <p:cNvPr id="17" name="o16">
            <a:extLst xmlns:a="http://schemas.openxmlformats.org/drawingml/2006/main">
              <a:ext uri="{FF2B5EF4-FFF2-40B4-BE49-F238E27FC236}">
                <a16:creationId xmlns:a16="http://schemas.microsoft.com/office/drawing/2014/main" id="{C66B205D-2976-4366-91D7-A8476C62D548}"/>
              </a:ext>
            </a:extLst>
          </p:cNvPr>
          <p:cNvSpPr>
            <a:spLocks xmlns:a="http://schemas.openxmlformats.org/drawingml/2006/main" noGrp="1"/>
          </p:cNvSpPr>
          <p:nvPr/>
        </p:nvSpPr>
        <p:spPr>
          <a:xfrm xmlns:a="http://schemas.openxmlformats.org/drawingml/2006/main">
            <a:off x="609600" y="4667250"/>
            <a:ext cx="3543300" cy="1028700"/>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18" name="line-10">
            <a:extLst xmlns:a="http://schemas.openxmlformats.org/drawingml/2006/main">
              <a:ext uri="{FF2B5EF4-FFF2-40B4-BE49-F238E27FC236}">
                <a16:creationId xmlns:a16="http://schemas.microsoft.com/office/drawing/2014/main" id="{2B0528D8-3EB7-43C7-BE46-C2EC95E8C3F5}"/>
              </a:ext>
            </a:extLst>
          </p:cNvPr>
          <p:cNvSpPr>
            <a:spLocks xmlns:a="http://schemas.openxmlformats.org/drawingml/2006/main" noGrp="1"/>
          </p:cNvSpPr>
          <p:nvPr/>
        </p:nvSpPr>
        <p:spPr>
          <a:xfrm xmlns:a="http://schemas.openxmlformats.org/drawingml/2006/main" flipV="0">
            <a:off x="609600" y="4667250"/>
            <a:ext cx="3543300" cy="953"/>
          </a:xfrm>
          <a:prstGeom xmlns:a="http://schemas.openxmlformats.org/drawingml/2006/main" prst="line">
            <a:avLst/>
          </a:prstGeom>
          <a:noFill xmlns:a="http://schemas.openxmlformats.org/drawingml/2006/main"/>
          <a:ln xmlns:a="http://schemas.openxmlformats.org/drawingml/2006/main" w="28575">
            <a:solidFill>
              <a:srgbClr val="32668E"/>
            </a:solidFill>
            <a:prstDash val="solid"/>
          </a:ln>
        </p:spPr>
      </p:sp>
      <p:sp>
        <p:nvSpPr>
          <p:cNvPr id="19" name="o18">
            <a:extLst xmlns:a="http://schemas.openxmlformats.org/drawingml/2006/main">
              <a:ext uri="{FF2B5EF4-FFF2-40B4-BE49-F238E27FC236}">
                <a16:creationId xmlns:a16="http://schemas.microsoft.com/office/drawing/2014/main" id="{79F90570-10C2-4E26-AD5A-3073CF046A02}"/>
              </a:ext>
            </a:extLst>
          </p:cNvPr>
          <p:cNvSpPr>
            <a:spLocks xmlns:a="http://schemas.openxmlformats.org/drawingml/2006/main" noGrp="1"/>
          </p:cNvSpPr>
          <p:nvPr/>
        </p:nvSpPr>
        <p:spPr>
          <a:xfrm xmlns:a="http://schemas.openxmlformats.org/drawingml/2006/main">
            <a:off x="762000" y="4762500"/>
            <a:ext cx="323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32668E"/>
                </a:solidFill>
                <a:latin typeface="Noto Sans SC"/>
                <a:ea typeface="Noto Sans SC"/>
                <a:cs typeface="Noto Sans SC"/>
              </a:defRPr>
            </a:defPPr>
            <a:lvl1pPr algn="l">
              <a:defRPr sz="1650" b="1">
                <a:solidFill>
                  <a:srgbClr val="32668E"/>
                </a:solidFill>
                <a:latin typeface="Noto Sans SC"/>
                <a:ea typeface="Noto Sans SC"/>
                <a:cs typeface="Noto Sans SC"/>
              </a:defRPr>
            </a:lvl1pPr>
            <a:lvl2pPr algn="l">
              <a:defRPr sz="1650" b="1">
                <a:solidFill>
                  <a:srgbClr val="32668E"/>
                </a:solidFill>
                <a:latin typeface="Noto Sans SC"/>
                <a:ea typeface="Noto Sans SC"/>
                <a:cs typeface="Noto Sans SC"/>
              </a:defRPr>
            </a:lvl2pPr>
            <a:lvl3pPr algn="l">
              <a:defRPr sz="1650" b="1">
                <a:solidFill>
                  <a:srgbClr val="32668E"/>
                </a:solidFill>
                <a:latin typeface="Noto Sans SC"/>
                <a:ea typeface="Noto Sans SC"/>
                <a:cs typeface="Noto Sans SC"/>
              </a:defRPr>
            </a:lvl3pPr>
            <a:lvl4pPr algn="l">
              <a:defRPr sz="1650" b="1">
                <a:solidFill>
                  <a:srgbClr val="32668E"/>
                </a:solidFill>
                <a:latin typeface="Noto Sans SC"/>
                <a:ea typeface="Noto Sans SC"/>
                <a:cs typeface="Noto Sans SC"/>
              </a:defRPr>
            </a:lvl4pPr>
            <a:lvl5pPr algn="l">
              <a:defRPr sz="1650" b="1">
                <a:solidFill>
                  <a:srgbClr val="32668E"/>
                </a:solidFill>
                <a:latin typeface="Noto Sans SC"/>
                <a:ea typeface="Noto Sans SC"/>
                <a:cs typeface="Noto Sans SC"/>
              </a:defRPr>
            </a:lvl5pPr>
            <a:lvl6pPr algn="l">
              <a:defRPr sz="1650" b="1">
                <a:solidFill>
                  <a:srgbClr val="32668E"/>
                </a:solidFill>
                <a:latin typeface="Noto Sans SC"/>
                <a:ea typeface="Noto Sans SC"/>
                <a:cs typeface="Noto Sans SC"/>
              </a:defRPr>
            </a:lvl6pPr>
            <a:lvl7pPr algn="l">
              <a:defRPr sz="1650" b="1">
                <a:solidFill>
                  <a:srgbClr val="32668E"/>
                </a:solidFill>
                <a:latin typeface="Noto Sans SC"/>
                <a:ea typeface="Noto Sans SC"/>
                <a:cs typeface="Noto Sans SC"/>
              </a:defRPr>
            </a:lvl7pPr>
            <a:lvl8pPr algn="l">
              <a:defRPr sz="1650" b="1">
                <a:solidFill>
                  <a:srgbClr val="32668E"/>
                </a:solidFill>
                <a:latin typeface="Noto Sans SC"/>
                <a:ea typeface="Noto Sans SC"/>
                <a:cs typeface="Noto Sans SC"/>
              </a:defRPr>
            </a:lvl8pPr>
            <a:lvl9pPr algn="l">
              <a:defRPr sz="1650" b="1">
                <a:solidFill>
                  <a:srgbClr val="32668E"/>
                </a:solidFill>
                <a:latin typeface="Noto Sans SC"/>
                <a:ea typeface="Noto Sans SC"/>
                <a:cs typeface="Noto Sans SC"/>
              </a:defRPr>
            </a:lvl9pPr>
          </a:lstStyle>
          <a:p xmlns:a="http://schemas.openxmlformats.org/drawingml/2006/main">
            <a:pPr algn="l">
              <a:defRPr sz="1650" b="1">
                <a:solidFill>
                  <a:srgbClr val="32668E"/>
                </a:solidFill>
                <a:latin typeface="Noto Sans SC"/>
                <a:ea typeface="Noto Sans SC"/>
                <a:cs typeface="Noto Sans SC"/>
              </a:defRPr>
            </a:pPr>
            <a:r>
              <a:rPr sz="1650" b="1">
                <a:solidFill>
                  <a:srgbClr val="32668E"/>
                </a:solidFill>
                <a:latin typeface="Noto Sans SC"/>
                <a:ea typeface="Noto Sans SC"/>
                <a:cs typeface="Noto Sans SC"/>
              </a:rPr>
              <a:t>低速与悬停</a:t>
            </a:r>
          </a:p>
        </p:txBody>
      </p:sp>
      <p:sp>
        <p:nvSpPr>
          <p:cNvPr id="20" name="o19">
            <a:extLst xmlns:a="http://schemas.openxmlformats.org/drawingml/2006/main">
              <a:ext uri="{FF2B5EF4-FFF2-40B4-BE49-F238E27FC236}">
                <a16:creationId xmlns:a16="http://schemas.microsoft.com/office/drawing/2014/main" id="{66C863AD-3DBA-40F2-89BE-CC6331359F1E}"/>
              </a:ext>
            </a:extLst>
          </p:cNvPr>
          <p:cNvSpPr>
            <a:spLocks xmlns:a="http://schemas.openxmlformats.org/drawingml/2006/main" noGrp="1"/>
          </p:cNvSpPr>
          <p:nvPr/>
        </p:nvSpPr>
        <p:spPr>
          <a:xfrm xmlns:a="http://schemas.openxmlformats.org/drawingml/2006/main">
            <a:off x="762000" y="5114925"/>
            <a:ext cx="32385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36A"/>
                </a:solidFill>
                <a:latin typeface="Noto Sans SC"/>
                <a:ea typeface="Noto Sans SC"/>
                <a:cs typeface="Noto Sans SC"/>
              </a:defRPr>
            </a:defPPr>
            <a:lvl1pPr algn="l">
              <a:defRPr sz="1425" b="0">
                <a:solidFill>
                  <a:srgbClr val="46536A"/>
                </a:solidFill>
                <a:latin typeface="Noto Sans SC"/>
                <a:ea typeface="Noto Sans SC"/>
                <a:cs typeface="Noto Sans SC"/>
              </a:defRPr>
            </a:lvl1pPr>
            <a:lvl2pPr algn="l">
              <a:defRPr sz="1425" b="0">
                <a:solidFill>
                  <a:srgbClr val="46536A"/>
                </a:solidFill>
                <a:latin typeface="Noto Sans SC"/>
                <a:ea typeface="Noto Sans SC"/>
                <a:cs typeface="Noto Sans SC"/>
              </a:defRPr>
            </a:lvl2pPr>
            <a:lvl3pPr algn="l">
              <a:defRPr sz="1425" b="0">
                <a:solidFill>
                  <a:srgbClr val="46536A"/>
                </a:solidFill>
                <a:latin typeface="Noto Sans SC"/>
                <a:ea typeface="Noto Sans SC"/>
                <a:cs typeface="Noto Sans SC"/>
              </a:defRPr>
            </a:lvl3pPr>
            <a:lvl4pPr algn="l">
              <a:defRPr sz="1425" b="0">
                <a:solidFill>
                  <a:srgbClr val="46536A"/>
                </a:solidFill>
                <a:latin typeface="Noto Sans SC"/>
                <a:ea typeface="Noto Sans SC"/>
                <a:cs typeface="Noto Sans SC"/>
              </a:defRPr>
            </a:lvl4pPr>
            <a:lvl5pPr algn="l">
              <a:defRPr sz="1425" b="0">
                <a:solidFill>
                  <a:srgbClr val="46536A"/>
                </a:solidFill>
                <a:latin typeface="Noto Sans SC"/>
                <a:ea typeface="Noto Sans SC"/>
                <a:cs typeface="Noto Sans SC"/>
              </a:defRPr>
            </a:lvl5pPr>
            <a:lvl6pPr algn="l">
              <a:defRPr sz="1425" b="0">
                <a:solidFill>
                  <a:srgbClr val="46536A"/>
                </a:solidFill>
                <a:latin typeface="Noto Sans SC"/>
                <a:ea typeface="Noto Sans SC"/>
                <a:cs typeface="Noto Sans SC"/>
              </a:defRPr>
            </a:lvl6pPr>
            <a:lvl7pPr algn="l">
              <a:defRPr sz="1425" b="0">
                <a:solidFill>
                  <a:srgbClr val="46536A"/>
                </a:solidFill>
                <a:latin typeface="Noto Sans SC"/>
                <a:ea typeface="Noto Sans SC"/>
                <a:cs typeface="Noto Sans SC"/>
              </a:defRPr>
            </a:lvl7pPr>
            <a:lvl8pPr algn="l">
              <a:defRPr sz="1425" b="0">
                <a:solidFill>
                  <a:srgbClr val="46536A"/>
                </a:solidFill>
                <a:latin typeface="Noto Sans SC"/>
                <a:ea typeface="Noto Sans SC"/>
                <a:cs typeface="Noto Sans SC"/>
              </a:defRPr>
            </a:lvl8pPr>
            <a:lvl9pPr algn="l">
              <a:defRPr sz="1425" b="0">
                <a:solidFill>
                  <a:srgbClr val="46536A"/>
                </a:solidFill>
                <a:latin typeface="Noto Sans SC"/>
                <a:ea typeface="Noto Sans SC"/>
                <a:cs typeface="Noto Sans SC"/>
              </a:defRPr>
            </a:lvl9pPr>
          </a:lstStyle>
          <a:p xmlns:a="http://schemas.openxmlformats.org/drawingml/2006/main">
            <a:pPr algn="l">
              <a:defRPr sz="1425" b="0">
                <a:solidFill>
                  <a:srgbClr val="46536A"/>
                </a:solidFill>
                <a:latin typeface="Noto Sans SC"/>
                <a:ea typeface="Noto Sans SC"/>
                <a:cs typeface="Noto Sans SC"/>
              </a:defRPr>
            </a:pPr>
            <a:r>
              <a:rPr sz="1425" b="0">
                <a:solidFill>
                  <a:srgbClr val="46536A"/>
                </a:solidFill>
                <a:latin typeface="Noto Sans SC"/>
                <a:ea typeface="Noto Sans SC"/>
                <a:cs typeface="Noto Sans SC"/>
              </a:rPr>
              <a:t>方向贡献降低</a:t>
            </a:r>
          </a:p>
        </p:txBody>
      </p:sp>
      <p:sp>
        <p:nvSpPr>
          <p:cNvPr id="21" name="o20">
            <a:extLst xmlns:a="http://schemas.openxmlformats.org/drawingml/2006/main">
              <a:ext uri="{FF2B5EF4-FFF2-40B4-BE49-F238E27FC236}">
                <a16:creationId xmlns:a16="http://schemas.microsoft.com/office/drawing/2014/main" id="{B5AF1C93-7152-41F1-A9C5-B6D1E590A5F4}"/>
              </a:ext>
            </a:extLst>
          </p:cNvPr>
          <p:cNvSpPr>
            <a:spLocks xmlns:a="http://schemas.openxmlformats.org/drawingml/2006/main" noGrp="1"/>
          </p:cNvSpPr>
          <p:nvPr/>
        </p:nvSpPr>
        <p:spPr>
          <a:xfrm xmlns:a="http://schemas.openxmlformats.org/drawingml/2006/main">
            <a:off x="4324350" y="4667250"/>
            <a:ext cx="3543300" cy="1028700"/>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22" name="line-13">
            <a:extLst xmlns:a="http://schemas.openxmlformats.org/drawingml/2006/main">
              <a:ext uri="{FF2B5EF4-FFF2-40B4-BE49-F238E27FC236}">
                <a16:creationId xmlns:a16="http://schemas.microsoft.com/office/drawing/2014/main" id="{91ED2EC7-5ABD-4925-B985-9CD14B733113}"/>
              </a:ext>
            </a:extLst>
          </p:cNvPr>
          <p:cNvSpPr>
            <a:spLocks xmlns:a="http://schemas.openxmlformats.org/drawingml/2006/main" noGrp="1"/>
          </p:cNvSpPr>
          <p:nvPr/>
        </p:nvSpPr>
        <p:spPr>
          <a:xfrm xmlns:a="http://schemas.openxmlformats.org/drawingml/2006/main" flipV="0">
            <a:off x="4324350" y="4667250"/>
            <a:ext cx="3543300" cy="953"/>
          </a:xfrm>
          <a:prstGeom xmlns:a="http://schemas.openxmlformats.org/drawingml/2006/main" prst="line">
            <a:avLst/>
          </a:prstGeom>
          <a:noFill xmlns:a="http://schemas.openxmlformats.org/drawingml/2006/main"/>
          <a:ln xmlns:a="http://schemas.openxmlformats.org/drawingml/2006/main" w="28575">
            <a:solidFill>
              <a:srgbClr val="B85A1E"/>
            </a:solidFill>
            <a:prstDash val="solid"/>
          </a:ln>
        </p:spPr>
      </p:sp>
      <p:sp>
        <p:nvSpPr>
          <p:cNvPr id="23" name="o22">
            <a:extLst xmlns:a="http://schemas.openxmlformats.org/drawingml/2006/main">
              <a:ext uri="{FF2B5EF4-FFF2-40B4-BE49-F238E27FC236}">
                <a16:creationId xmlns:a16="http://schemas.microsoft.com/office/drawing/2014/main" id="{0DEB847A-488C-46A1-856D-73B488414B92}"/>
              </a:ext>
            </a:extLst>
          </p:cNvPr>
          <p:cNvSpPr>
            <a:spLocks xmlns:a="http://schemas.openxmlformats.org/drawingml/2006/main" noGrp="1"/>
          </p:cNvSpPr>
          <p:nvPr/>
        </p:nvSpPr>
        <p:spPr>
          <a:xfrm xmlns:a="http://schemas.openxmlformats.org/drawingml/2006/main">
            <a:off x="4476750" y="4762500"/>
            <a:ext cx="323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B85A1E"/>
                </a:solidFill>
                <a:latin typeface="Noto Sans SC"/>
                <a:ea typeface="Noto Sans SC"/>
                <a:cs typeface="Noto Sans SC"/>
              </a:defRPr>
            </a:defPPr>
            <a:lvl1pPr algn="l">
              <a:defRPr sz="1650" b="1">
                <a:solidFill>
                  <a:srgbClr val="B85A1E"/>
                </a:solidFill>
                <a:latin typeface="Noto Sans SC"/>
                <a:ea typeface="Noto Sans SC"/>
                <a:cs typeface="Noto Sans SC"/>
              </a:defRPr>
            </a:lvl1pPr>
            <a:lvl2pPr algn="l">
              <a:defRPr sz="1650" b="1">
                <a:solidFill>
                  <a:srgbClr val="B85A1E"/>
                </a:solidFill>
                <a:latin typeface="Noto Sans SC"/>
                <a:ea typeface="Noto Sans SC"/>
                <a:cs typeface="Noto Sans SC"/>
              </a:defRPr>
            </a:lvl2pPr>
            <a:lvl3pPr algn="l">
              <a:defRPr sz="1650" b="1">
                <a:solidFill>
                  <a:srgbClr val="B85A1E"/>
                </a:solidFill>
                <a:latin typeface="Noto Sans SC"/>
                <a:ea typeface="Noto Sans SC"/>
                <a:cs typeface="Noto Sans SC"/>
              </a:defRPr>
            </a:lvl3pPr>
            <a:lvl4pPr algn="l">
              <a:defRPr sz="1650" b="1">
                <a:solidFill>
                  <a:srgbClr val="B85A1E"/>
                </a:solidFill>
                <a:latin typeface="Noto Sans SC"/>
                <a:ea typeface="Noto Sans SC"/>
                <a:cs typeface="Noto Sans SC"/>
              </a:defRPr>
            </a:lvl4pPr>
            <a:lvl5pPr algn="l">
              <a:defRPr sz="1650" b="1">
                <a:solidFill>
                  <a:srgbClr val="B85A1E"/>
                </a:solidFill>
                <a:latin typeface="Noto Sans SC"/>
                <a:ea typeface="Noto Sans SC"/>
                <a:cs typeface="Noto Sans SC"/>
              </a:defRPr>
            </a:lvl5pPr>
            <a:lvl6pPr algn="l">
              <a:defRPr sz="1650" b="1">
                <a:solidFill>
                  <a:srgbClr val="B85A1E"/>
                </a:solidFill>
                <a:latin typeface="Noto Sans SC"/>
                <a:ea typeface="Noto Sans SC"/>
                <a:cs typeface="Noto Sans SC"/>
              </a:defRPr>
            </a:lvl6pPr>
            <a:lvl7pPr algn="l">
              <a:defRPr sz="1650" b="1">
                <a:solidFill>
                  <a:srgbClr val="B85A1E"/>
                </a:solidFill>
                <a:latin typeface="Noto Sans SC"/>
                <a:ea typeface="Noto Sans SC"/>
                <a:cs typeface="Noto Sans SC"/>
              </a:defRPr>
            </a:lvl7pPr>
            <a:lvl8pPr algn="l">
              <a:defRPr sz="1650" b="1">
                <a:solidFill>
                  <a:srgbClr val="B85A1E"/>
                </a:solidFill>
                <a:latin typeface="Noto Sans SC"/>
                <a:ea typeface="Noto Sans SC"/>
                <a:cs typeface="Noto Sans SC"/>
              </a:defRPr>
            </a:lvl8pPr>
            <a:lvl9pPr algn="l">
              <a:defRPr sz="1650" b="1">
                <a:solidFill>
                  <a:srgbClr val="B85A1E"/>
                </a:solidFill>
                <a:latin typeface="Noto Sans SC"/>
                <a:ea typeface="Noto Sans SC"/>
                <a:cs typeface="Noto Sans SC"/>
              </a:defRPr>
            </a:lvl9pPr>
          </a:lstStyle>
          <a:p xmlns:a="http://schemas.openxmlformats.org/drawingml/2006/main">
            <a:pPr algn="l">
              <a:defRPr sz="1650" b="1">
                <a:solidFill>
                  <a:srgbClr val="B85A1E"/>
                </a:solidFill>
                <a:latin typeface="Noto Sans SC"/>
                <a:ea typeface="Noto Sans SC"/>
                <a:cs typeface="Noto Sans SC"/>
              </a:defRPr>
            </a:pPr>
            <a:r>
              <a:rPr sz="1650" b="1">
                <a:solidFill>
                  <a:srgbClr val="B85A1E"/>
                </a:solidFill>
                <a:latin typeface="Noto Sans SC"/>
                <a:ea typeface="Noto Sans SC"/>
                <a:cs typeface="Noto Sans SC"/>
              </a:rPr>
              <a:t>启停与转向过渡</a:t>
            </a:r>
          </a:p>
        </p:txBody>
      </p:sp>
      <p:sp>
        <p:nvSpPr>
          <p:cNvPr id="24" name="o23">
            <a:extLst xmlns:a="http://schemas.openxmlformats.org/drawingml/2006/main">
              <a:ext uri="{FF2B5EF4-FFF2-40B4-BE49-F238E27FC236}">
                <a16:creationId xmlns:a16="http://schemas.microsoft.com/office/drawing/2014/main" id="{0CA986DA-34C4-43FB-ACED-FE0B8053DB85}"/>
              </a:ext>
            </a:extLst>
          </p:cNvPr>
          <p:cNvSpPr>
            <a:spLocks xmlns:a="http://schemas.openxmlformats.org/drawingml/2006/main" noGrp="1"/>
          </p:cNvSpPr>
          <p:nvPr/>
        </p:nvSpPr>
        <p:spPr>
          <a:xfrm xmlns:a="http://schemas.openxmlformats.org/drawingml/2006/main">
            <a:off x="4476750" y="5114925"/>
            <a:ext cx="32385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36A"/>
                </a:solidFill>
                <a:latin typeface="Noto Sans SC"/>
                <a:ea typeface="Noto Sans SC"/>
                <a:cs typeface="Noto Sans SC"/>
              </a:defRPr>
            </a:defPPr>
            <a:lvl1pPr algn="l">
              <a:defRPr sz="1425" b="0">
                <a:solidFill>
                  <a:srgbClr val="46536A"/>
                </a:solidFill>
                <a:latin typeface="Noto Sans SC"/>
                <a:ea typeface="Noto Sans SC"/>
                <a:cs typeface="Noto Sans SC"/>
              </a:defRPr>
            </a:lvl1pPr>
            <a:lvl2pPr algn="l">
              <a:defRPr sz="1425" b="0">
                <a:solidFill>
                  <a:srgbClr val="46536A"/>
                </a:solidFill>
                <a:latin typeface="Noto Sans SC"/>
                <a:ea typeface="Noto Sans SC"/>
                <a:cs typeface="Noto Sans SC"/>
              </a:defRPr>
            </a:lvl2pPr>
            <a:lvl3pPr algn="l">
              <a:defRPr sz="1425" b="0">
                <a:solidFill>
                  <a:srgbClr val="46536A"/>
                </a:solidFill>
                <a:latin typeface="Noto Sans SC"/>
                <a:ea typeface="Noto Sans SC"/>
                <a:cs typeface="Noto Sans SC"/>
              </a:defRPr>
            </a:lvl3pPr>
            <a:lvl4pPr algn="l">
              <a:defRPr sz="1425" b="0">
                <a:solidFill>
                  <a:srgbClr val="46536A"/>
                </a:solidFill>
                <a:latin typeface="Noto Sans SC"/>
                <a:ea typeface="Noto Sans SC"/>
                <a:cs typeface="Noto Sans SC"/>
              </a:defRPr>
            </a:lvl4pPr>
            <a:lvl5pPr algn="l">
              <a:defRPr sz="1425" b="0">
                <a:solidFill>
                  <a:srgbClr val="46536A"/>
                </a:solidFill>
                <a:latin typeface="Noto Sans SC"/>
                <a:ea typeface="Noto Sans SC"/>
                <a:cs typeface="Noto Sans SC"/>
              </a:defRPr>
            </a:lvl5pPr>
            <a:lvl6pPr algn="l">
              <a:defRPr sz="1425" b="0">
                <a:solidFill>
                  <a:srgbClr val="46536A"/>
                </a:solidFill>
                <a:latin typeface="Noto Sans SC"/>
                <a:ea typeface="Noto Sans SC"/>
                <a:cs typeface="Noto Sans SC"/>
              </a:defRPr>
            </a:lvl6pPr>
            <a:lvl7pPr algn="l">
              <a:defRPr sz="1425" b="0">
                <a:solidFill>
                  <a:srgbClr val="46536A"/>
                </a:solidFill>
                <a:latin typeface="Noto Sans SC"/>
                <a:ea typeface="Noto Sans SC"/>
                <a:cs typeface="Noto Sans SC"/>
              </a:defRPr>
            </a:lvl7pPr>
            <a:lvl8pPr algn="l">
              <a:defRPr sz="1425" b="0">
                <a:solidFill>
                  <a:srgbClr val="46536A"/>
                </a:solidFill>
                <a:latin typeface="Noto Sans SC"/>
                <a:ea typeface="Noto Sans SC"/>
                <a:cs typeface="Noto Sans SC"/>
              </a:defRPr>
            </a:lvl8pPr>
            <a:lvl9pPr algn="l">
              <a:defRPr sz="1425" b="0">
                <a:solidFill>
                  <a:srgbClr val="46536A"/>
                </a:solidFill>
                <a:latin typeface="Noto Sans SC"/>
                <a:ea typeface="Noto Sans SC"/>
                <a:cs typeface="Noto Sans SC"/>
              </a:defRPr>
            </a:lvl9pPr>
          </a:lstStyle>
          <a:p xmlns:a="http://schemas.openxmlformats.org/drawingml/2006/main">
            <a:pPr algn="l">
              <a:defRPr sz="1425" b="0">
                <a:solidFill>
                  <a:srgbClr val="46536A"/>
                </a:solidFill>
                <a:latin typeface="Noto Sans SC"/>
                <a:ea typeface="Noto Sans SC"/>
                <a:cs typeface="Noto Sans SC"/>
              </a:defRPr>
            </a:pPr>
            <a:r>
              <a:rPr sz="1425" b="0">
                <a:solidFill>
                  <a:srgbClr val="46536A"/>
                </a:solidFill>
                <a:latin typeface="Noto Sans SC"/>
                <a:ea typeface="Noto Sans SC"/>
                <a:cs typeface="Noto Sans SC"/>
              </a:rPr>
              <a:t>不稳定特征可靠度可为零</a:t>
            </a:r>
          </a:p>
        </p:txBody>
      </p:sp>
      <p:sp>
        <p:nvSpPr>
          <p:cNvPr id="25" name="o24">
            <a:extLst xmlns:a="http://schemas.openxmlformats.org/drawingml/2006/main">
              <a:ext uri="{FF2B5EF4-FFF2-40B4-BE49-F238E27FC236}">
                <a16:creationId xmlns:a16="http://schemas.microsoft.com/office/drawing/2014/main" id="{5A530AFE-3ECA-4F9C-9E54-E60C92FA197D}"/>
              </a:ext>
            </a:extLst>
          </p:cNvPr>
          <p:cNvSpPr>
            <a:spLocks xmlns:a="http://schemas.openxmlformats.org/drawingml/2006/main" noGrp="1"/>
          </p:cNvSpPr>
          <p:nvPr/>
        </p:nvSpPr>
        <p:spPr>
          <a:xfrm xmlns:a="http://schemas.openxmlformats.org/drawingml/2006/main">
            <a:off x="8039100" y="4667250"/>
            <a:ext cx="3543300" cy="1028700"/>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26" name="line-16">
            <a:extLst xmlns:a="http://schemas.openxmlformats.org/drawingml/2006/main">
              <a:ext uri="{FF2B5EF4-FFF2-40B4-BE49-F238E27FC236}">
                <a16:creationId xmlns:a16="http://schemas.microsoft.com/office/drawing/2014/main" id="{101EAAF8-3D80-49F3-ABFB-CCCC0BEF9CF2}"/>
              </a:ext>
            </a:extLst>
          </p:cNvPr>
          <p:cNvSpPr>
            <a:spLocks xmlns:a="http://schemas.openxmlformats.org/drawingml/2006/main" noGrp="1"/>
          </p:cNvSpPr>
          <p:nvPr/>
        </p:nvSpPr>
        <p:spPr>
          <a:xfrm xmlns:a="http://schemas.openxmlformats.org/drawingml/2006/main" flipV="0">
            <a:off x="8039100" y="4667250"/>
            <a:ext cx="3543300" cy="953"/>
          </a:xfrm>
          <a:prstGeom xmlns:a="http://schemas.openxmlformats.org/drawingml/2006/main" prst="line">
            <a:avLst/>
          </a:prstGeom>
          <a:noFill xmlns:a="http://schemas.openxmlformats.org/drawingml/2006/main"/>
          <a:ln xmlns:a="http://schemas.openxmlformats.org/drawingml/2006/main" w="28575">
            <a:solidFill>
              <a:srgbClr val="0F6E73"/>
            </a:solidFill>
            <a:prstDash val="solid"/>
          </a:ln>
        </p:spPr>
      </p:sp>
      <p:sp>
        <p:nvSpPr>
          <p:cNvPr id="27" name="o26">
            <a:extLst xmlns:a="http://schemas.openxmlformats.org/drawingml/2006/main">
              <a:ext uri="{FF2B5EF4-FFF2-40B4-BE49-F238E27FC236}">
                <a16:creationId xmlns:a16="http://schemas.microsoft.com/office/drawing/2014/main" id="{19468421-7FEC-4275-9C02-D7FCD1B7648F}"/>
              </a:ext>
            </a:extLst>
          </p:cNvPr>
          <p:cNvSpPr>
            <a:spLocks xmlns:a="http://schemas.openxmlformats.org/drawingml/2006/main" noGrp="1"/>
          </p:cNvSpPr>
          <p:nvPr/>
        </p:nvSpPr>
        <p:spPr>
          <a:xfrm xmlns:a="http://schemas.openxmlformats.org/drawingml/2006/main">
            <a:off x="8191500" y="4762500"/>
            <a:ext cx="323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0F6E73"/>
                </a:solidFill>
                <a:latin typeface="Noto Sans SC"/>
                <a:ea typeface="Noto Sans SC"/>
                <a:cs typeface="Noto Sans SC"/>
              </a:defRPr>
            </a:defPPr>
            <a:lvl1pPr algn="l">
              <a:defRPr sz="1650" b="1">
                <a:solidFill>
                  <a:srgbClr val="0F6E73"/>
                </a:solidFill>
                <a:latin typeface="Noto Sans SC"/>
                <a:ea typeface="Noto Sans SC"/>
                <a:cs typeface="Noto Sans SC"/>
              </a:defRPr>
            </a:lvl1pPr>
            <a:lvl2pPr algn="l">
              <a:defRPr sz="1650" b="1">
                <a:solidFill>
                  <a:srgbClr val="0F6E73"/>
                </a:solidFill>
                <a:latin typeface="Noto Sans SC"/>
                <a:ea typeface="Noto Sans SC"/>
                <a:cs typeface="Noto Sans SC"/>
              </a:defRPr>
            </a:lvl2pPr>
            <a:lvl3pPr algn="l">
              <a:defRPr sz="1650" b="1">
                <a:solidFill>
                  <a:srgbClr val="0F6E73"/>
                </a:solidFill>
                <a:latin typeface="Noto Sans SC"/>
                <a:ea typeface="Noto Sans SC"/>
                <a:cs typeface="Noto Sans SC"/>
              </a:defRPr>
            </a:lvl3pPr>
            <a:lvl4pPr algn="l">
              <a:defRPr sz="1650" b="1">
                <a:solidFill>
                  <a:srgbClr val="0F6E73"/>
                </a:solidFill>
                <a:latin typeface="Noto Sans SC"/>
                <a:ea typeface="Noto Sans SC"/>
                <a:cs typeface="Noto Sans SC"/>
              </a:defRPr>
            </a:lvl4pPr>
            <a:lvl5pPr algn="l">
              <a:defRPr sz="1650" b="1">
                <a:solidFill>
                  <a:srgbClr val="0F6E73"/>
                </a:solidFill>
                <a:latin typeface="Noto Sans SC"/>
                <a:ea typeface="Noto Sans SC"/>
                <a:cs typeface="Noto Sans SC"/>
              </a:defRPr>
            </a:lvl5pPr>
            <a:lvl6pPr algn="l">
              <a:defRPr sz="1650" b="1">
                <a:solidFill>
                  <a:srgbClr val="0F6E73"/>
                </a:solidFill>
                <a:latin typeface="Noto Sans SC"/>
                <a:ea typeface="Noto Sans SC"/>
                <a:cs typeface="Noto Sans SC"/>
              </a:defRPr>
            </a:lvl6pPr>
            <a:lvl7pPr algn="l">
              <a:defRPr sz="1650" b="1">
                <a:solidFill>
                  <a:srgbClr val="0F6E73"/>
                </a:solidFill>
                <a:latin typeface="Noto Sans SC"/>
                <a:ea typeface="Noto Sans SC"/>
                <a:cs typeface="Noto Sans SC"/>
              </a:defRPr>
            </a:lvl7pPr>
            <a:lvl8pPr algn="l">
              <a:defRPr sz="1650" b="1">
                <a:solidFill>
                  <a:srgbClr val="0F6E73"/>
                </a:solidFill>
                <a:latin typeface="Noto Sans SC"/>
                <a:ea typeface="Noto Sans SC"/>
                <a:cs typeface="Noto Sans SC"/>
              </a:defRPr>
            </a:lvl8pPr>
            <a:lvl9pPr algn="l">
              <a:defRPr sz="1650" b="1">
                <a:solidFill>
                  <a:srgbClr val="0F6E73"/>
                </a:solidFill>
                <a:latin typeface="Noto Sans SC"/>
                <a:ea typeface="Noto Sans SC"/>
                <a:cs typeface="Noto Sans SC"/>
              </a:defRPr>
            </a:lvl9pPr>
          </a:lstStyle>
          <a:p xmlns:a="http://schemas.openxmlformats.org/drawingml/2006/main">
            <a:pPr algn="l">
              <a:defRPr sz="1650" b="1">
                <a:solidFill>
                  <a:srgbClr val="0F6E73"/>
                </a:solidFill>
                <a:latin typeface="Noto Sans SC"/>
                <a:ea typeface="Noto Sans SC"/>
                <a:cs typeface="Noto Sans SC"/>
              </a:defRPr>
            </a:pPr>
            <a:r>
              <a:rPr sz="1650" b="1">
                <a:solidFill>
                  <a:srgbClr val="0F6E73"/>
                </a:solidFill>
                <a:latin typeface="Noto Sans SC"/>
                <a:ea typeface="Noto Sans SC"/>
                <a:cs typeface="Noto Sans SC"/>
              </a:rPr>
              <a:t>持续运动差异</a:t>
            </a:r>
          </a:p>
        </p:txBody>
      </p:sp>
      <p:sp>
        <p:nvSpPr>
          <p:cNvPr id="28" name="o27">
            <a:extLst xmlns:a="http://schemas.openxmlformats.org/drawingml/2006/main">
              <a:ext uri="{FF2B5EF4-FFF2-40B4-BE49-F238E27FC236}">
                <a16:creationId xmlns:a16="http://schemas.microsoft.com/office/drawing/2014/main" id="{A5D51B63-DF53-441E-A89B-8495989EB865}"/>
              </a:ext>
            </a:extLst>
          </p:cNvPr>
          <p:cNvSpPr>
            <a:spLocks xmlns:a="http://schemas.openxmlformats.org/drawingml/2006/main" noGrp="1"/>
          </p:cNvSpPr>
          <p:nvPr/>
        </p:nvSpPr>
        <p:spPr>
          <a:xfrm xmlns:a="http://schemas.openxmlformats.org/drawingml/2006/main">
            <a:off x="8191500" y="5114925"/>
            <a:ext cx="32385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36A"/>
                </a:solidFill>
                <a:latin typeface="Noto Sans SC"/>
                <a:ea typeface="Noto Sans SC"/>
                <a:cs typeface="Noto Sans SC"/>
              </a:defRPr>
            </a:defPPr>
            <a:lvl1pPr algn="l">
              <a:defRPr sz="1425" b="0">
                <a:solidFill>
                  <a:srgbClr val="46536A"/>
                </a:solidFill>
                <a:latin typeface="Noto Sans SC"/>
                <a:ea typeface="Noto Sans SC"/>
                <a:cs typeface="Noto Sans SC"/>
              </a:defRPr>
            </a:lvl1pPr>
            <a:lvl2pPr algn="l">
              <a:defRPr sz="1425" b="0">
                <a:solidFill>
                  <a:srgbClr val="46536A"/>
                </a:solidFill>
                <a:latin typeface="Noto Sans SC"/>
                <a:ea typeface="Noto Sans SC"/>
                <a:cs typeface="Noto Sans SC"/>
              </a:defRPr>
            </a:lvl2pPr>
            <a:lvl3pPr algn="l">
              <a:defRPr sz="1425" b="0">
                <a:solidFill>
                  <a:srgbClr val="46536A"/>
                </a:solidFill>
                <a:latin typeface="Noto Sans SC"/>
                <a:ea typeface="Noto Sans SC"/>
                <a:cs typeface="Noto Sans SC"/>
              </a:defRPr>
            </a:lvl3pPr>
            <a:lvl4pPr algn="l">
              <a:defRPr sz="1425" b="0">
                <a:solidFill>
                  <a:srgbClr val="46536A"/>
                </a:solidFill>
                <a:latin typeface="Noto Sans SC"/>
                <a:ea typeface="Noto Sans SC"/>
                <a:cs typeface="Noto Sans SC"/>
              </a:defRPr>
            </a:lvl4pPr>
            <a:lvl5pPr algn="l">
              <a:defRPr sz="1425" b="0">
                <a:solidFill>
                  <a:srgbClr val="46536A"/>
                </a:solidFill>
                <a:latin typeface="Noto Sans SC"/>
                <a:ea typeface="Noto Sans SC"/>
                <a:cs typeface="Noto Sans SC"/>
              </a:defRPr>
            </a:lvl5pPr>
            <a:lvl6pPr algn="l">
              <a:defRPr sz="1425" b="0">
                <a:solidFill>
                  <a:srgbClr val="46536A"/>
                </a:solidFill>
                <a:latin typeface="Noto Sans SC"/>
                <a:ea typeface="Noto Sans SC"/>
                <a:cs typeface="Noto Sans SC"/>
              </a:defRPr>
            </a:lvl6pPr>
            <a:lvl7pPr algn="l">
              <a:defRPr sz="1425" b="0">
                <a:solidFill>
                  <a:srgbClr val="46536A"/>
                </a:solidFill>
                <a:latin typeface="Noto Sans SC"/>
                <a:ea typeface="Noto Sans SC"/>
                <a:cs typeface="Noto Sans SC"/>
              </a:defRPr>
            </a:lvl7pPr>
            <a:lvl8pPr algn="l">
              <a:defRPr sz="1425" b="0">
                <a:solidFill>
                  <a:srgbClr val="46536A"/>
                </a:solidFill>
                <a:latin typeface="Noto Sans SC"/>
                <a:ea typeface="Noto Sans SC"/>
                <a:cs typeface="Noto Sans SC"/>
              </a:defRPr>
            </a:lvl8pPr>
            <a:lvl9pPr algn="l">
              <a:defRPr sz="1425" b="0">
                <a:solidFill>
                  <a:srgbClr val="46536A"/>
                </a:solidFill>
                <a:latin typeface="Noto Sans SC"/>
                <a:ea typeface="Noto Sans SC"/>
                <a:cs typeface="Noto Sans SC"/>
              </a:defRPr>
            </a:lvl9pPr>
          </a:lstStyle>
          <a:p xmlns:a="http://schemas.openxmlformats.org/drawingml/2006/main">
            <a:pPr algn="l">
              <a:defRPr sz="1425" b="0">
                <a:solidFill>
                  <a:srgbClr val="46536A"/>
                </a:solidFill>
                <a:latin typeface="Noto Sans SC"/>
                <a:ea typeface="Noto Sans SC"/>
                <a:cs typeface="Noto Sans SC"/>
              </a:defRPr>
            </a:pPr>
            <a:r>
              <a:rPr sz="1425" b="0">
                <a:solidFill>
                  <a:srgbClr val="46536A"/>
                </a:solidFill>
                <a:latin typeface="Noto Sans SC"/>
                <a:ea typeface="Noto Sans SC"/>
                <a:cs typeface="Noto Sans SC"/>
              </a:rPr>
              <a:t>稳定差异仍参与分组</a:t>
            </a:r>
          </a:p>
        </p:txBody>
      </p:sp>
      <p:sp xmlns:a="http://schemas.openxmlformats.org/drawingml/2006/main" xmlns:m="http://schemas.openxmlformats.org/officeDocument/2006/math" xmlns:w="http://schemas.openxmlformats.org/wordprocessingml/2006/main" xmlns:a14="http://schemas.microsoft.com/office/drawing/2010/main" xmlns:r="http://schemas.openxmlformats.org/officeDocument/2006/relationships" xmlns:rel="http://schemas.openxmlformats.org/package/2006/relationships" xmlns:ct="http://schemas.openxmlformats.org/package/2006/content-types">
        <p:nvSpPr>
          <p:cNvPr id="7001" name="latex-equation-7001"/>
          <p:cNvSpPr txBox="1">
            <a:spLocks noGrp="1"/>
          </p:cNvSpPr>
          <p:nvPr/>
        </p:nvSpPr>
        <p:spPr>
          <a:xfrm>
            <a:off x="609600" y="2609850"/>
            <a:ext cx="10972800" cy="619125"/>
          </a:xfrm>
          <a:prstGeom prst="rect">
            <a:avLst/>
          </a:prstGeom>
          <a:noFill/>
          <a:ln>
            <a:noFill/>
          </a:ln>
        </p:spPr>
        <p:txBody>
          <a:bodyPr wrap="none" lIns="0" tIns="0" rIns="0" bIns="0" anchor="ctr">
            <a:noAutofit/>
          </a:bodyPr>
          <a:lstStyle/>
          <a:p>
            <a:pPr algn="ctr"/>
            <a14:m>
              <m:oMathPara>
                <m:oMath>
                  <m:sSubSup>
                    <m:e>
                      <m:r>
                        <w:rPr>
                          <w:sz w:val="42"/>
                          <w:rFonts w:ascii="Cambria Math" w:hAnsi="Cambria Math" w:eastAsia="Cambria Math"/>
                        </w:rPr>
                        <m:t>r</m:t>
                      </m:r>
                    </m:e>
                    <m:sub>
                      <m:r>
                        <w:rPr>
                          <w:sz w:val="42"/>
                          <w:rFonts w:ascii="Cambria Math" w:hAnsi="Cambria Math" w:eastAsia="Cambria Math"/>
                        </w:rPr>
                        <m:t>ij</m:t>
                      </m:r>
                    </m:sub>
                    <m:sup>
                      <m:r>
                        <w:rPr>
                          <w:sz w:val="42"/>
                          <w:rFonts w:ascii="Cambria Math" w:hAnsi="Cambria Math" w:eastAsia="Cambria Math"/>
                        </w:rPr>
                        <m:t>u</m:t>
                      </m:r>
                    </m:sup>
                  </m:sSubSup>
                  <m:r>
                    <w:rPr>
                      <w:sz w:val="42"/>
                      <w:rFonts w:ascii="Cambria Math" w:hAnsi="Cambria Math" w:eastAsia="Cambria Math"/>
                    </w:rPr>
                    <m:t>=min(</m:t>
                  </m:r>
                  <m:sSubSup>
                    <m:e>
                      <m:r>
                        <w:rPr>
                          <w:sz w:val="42"/>
                          <w:rFonts w:ascii="Cambria Math" w:hAnsi="Cambria Math" w:eastAsia="Cambria Math"/>
                        </w:rPr>
                        <m:t>r</m:t>
                      </m:r>
                    </m:e>
                    <m:sub>
                      <m:r>
                        <w:rPr>
                          <w:sz w:val="42"/>
                          <w:rFonts w:ascii="Cambria Math" w:hAnsi="Cambria Math" w:eastAsia="Cambria Math"/>
                        </w:rPr>
                        <m:t>i</m:t>
                      </m:r>
                    </m:sub>
                    <m:sup>
                      <m:r>
                        <w:rPr>
                          <w:sz w:val="42"/>
                          <w:rFonts w:ascii="Cambria Math" w:hAnsi="Cambria Math" w:eastAsia="Cambria Math"/>
                        </w:rPr>
                        <m:t>u</m:t>
                      </m:r>
                    </m:sup>
                  </m:sSubSup>
                  <m:r>
                    <w:rPr>
                      <w:sz w:val="42"/>
                      <w:rFonts w:ascii="Cambria Math" w:hAnsi="Cambria Math" w:eastAsia="Cambria Math"/>
                    </w:rPr>
                    <m:t>,</m:t>
                  </m:r>
                  <m:sSubSup>
                    <m:e>
                      <m:r>
                        <w:rPr>
                          <w:sz w:val="42"/>
                          <w:rFonts w:ascii="Cambria Math" w:hAnsi="Cambria Math" w:eastAsia="Cambria Math"/>
                        </w:rPr>
                        <m:t>r</m:t>
                      </m:r>
                    </m:e>
                    <m:sub>
                      <m:r>
                        <w:rPr>
                          <w:sz w:val="42"/>
                          <w:rFonts w:ascii="Cambria Math" w:hAnsi="Cambria Math" w:eastAsia="Cambria Math"/>
                        </w:rPr>
                        <m:t>j</m:t>
                      </m:r>
                    </m:sub>
                    <m:sup>
                      <m:r>
                        <w:rPr>
                          <w:sz w:val="42"/>
                          <w:rFonts w:ascii="Cambria Math" w:hAnsi="Cambria Math" w:eastAsia="Cambria Math"/>
                        </w:rPr>
                        <m:t>u</m:t>
                      </m:r>
                    </m:sup>
                  </m:sSubSup>
                  <m:r>
                    <w:rPr>
                      <w:sz w:val="42"/>
                      <w:rFonts w:ascii="Cambria Math" w:hAnsi="Cambria Math" w:eastAsia="Cambria Math"/>
                    </w:rPr>
                    <m:t>),</m:t>
                  </m:r>
                  <m:sSubSup>
                    <m:e>
                      <m:r>
                        <w:rPr>
                          <w:sz w:val="42"/>
                          <w:rFonts w:ascii="Cambria Math" w:hAnsi="Cambria Math" w:eastAsia="Cambria Math"/>
                        </w:rPr>
                        <m:t>r</m:t>
                      </m:r>
                    </m:e>
                    <m:sub>
                      <m:r>
                        <w:rPr>
                          <w:sz w:val="42"/>
                          <w:rFonts w:ascii="Cambria Math" w:hAnsi="Cambria Math" w:eastAsia="Cambria Math"/>
                        </w:rPr>
                        <m:t>ij</m:t>
                      </m:r>
                    </m:sub>
                    <m:sup>
                      <m:r>
                        <w:rPr>
                          <w:sz w:val="42"/>
                          <w:rFonts w:ascii="Cambria Math" w:hAnsi="Cambria Math" w:eastAsia="Cambria Math"/>
                        </w:rPr>
                        <m:t>v</m:t>
                      </m:r>
                    </m:sup>
                  </m:sSubSup>
                  <m:r>
                    <w:rPr>
                      <w:sz w:val="42"/>
                      <w:rFonts w:ascii="Cambria Math" w:hAnsi="Cambria Math" w:eastAsia="Cambria Math"/>
                    </w:rPr>
                    <m:t>=min(</m:t>
                  </m:r>
                  <m:sSubSup>
                    <m:e>
                      <m:r>
                        <w:rPr>
                          <w:sz w:val="42"/>
                          <w:rFonts w:ascii="Cambria Math" w:hAnsi="Cambria Math" w:eastAsia="Cambria Math"/>
                        </w:rPr>
                        <m:t>r</m:t>
                      </m:r>
                    </m:e>
                    <m:sub>
                      <m:r>
                        <w:rPr>
                          <w:sz w:val="42"/>
                          <w:rFonts w:ascii="Cambria Math" w:hAnsi="Cambria Math" w:eastAsia="Cambria Math"/>
                        </w:rPr>
                        <m:t>i</m:t>
                      </m:r>
                    </m:sub>
                    <m:sup>
                      <m:r>
                        <w:rPr>
                          <w:sz w:val="42"/>
                          <w:rFonts w:ascii="Cambria Math" w:hAnsi="Cambria Math" w:eastAsia="Cambria Math"/>
                        </w:rPr>
                        <m:t>v</m:t>
                      </m:r>
                    </m:sup>
                  </m:sSubSup>
                  <m:r>
                    <w:rPr>
                      <w:sz w:val="42"/>
                      <w:rFonts w:ascii="Cambria Math" w:hAnsi="Cambria Math" w:eastAsia="Cambria Math"/>
                    </w:rPr>
                    <m:t>,</m:t>
                  </m:r>
                  <m:sSubSup>
                    <m:e>
                      <m:r>
                        <w:rPr>
                          <w:sz w:val="42"/>
                          <w:rFonts w:ascii="Cambria Math" w:hAnsi="Cambria Math" w:eastAsia="Cambria Math"/>
                        </w:rPr>
                        <m:t>r</m:t>
                      </m:r>
                    </m:e>
                    <m:sub>
                      <m:r>
                        <w:rPr>
                          <w:sz w:val="42"/>
                          <w:rFonts w:ascii="Cambria Math" w:hAnsi="Cambria Math" w:eastAsia="Cambria Math"/>
                        </w:rPr>
                        <m:t>j</m:t>
                      </m:r>
                    </m:sub>
                    <m:sup>
                      <m:r>
                        <w:rPr>
                          <w:sz w:val="42"/>
                          <w:rFonts w:ascii="Cambria Math" w:hAnsi="Cambria Math" w:eastAsia="Cambria Math"/>
                        </w:rPr>
                        <m:t>v</m:t>
                      </m:r>
                    </m:sup>
                  </m:sSubSup>
                  <m:r>
                    <w:rPr>
                      <w:sz w:val="42"/>
                      <w:rFonts w:ascii="Cambria Math" w:hAnsi="Cambria Math" w:eastAsia="Cambria Math"/>
                    </w:rPr>
                    <m:t>)</m:t>
                  </m:r>
                </m:oMath>
              </m:oMathPara>
            </a14:m>
            <a:endParaRPr sz="2100"/>
          </a:p>
        </p:txBody>
      </p:sp>
      <p:sp xmlns:a="http://schemas.openxmlformats.org/drawingml/2006/main" xmlns:m="http://schemas.openxmlformats.org/officeDocument/2006/math" xmlns:w="http://schemas.openxmlformats.org/wordprocessingml/2006/main" xmlns:a14="http://schemas.microsoft.com/office/drawing/2010/main" xmlns:r="http://schemas.openxmlformats.org/officeDocument/2006/relationships" xmlns:rel="http://schemas.openxmlformats.org/package/2006/relationships" xmlns:ct="http://schemas.openxmlformats.org/package/2006/content-types">
        <p:nvSpPr>
          <p:cNvPr id="7002" name="latex-equation-7002"/>
          <p:cNvSpPr txBox="1">
            <a:spLocks noGrp="1"/>
          </p:cNvSpPr>
          <p:nvPr/>
        </p:nvSpPr>
        <p:spPr>
          <a:xfrm>
            <a:off x="609600" y="3409950"/>
            <a:ext cx="10972800" cy="838200"/>
          </a:xfrm>
          <a:prstGeom prst="rect">
            <a:avLst/>
          </a:prstGeom>
          <a:noFill/>
          <a:ln>
            <a:noFill/>
          </a:ln>
        </p:spPr>
        <p:txBody>
          <a:bodyPr wrap="none" lIns="0" tIns="0" rIns="0" bIns="0" anchor="ctr">
            <a:noAutofit/>
          </a:bodyPr>
          <a:lstStyle/>
          <a:p>
            <a:pPr algn="ctr"/>
            <a14:m>
              <m:oMathPara>
                <m:oMath>
                  <m:sSub>
                    <m:e>
                      <m:r>
                        <w:rPr>
                          <w:sz w:val="42"/>
                          <w:rFonts w:ascii="Cambria Math" w:hAnsi="Cambria Math" w:eastAsia="Cambria Math"/>
                        </w:rPr>
                        <m:t>D</m:t>
                      </m:r>
                    </m:e>
                    <m:sub>
                      <m:r>
                        <w:rPr>
                          <w:sz w:val="42"/>
                          <w:rFonts w:ascii="Cambria Math" w:hAnsi="Cambria Math" w:eastAsia="Cambria Math"/>
                        </w:rPr>
                        <m:t>ij</m:t>
                      </m:r>
                    </m:sub>
                  </m:sSub>
                  <m:r>
                    <w:rPr>
                      <w:sz w:val="42"/>
                      <w:rFonts w:ascii="Cambria Math" w:hAnsi="Cambria Math" w:eastAsia="Cambria Math"/>
                    </w:rPr>
                    <m:t>=</m:t>
                  </m:r>
                  <m:rad>
                    <m:radPr>
                      <m:degHide m:val="on"/>
                    </m:radPr>
                    <m:deg/>
                    <m:e>
                      <m:r>
                        <w:rPr>
                          <w:sz w:val="42"/>
                          <w:rFonts w:ascii="Cambria Math" w:hAnsi="Cambria Math" w:eastAsia="Cambria Math"/>
                        </w:rPr>
                        <m:t>‖</m:t>
                      </m:r>
                      <m:sSub>
                        <m:e>
                          <m:limUpp>
                            <m:e>
                              <m:r>
                                <w:rPr>
                                  <w:sz w:val="42"/>
                                  <w:rFonts w:ascii="Cambria Math" w:hAnsi="Cambria Math" w:eastAsia="Cambria Math"/>
                                </w:rPr>
                                <m:t>p</m:t>
                              </m:r>
                            </m:e>
                            <m:lim>
                              <m:r>
                                <w:rPr>
                                  <w:sz w:val="42"/>
                                  <w:rFonts w:ascii="Cambria Math" w:hAnsi="Cambria Math" w:eastAsia="Cambria Math"/>
                                </w:rPr>
                                <m:t>~</m:t>
                              </m:r>
                            </m:lim>
                          </m:limUpp>
                        </m:e>
                        <m:sub>
                          <m:r>
                            <w:rPr>
                              <w:sz w:val="42"/>
                              <w:rFonts w:ascii="Cambria Math" w:hAnsi="Cambria Math" w:eastAsia="Cambria Math"/>
                            </w:rPr>
                            <m:t>i</m:t>
                          </m:r>
                        </m:sub>
                      </m:sSub>
                      <m:r>
                        <w:rPr>
                          <w:sz w:val="42"/>
                          <w:rFonts w:ascii="Cambria Math" w:hAnsi="Cambria Math" w:eastAsia="Cambria Math"/>
                        </w:rPr>
                        <m:t>−</m:t>
                      </m:r>
                      <m:sSub>
                        <m:e>
                          <m:limUpp>
                            <m:e>
                              <m:r>
                                <w:rPr>
                                  <w:sz w:val="42"/>
                                  <w:rFonts w:ascii="Cambria Math" w:hAnsi="Cambria Math" w:eastAsia="Cambria Math"/>
                                </w:rPr>
                                <m:t>p</m:t>
                              </m:r>
                            </m:e>
                            <m:lim>
                              <m:r>
                                <w:rPr>
                                  <w:sz w:val="42"/>
                                  <w:rFonts w:ascii="Cambria Math" w:hAnsi="Cambria Math" w:eastAsia="Cambria Math"/>
                                </w:rPr>
                                <m:t>~</m:t>
                              </m:r>
                            </m:lim>
                          </m:limUpp>
                        </m:e>
                        <m:sub>
                          <m:r>
                            <w:rPr>
                              <w:sz w:val="42"/>
                              <w:rFonts w:ascii="Cambria Math" w:hAnsi="Cambria Math" w:eastAsia="Cambria Math"/>
                            </w:rPr>
                            <m:t>j</m:t>
                          </m:r>
                        </m:sub>
                      </m:sSub>
                      <m:sSup>
                        <m:e>
                          <m:r>
                            <w:rPr>
                              <w:sz w:val="42"/>
                              <w:rFonts w:ascii="Cambria Math" w:hAnsi="Cambria Math" w:eastAsia="Cambria Math"/>
                            </w:rPr>
                            <m:t>‖</m:t>
                          </m:r>
                        </m:e>
                        <m:sup>
                          <m:r>
                            <w:rPr>
                              <w:sz w:val="42"/>
                              <w:rFonts w:ascii="Cambria Math" w:hAnsi="Cambria Math" w:eastAsia="Cambria Math"/>
                            </w:rPr>
                            <m:t>2</m:t>
                          </m:r>
                        </m:sup>
                      </m:sSup>
                      <m:r>
                        <w:rPr>
                          <w:sz w:val="42"/>
                          <w:rFonts w:ascii="Cambria Math" w:hAnsi="Cambria Math" w:eastAsia="Cambria Math"/>
                        </w:rPr>
                        <m:t>+(</m:t>
                      </m:r>
                      <m:sSubSup>
                        <m:e>
                          <m:r>
                            <w:rPr>
                              <w:sz w:val="42"/>
                              <w:rFonts w:ascii="Cambria Math" w:hAnsi="Cambria Math" w:eastAsia="Cambria Math"/>
                            </w:rPr>
                            <m:t>r</m:t>
                          </m:r>
                        </m:e>
                        <m:sub>
                          <m:r>
                            <w:rPr>
                              <w:sz w:val="42"/>
                              <w:rFonts w:ascii="Cambria Math" w:hAnsi="Cambria Math" w:eastAsia="Cambria Math"/>
                            </w:rPr>
                            <m:t>ij</m:t>
                          </m:r>
                        </m:sub>
                        <m:sup>
                          <m:r>
                            <w:rPr>
                              <w:sz w:val="42"/>
                              <w:rFonts w:ascii="Cambria Math" w:hAnsi="Cambria Math" w:eastAsia="Cambria Math"/>
                            </w:rPr>
                            <m:t>u</m:t>
                          </m:r>
                        </m:sup>
                      </m:sSubSup>
                      <m:r>
                        <w:rPr>
                          <w:sz w:val="42"/>
                          <w:rFonts w:ascii="Cambria Math" w:hAnsi="Cambria Math" w:eastAsia="Cambria Math"/>
                        </w:rPr>
                        <m:t>‖</m:t>
                      </m:r>
                      <m:sSub>
                        <m:e>
                          <m:limUpp>
                            <m:e>
                              <m:r>
                                <w:rPr>
                                  <w:sz w:val="42"/>
                                  <w:rFonts w:ascii="Cambria Math" w:hAnsi="Cambria Math" w:eastAsia="Cambria Math"/>
                                </w:rPr>
                                <m:t>u</m:t>
                              </m:r>
                            </m:e>
                            <m:lim>
                              <m:r>
                                <w:rPr>
                                  <w:sz w:val="42"/>
                                  <w:rFonts w:ascii="Cambria Math" w:hAnsi="Cambria Math" w:eastAsia="Cambria Math"/>
                                </w:rPr>
                                <m:t>~</m:t>
                              </m:r>
                            </m:lim>
                          </m:limUpp>
                        </m:e>
                        <m:sub>
                          <m:r>
                            <w:rPr>
                              <w:sz w:val="42"/>
                              <w:rFonts w:ascii="Cambria Math" w:hAnsi="Cambria Math" w:eastAsia="Cambria Math"/>
                            </w:rPr>
                            <m:t>i</m:t>
                          </m:r>
                        </m:sub>
                      </m:sSub>
                      <m:r>
                        <w:rPr>
                          <w:sz w:val="42"/>
                          <w:rFonts w:ascii="Cambria Math" w:hAnsi="Cambria Math" w:eastAsia="Cambria Math"/>
                        </w:rPr>
                        <m:t>−</m:t>
                      </m:r>
                      <m:sSub>
                        <m:e>
                          <m:limUpp>
                            <m:e>
                              <m:r>
                                <w:rPr>
                                  <w:sz w:val="42"/>
                                  <w:rFonts w:ascii="Cambria Math" w:hAnsi="Cambria Math" w:eastAsia="Cambria Math"/>
                                </w:rPr>
                                <m:t>u</m:t>
                              </m:r>
                            </m:e>
                            <m:lim>
                              <m:r>
                                <w:rPr>
                                  <w:sz w:val="42"/>
                                  <w:rFonts w:ascii="Cambria Math" w:hAnsi="Cambria Math" w:eastAsia="Cambria Math"/>
                                </w:rPr>
                                <m:t>~</m:t>
                              </m:r>
                            </m:lim>
                          </m:limUpp>
                        </m:e>
                        <m:sub>
                          <m:r>
                            <w:rPr>
                              <w:sz w:val="42"/>
                              <w:rFonts w:ascii="Cambria Math" w:hAnsi="Cambria Math" w:eastAsia="Cambria Math"/>
                            </w:rPr>
                            <m:t>j</m:t>
                          </m:r>
                        </m:sub>
                      </m:sSub>
                      <m:r>
                        <w:rPr>
                          <w:sz w:val="42"/>
                          <w:rFonts w:ascii="Cambria Math" w:hAnsi="Cambria Math" w:eastAsia="Cambria Math"/>
                        </w:rPr>
                        <m:t>‖</m:t>
                      </m:r>
                      <m:sSup>
                        <m:e>
                          <m:r>
                            <w:rPr>
                              <w:sz w:val="42"/>
                              <w:rFonts w:ascii="Cambria Math" w:hAnsi="Cambria Math" w:eastAsia="Cambria Math"/>
                            </w:rPr>
                            <m:t>)</m:t>
                          </m:r>
                        </m:e>
                        <m:sup>
                          <m:r>
                            <w:rPr>
                              <w:sz w:val="42"/>
                              <w:rFonts w:ascii="Cambria Math" w:hAnsi="Cambria Math" w:eastAsia="Cambria Math"/>
                            </w:rPr>
                            <m:t>2</m:t>
                          </m:r>
                        </m:sup>
                      </m:sSup>
                      <m:r>
                        <w:rPr>
                          <w:sz w:val="42"/>
                          <w:rFonts w:ascii="Cambria Math" w:hAnsi="Cambria Math" w:eastAsia="Cambria Math"/>
                        </w:rPr>
                        <m:t>+(</m:t>
                      </m:r>
                      <m:sSubSup>
                        <m:e>
                          <m:r>
                            <w:rPr>
                              <w:sz w:val="42"/>
                              <w:rFonts w:ascii="Cambria Math" w:hAnsi="Cambria Math" w:eastAsia="Cambria Math"/>
                            </w:rPr>
                            <m:t>r</m:t>
                          </m:r>
                        </m:e>
                        <m:sub>
                          <m:r>
                            <w:rPr>
                              <w:sz w:val="42"/>
                              <w:rFonts w:ascii="Cambria Math" w:hAnsi="Cambria Math" w:eastAsia="Cambria Math"/>
                            </w:rPr>
                            <m:t>ij</m:t>
                          </m:r>
                        </m:sub>
                        <m:sup>
                          <m:r>
                            <w:rPr>
                              <w:sz w:val="42"/>
                              <w:rFonts w:ascii="Cambria Math" w:hAnsi="Cambria Math" w:eastAsia="Cambria Math"/>
                            </w:rPr>
                            <m:t>v</m:t>
                          </m:r>
                        </m:sup>
                      </m:sSubSup>
                      <m:r>
                        <w:rPr>
                          <w:sz w:val="42"/>
                          <w:rFonts w:ascii="Cambria Math" w:hAnsi="Cambria Math" w:eastAsia="Cambria Math"/>
                        </w:rPr>
                        <m:t>|</m:t>
                      </m:r>
                      <m:sSub>
                        <m:e>
                          <m:limUpp>
                            <m:e>
                              <m:r>
                                <w:rPr>
                                  <w:sz w:val="42"/>
                                  <w:rFonts w:ascii="Cambria Math" w:hAnsi="Cambria Math" w:eastAsia="Cambria Math"/>
                                </w:rPr>
                                <m:t>v</m:t>
                              </m:r>
                            </m:e>
                            <m:lim>
                              <m:r>
                                <w:rPr>
                                  <w:sz w:val="42"/>
                                  <w:rFonts w:ascii="Cambria Math" w:hAnsi="Cambria Math" w:eastAsia="Cambria Math"/>
                                </w:rPr>
                                <m:t>~</m:t>
                              </m:r>
                            </m:lim>
                          </m:limUpp>
                        </m:e>
                        <m:sub>
                          <m:r>
                            <w:rPr>
                              <w:sz w:val="42"/>
                              <w:rFonts w:ascii="Cambria Math" w:hAnsi="Cambria Math" w:eastAsia="Cambria Math"/>
                            </w:rPr>
                            <m:t>i</m:t>
                          </m:r>
                        </m:sub>
                      </m:sSub>
                      <m:r>
                        <w:rPr>
                          <w:sz w:val="42"/>
                          <w:rFonts w:ascii="Cambria Math" w:hAnsi="Cambria Math" w:eastAsia="Cambria Math"/>
                        </w:rPr>
                        <m:t>−</m:t>
                      </m:r>
                      <m:sSub>
                        <m:e>
                          <m:limUpp>
                            <m:e>
                              <m:r>
                                <w:rPr>
                                  <w:sz w:val="42"/>
                                  <w:rFonts w:ascii="Cambria Math" w:hAnsi="Cambria Math" w:eastAsia="Cambria Math"/>
                                </w:rPr>
                                <m:t>v</m:t>
                              </m:r>
                            </m:e>
                            <m:lim>
                              <m:r>
                                <w:rPr>
                                  <w:sz w:val="42"/>
                                  <w:rFonts w:ascii="Cambria Math" w:hAnsi="Cambria Math" w:eastAsia="Cambria Math"/>
                                </w:rPr>
                                <m:t>~</m:t>
                              </m:r>
                            </m:lim>
                          </m:limUpp>
                        </m:e>
                        <m:sub>
                          <m:r>
                            <w:rPr>
                              <w:sz w:val="42"/>
                              <w:rFonts w:ascii="Cambria Math" w:hAnsi="Cambria Math" w:eastAsia="Cambria Math"/>
                            </w:rPr>
                            <m:t>j</m:t>
                          </m:r>
                        </m:sub>
                      </m:sSub>
                      <m:r>
                        <w:rPr>
                          <w:sz w:val="42"/>
                          <w:rFonts w:ascii="Cambria Math" w:hAnsi="Cambria Math" w:eastAsia="Cambria Math"/>
                        </w:rPr>
                        <m:t>|</m:t>
                      </m:r>
                      <m:sSup>
                        <m:e>
                          <m:r>
                            <w:rPr>
                              <w:sz w:val="42"/>
                              <w:rFonts w:ascii="Cambria Math" w:hAnsi="Cambria Math" w:eastAsia="Cambria Math"/>
                            </w:rPr>
                            <m:t>)</m:t>
                          </m:r>
                        </m:e>
                        <m:sup>
                          <m:r>
                            <w:rPr>
                              <w:sz w:val="42"/>
                              <w:rFonts w:ascii="Cambria Math" w:hAnsi="Cambria Math" w:eastAsia="Cambria Math"/>
                            </w:rPr>
                            <m:t>2</m:t>
                          </m:r>
                        </m:sup>
                      </m:sSup>
                    </m:e>
                  </m:rad>
                </m:oMath>
              </m:oMathPara>
            </a14:m>
            <a:endParaRPr sz="2100"/>
          </a:p>
        </p:txBody>
      </p:sp>
    </p:spTree>
    <p:extLst>
      <p:ext uri="{BB962C8B-B14F-4D97-AF65-F5344CB8AC3E}">
        <p14:creationId xmlns:p14="http://schemas.microsoft.com/office/powerpoint/2010/main" val="1027525371"/>
      </p:ext>
    </p:extLst>
  </p:cSld>
</p:sld>
</file>

<file path=ppt/slides/slide12.xml><?xml version="1.0" encoding="utf-8"?>
<p:sld xmlns:p="http://schemas.openxmlformats.org/presentationml/2006/main">
  <p:cSld>
    <p:bg>
      <p:bgPr>
        <a:solidFill xmlns:a="http://schemas.openxmlformats.org/drawingml/2006/main">
          <a:srgbClr val="ECEFF1"/>
        </a:solidFill>
      </p:bgPr>
    </p:bg>
    <p:spTree>
      <p:nvGrpSpPr>
        <p:cNvPr id="1" name=""/>
        <p:cNvGrpSpPr/>
        <p:nvPr/>
      </p:nvGrpSpPr>
      <p:grpSpPr>
        <a:xfrm xmlns:a="http://schemas.openxmlformats.org/drawingml/2006/main"/>
      </p:grpSpPr>
      <p:sp>
        <p:nvSpPr>
          <p:cNvPr id="50" name="o0">
            <a:extLst xmlns:a="http://schemas.openxmlformats.org/drawingml/2006/main">
              <a:ext uri="{FF2B5EF4-FFF2-40B4-BE49-F238E27FC236}">
                <a16:creationId xmlns:a16="http://schemas.microsoft.com/office/drawing/2014/main" id="{C6D62AB2-FDAA-4DB1-A58D-C47DD3ADC276}"/>
              </a:ext>
            </a:extLst>
          </p:cNvPr>
          <p:cNvSpPr>
            <a:spLocks xmlns:a="http://schemas.openxmlformats.org/drawingml/2006/main" noGrp="1"/>
          </p:cNvSpPr>
          <p:nvPr/>
        </p:nvSpPr>
        <p:spPr>
          <a:xfrm xmlns:a="http://schemas.openxmlformats.org/drawingml/2006/main">
            <a:off x="609600" y="219075"/>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B85A1E"/>
                </a:solidFill>
                <a:latin typeface="Noto Sans SC"/>
                <a:ea typeface="Noto Sans SC"/>
                <a:cs typeface="Noto Sans SC"/>
              </a:defRPr>
            </a:defPPr>
            <a:lvl1pPr algn="l">
              <a:defRPr sz="1275" b="1">
                <a:solidFill>
                  <a:srgbClr val="B85A1E"/>
                </a:solidFill>
                <a:latin typeface="Noto Sans SC"/>
                <a:ea typeface="Noto Sans SC"/>
                <a:cs typeface="Noto Sans SC"/>
              </a:defRPr>
            </a:lvl1pPr>
            <a:lvl2pPr algn="l">
              <a:defRPr sz="1275" b="1">
                <a:solidFill>
                  <a:srgbClr val="B85A1E"/>
                </a:solidFill>
                <a:latin typeface="Noto Sans SC"/>
                <a:ea typeface="Noto Sans SC"/>
                <a:cs typeface="Noto Sans SC"/>
              </a:defRPr>
            </a:lvl2pPr>
            <a:lvl3pPr algn="l">
              <a:defRPr sz="1275" b="1">
                <a:solidFill>
                  <a:srgbClr val="B85A1E"/>
                </a:solidFill>
                <a:latin typeface="Noto Sans SC"/>
                <a:ea typeface="Noto Sans SC"/>
                <a:cs typeface="Noto Sans SC"/>
              </a:defRPr>
            </a:lvl3pPr>
            <a:lvl4pPr algn="l">
              <a:defRPr sz="1275" b="1">
                <a:solidFill>
                  <a:srgbClr val="B85A1E"/>
                </a:solidFill>
                <a:latin typeface="Noto Sans SC"/>
                <a:ea typeface="Noto Sans SC"/>
                <a:cs typeface="Noto Sans SC"/>
              </a:defRPr>
            </a:lvl4pPr>
            <a:lvl5pPr algn="l">
              <a:defRPr sz="1275" b="1">
                <a:solidFill>
                  <a:srgbClr val="B85A1E"/>
                </a:solidFill>
                <a:latin typeface="Noto Sans SC"/>
                <a:ea typeface="Noto Sans SC"/>
                <a:cs typeface="Noto Sans SC"/>
              </a:defRPr>
            </a:lvl5pPr>
            <a:lvl6pPr algn="l">
              <a:defRPr sz="1275" b="1">
                <a:solidFill>
                  <a:srgbClr val="B85A1E"/>
                </a:solidFill>
                <a:latin typeface="Noto Sans SC"/>
                <a:ea typeface="Noto Sans SC"/>
                <a:cs typeface="Noto Sans SC"/>
              </a:defRPr>
            </a:lvl6pPr>
            <a:lvl7pPr algn="l">
              <a:defRPr sz="1275" b="1">
                <a:solidFill>
                  <a:srgbClr val="B85A1E"/>
                </a:solidFill>
                <a:latin typeface="Noto Sans SC"/>
                <a:ea typeface="Noto Sans SC"/>
                <a:cs typeface="Noto Sans SC"/>
              </a:defRPr>
            </a:lvl7pPr>
            <a:lvl8pPr algn="l">
              <a:defRPr sz="1275" b="1">
                <a:solidFill>
                  <a:srgbClr val="B85A1E"/>
                </a:solidFill>
                <a:latin typeface="Noto Sans SC"/>
                <a:ea typeface="Noto Sans SC"/>
                <a:cs typeface="Noto Sans SC"/>
              </a:defRPr>
            </a:lvl8pPr>
            <a:lvl9pPr algn="l">
              <a:defRPr sz="1275" b="1">
                <a:solidFill>
                  <a:srgbClr val="B85A1E"/>
                </a:solidFill>
                <a:latin typeface="Noto Sans SC"/>
                <a:ea typeface="Noto Sans SC"/>
                <a:cs typeface="Noto Sans SC"/>
              </a:defRPr>
            </a:lvl9pPr>
          </a:lstStyle>
          <a:p xmlns:a="http://schemas.openxmlformats.org/drawingml/2006/main">
            <a:pPr algn="l">
              <a:defRPr sz="1275" b="1">
                <a:solidFill>
                  <a:srgbClr val="B85A1E"/>
                </a:solidFill>
                <a:latin typeface="Noto Sans SC"/>
                <a:ea typeface="Noto Sans SC"/>
                <a:cs typeface="Noto Sans SC"/>
              </a:defRPr>
            </a:pPr>
            <a:r>
              <a:rPr sz="1275" b="1">
                <a:solidFill>
                  <a:srgbClr val="B85A1E"/>
                </a:solidFill>
                <a:latin typeface="Noto Sans SC"/>
                <a:ea typeface="Noto Sans SC"/>
                <a:cs typeface="Noto Sans SC"/>
              </a:rPr>
              <a:t>聚类 · DBSCAN 扩展过程</a:t>
            </a:r>
          </a:p>
        </p:txBody>
      </p:sp>
      <p:sp>
        <p:nvSpPr>
          <p:cNvPr id="2" name="o1">
            <a:extLst xmlns:a="http://schemas.openxmlformats.org/drawingml/2006/main">
              <a:ext uri="{FF2B5EF4-FFF2-40B4-BE49-F238E27FC236}">
                <a16:creationId xmlns:a16="http://schemas.microsoft.com/office/drawing/2014/main" id="{077EC98F-6AFC-47C9-8D1E-3DAAE867892B}"/>
              </a:ext>
            </a:extLst>
          </p:cNvPr>
          <p:cNvSpPr>
            <a:spLocks xmlns:a="http://schemas.openxmlformats.org/drawingml/2006/main" noGrp="1"/>
          </p:cNvSpPr>
          <p:nvPr/>
        </p:nvSpPr>
        <p:spPr>
          <a:xfrm xmlns:a="http://schemas.openxmlformats.org/drawingml/2006/main">
            <a:off x="609600" y="6000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700" b="1">
                <a:solidFill>
                  <a:srgbClr val="16243A"/>
                </a:solidFill>
                <a:latin typeface="Noto Serif SC"/>
                <a:ea typeface="Noto Serif SC"/>
                <a:cs typeface="Noto Serif SC"/>
              </a:defRPr>
            </a:defPPr>
            <a:lvl1pPr algn="l">
              <a:defRPr sz="2700" b="1">
                <a:solidFill>
                  <a:srgbClr val="16243A"/>
                </a:solidFill>
                <a:latin typeface="Noto Serif SC"/>
                <a:ea typeface="Noto Serif SC"/>
                <a:cs typeface="Noto Serif SC"/>
              </a:defRPr>
            </a:lvl1pPr>
            <a:lvl2pPr algn="l">
              <a:defRPr sz="2700" b="1">
                <a:solidFill>
                  <a:srgbClr val="16243A"/>
                </a:solidFill>
                <a:latin typeface="Noto Serif SC"/>
                <a:ea typeface="Noto Serif SC"/>
                <a:cs typeface="Noto Serif SC"/>
              </a:defRPr>
            </a:lvl2pPr>
            <a:lvl3pPr algn="l">
              <a:defRPr sz="2700" b="1">
                <a:solidFill>
                  <a:srgbClr val="16243A"/>
                </a:solidFill>
                <a:latin typeface="Noto Serif SC"/>
                <a:ea typeface="Noto Serif SC"/>
                <a:cs typeface="Noto Serif SC"/>
              </a:defRPr>
            </a:lvl3pPr>
            <a:lvl4pPr algn="l">
              <a:defRPr sz="2700" b="1">
                <a:solidFill>
                  <a:srgbClr val="16243A"/>
                </a:solidFill>
                <a:latin typeface="Noto Serif SC"/>
                <a:ea typeface="Noto Serif SC"/>
                <a:cs typeface="Noto Serif SC"/>
              </a:defRPr>
            </a:lvl4pPr>
            <a:lvl5pPr algn="l">
              <a:defRPr sz="2700" b="1">
                <a:solidFill>
                  <a:srgbClr val="16243A"/>
                </a:solidFill>
                <a:latin typeface="Noto Serif SC"/>
                <a:ea typeface="Noto Serif SC"/>
                <a:cs typeface="Noto Serif SC"/>
              </a:defRPr>
            </a:lvl5pPr>
            <a:lvl6pPr algn="l">
              <a:defRPr sz="2700" b="1">
                <a:solidFill>
                  <a:srgbClr val="16243A"/>
                </a:solidFill>
                <a:latin typeface="Noto Serif SC"/>
                <a:ea typeface="Noto Serif SC"/>
                <a:cs typeface="Noto Serif SC"/>
              </a:defRPr>
            </a:lvl6pPr>
            <a:lvl7pPr algn="l">
              <a:defRPr sz="2700" b="1">
                <a:solidFill>
                  <a:srgbClr val="16243A"/>
                </a:solidFill>
                <a:latin typeface="Noto Serif SC"/>
                <a:ea typeface="Noto Serif SC"/>
                <a:cs typeface="Noto Serif SC"/>
              </a:defRPr>
            </a:lvl7pPr>
            <a:lvl8pPr algn="l">
              <a:defRPr sz="2700" b="1">
                <a:solidFill>
                  <a:srgbClr val="16243A"/>
                </a:solidFill>
                <a:latin typeface="Noto Serif SC"/>
                <a:ea typeface="Noto Serif SC"/>
                <a:cs typeface="Noto Serif SC"/>
              </a:defRPr>
            </a:lvl8pPr>
            <a:lvl9pPr algn="l">
              <a:defRPr sz="2700" b="1">
                <a:solidFill>
                  <a:srgbClr val="16243A"/>
                </a:solidFill>
                <a:latin typeface="Noto Serif SC"/>
                <a:ea typeface="Noto Serif SC"/>
                <a:cs typeface="Noto Serif SC"/>
              </a:defRPr>
            </a:lvl9pPr>
          </a:lstStyle>
          <a:p xmlns:a="http://schemas.openxmlformats.org/drawingml/2006/main">
            <a:pPr algn="l">
              <a:defRPr sz="2700" b="1">
                <a:solidFill>
                  <a:srgbClr val="16243A"/>
                </a:solidFill>
                <a:latin typeface="Noto Serif SC"/>
                <a:ea typeface="Noto Serif SC"/>
                <a:cs typeface="Noto Serif SC"/>
              </a:defRPr>
            </a:pPr>
            <a:r>
              <a:rPr sz="2700" b="1">
                <a:solidFill>
                  <a:srgbClr val="16243A"/>
                </a:solidFill>
                <a:latin typeface="Noto Serif SC"/>
                <a:ea typeface="Noto Serif SC"/>
                <a:cs typeface="Noto Serif SC"/>
              </a:rPr>
              <a:t>预计算邻域通过密度连通形成成员集合</a:t>
            </a:r>
          </a:p>
        </p:txBody>
      </p:sp>
      <p:sp>
        <p:nvSpPr>
          <p:cNvPr id="3" name="line-2">
            <a:extLst xmlns:a="http://schemas.openxmlformats.org/drawingml/2006/main">
              <a:ext uri="{FF2B5EF4-FFF2-40B4-BE49-F238E27FC236}">
                <a16:creationId xmlns:a16="http://schemas.microsoft.com/office/drawing/2014/main" id="{DA9A536D-21EC-4C30-A139-527CAD4470EA}"/>
              </a:ext>
            </a:extLst>
          </p:cNvPr>
          <p:cNvSpPr>
            <a:spLocks xmlns:a="http://schemas.openxmlformats.org/drawingml/2006/main" noGrp="1"/>
          </p:cNvSpPr>
          <p:nvPr/>
        </p:nvSpPr>
        <p:spPr>
          <a:xfrm xmlns:a="http://schemas.openxmlformats.org/drawingml/2006/main" flipV="0">
            <a:off x="609600" y="1200150"/>
            <a:ext cx="10972800" cy="953"/>
          </a:xfrm>
          <a:prstGeom xmlns:a="http://schemas.openxmlformats.org/drawingml/2006/main" prst="line">
            <a:avLst/>
          </a:prstGeom>
          <a:noFill xmlns:a="http://schemas.openxmlformats.org/drawingml/2006/main"/>
          <a:ln xmlns:a="http://schemas.openxmlformats.org/drawingml/2006/main" w="14288">
            <a:solidFill>
              <a:srgbClr val="D5DAE0"/>
            </a:solidFill>
            <a:prstDash val="solid"/>
          </a:ln>
        </p:spPr>
      </p:sp>
      <p:sp>
        <p:nvSpPr>
          <p:cNvPr id="4" name="o3">
            <a:extLst xmlns:a="http://schemas.openxmlformats.org/drawingml/2006/main">
              <a:ext uri="{FF2B5EF4-FFF2-40B4-BE49-F238E27FC236}">
                <a16:creationId xmlns:a16="http://schemas.microsoft.com/office/drawing/2014/main" id="{8FAAF9FD-2772-49BA-87F6-106DE43BAB4D}"/>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00" b="0">
                <a:solidFill>
                  <a:srgbClr val="6B7689"/>
                </a:solidFill>
                <a:latin typeface="Noto Sans SC"/>
                <a:ea typeface="Noto Sans SC"/>
                <a:cs typeface="Noto Sans SC"/>
              </a:defRPr>
            </a:defPPr>
            <a:lvl1pPr algn="l">
              <a:defRPr sz="900" b="0">
                <a:solidFill>
                  <a:srgbClr val="6B7689"/>
                </a:solidFill>
                <a:latin typeface="Noto Sans SC"/>
                <a:ea typeface="Noto Sans SC"/>
                <a:cs typeface="Noto Sans SC"/>
              </a:defRPr>
            </a:lvl1pPr>
            <a:lvl2pPr algn="l">
              <a:defRPr sz="900" b="0">
                <a:solidFill>
                  <a:srgbClr val="6B7689"/>
                </a:solidFill>
                <a:latin typeface="Noto Sans SC"/>
                <a:ea typeface="Noto Sans SC"/>
                <a:cs typeface="Noto Sans SC"/>
              </a:defRPr>
            </a:lvl2pPr>
            <a:lvl3pPr algn="l">
              <a:defRPr sz="900" b="0">
                <a:solidFill>
                  <a:srgbClr val="6B7689"/>
                </a:solidFill>
                <a:latin typeface="Noto Sans SC"/>
                <a:ea typeface="Noto Sans SC"/>
                <a:cs typeface="Noto Sans SC"/>
              </a:defRPr>
            </a:lvl3pPr>
            <a:lvl4pPr algn="l">
              <a:defRPr sz="900" b="0">
                <a:solidFill>
                  <a:srgbClr val="6B7689"/>
                </a:solidFill>
                <a:latin typeface="Noto Sans SC"/>
                <a:ea typeface="Noto Sans SC"/>
                <a:cs typeface="Noto Sans SC"/>
              </a:defRPr>
            </a:lvl4pPr>
            <a:lvl5pPr algn="l">
              <a:defRPr sz="900" b="0">
                <a:solidFill>
                  <a:srgbClr val="6B7689"/>
                </a:solidFill>
                <a:latin typeface="Noto Sans SC"/>
                <a:ea typeface="Noto Sans SC"/>
                <a:cs typeface="Noto Sans SC"/>
              </a:defRPr>
            </a:lvl5pPr>
            <a:lvl6pPr algn="l">
              <a:defRPr sz="900" b="0">
                <a:solidFill>
                  <a:srgbClr val="6B7689"/>
                </a:solidFill>
                <a:latin typeface="Noto Sans SC"/>
                <a:ea typeface="Noto Sans SC"/>
                <a:cs typeface="Noto Sans SC"/>
              </a:defRPr>
            </a:lvl6pPr>
            <a:lvl7pPr algn="l">
              <a:defRPr sz="900" b="0">
                <a:solidFill>
                  <a:srgbClr val="6B7689"/>
                </a:solidFill>
                <a:latin typeface="Noto Sans SC"/>
                <a:ea typeface="Noto Sans SC"/>
                <a:cs typeface="Noto Sans SC"/>
              </a:defRPr>
            </a:lvl7pPr>
            <a:lvl8pPr algn="l">
              <a:defRPr sz="900" b="0">
                <a:solidFill>
                  <a:srgbClr val="6B7689"/>
                </a:solidFill>
                <a:latin typeface="Noto Sans SC"/>
                <a:ea typeface="Noto Sans SC"/>
                <a:cs typeface="Noto Sans SC"/>
              </a:defRPr>
            </a:lvl8pPr>
            <a:lvl9pPr algn="l">
              <a:defRPr sz="900" b="0">
                <a:solidFill>
                  <a:srgbClr val="6B7689"/>
                </a:solidFill>
                <a:latin typeface="Noto Sans SC"/>
                <a:ea typeface="Noto Sans SC"/>
                <a:cs typeface="Noto Sans SC"/>
              </a:defRPr>
            </a:lvl9pPr>
          </a:lstStyle>
          <a:p xmlns:a="http://schemas.openxmlformats.org/drawingml/2006/main">
            <a:pPr algn="l">
              <a:defRPr sz="900" b="0">
                <a:solidFill>
                  <a:srgbClr val="6B7689"/>
                </a:solidFill>
                <a:latin typeface="Noto Sans SC"/>
                <a:ea typeface="Noto Sans SC"/>
                <a:cs typeface="Noto Sans SC"/>
              </a:defRPr>
            </a:pPr>
            <a:r>
              <a:rPr sz="900" b="0">
                <a:solidFill>
                  <a:srgbClr val="6B7689"/>
                </a:solidFill>
                <a:latin typeface="Noto Sans SC"/>
                <a:ea typeface="Noto Sans SC"/>
                <a:cs typeface="Noto Sans SC"/>
              </a:rPr>
              <a:t>project_reference §16.3、§16.5；F03；method_evidence.json</a:t>
            </a:r>
          </a:p>
        </p:txBody>
      </p:sp>
      <p:sp>
        <p:nvSpPr>
          <p:cNvPr id="5" name="o4">
            <a:extLst xmlns:a="http://schemas.openxmlformats.org/drawingml/2006/main">
              <a:ext uri="{FF2B5EF4-FFF2-40B4-BE49-F238E27FC236}">
                <a16:creationId xmlns:a16="http://schemas.microsoft.com/office/drawing/2014/main" id="{88F1E990-2C6F-40DB-B5DA-398DD093DC32}"/>
              </a:ext>
            </a:extLst>
          </p:cNvPr>
          <p:cNvSpPr>
            <a:spLocks xmlns:a="http://schemas.openxmlformats.org/drawingml/2006/main" noGrp="1"/>
          </p:cNvSpPr>
          <p:nvPr/>
        </p:nvSpPr>
        <p:spPr>
          <a:xfrm xmlns:a="http://schemas.openxmlformats.org/drawingml/2006/main">
            <a:off x="10896600" y="6505575"/>
            <a:ext cx="68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6B7689"/>
                </a:solidFill>
                <a:latin typeface="Noto Sans SC"/>
                <a:ea typeface="Noto Sans SC"/>
                <a:cs typeface="Noto Sans SC"/>
              </a:defRPr>
            </a:defPPr>
            <a:lvl1pPr algn="r">
              <a:defRPr sz="1200" b="0">
                <a:solidFill>
                  <a:srgbClr val="6B7689"/>
                </a:solidFill>
                <a:latin typeface="Noto Sans SC"/>
                <a:ea typeface="Noto Sans SC"/>
                <a:cs typeface="Noto Sans SC"/>
              </a:defRPr>
            </a:lvl1pPr>
            <a:lvl2pPr algn="r">
              <a:defRPr sz="1200" b="0">
                <a:solidFill>
                  <a:srgbClr val="6B7689"/>
                </a:solidFill>
                <a:latin typeface="Noto Sans SC"/>
                <a:ea typeface="Noto Sans SC"/>
                <a:cs typeface="Noto Sans SC"/>
              </a:defRPr>
            </a:lvl2pPr>
            <a:lvl3pPr algn="r">
              <a:defRPr sz="1200" b="0">
                <a:solidFill>
                  <a:srgbClr val="6B7689"/>
                </a:solidFill>
                <a:latin typeface="Noto Sans SC"/>
                <a:ea typeface="Noto Sans SC"/>
                <a:cs typeface="Noto Sans SC"/>
              </a:defRPr>
            </a:lvl3pPr>
            <a:lvl4pPr algn="r">
              <a:defRPr sz="1200" b="0">
                <a:solidFill>
                  <a:srgbClr val="6B7689"/>
                </a:solidFill>
                <a:latin typeface="Noto Sans SC"/>
                <a:ea typeface="Noto Sans SC"/>
                <a:cs typeface="Noto Sans SC"/>
              </a:defRPr>
            </a:lvl4pPr>
            <a:lvl5pPr algn="r">
              <a:defRPr sz="1200" b="0">
                <a:solidFill>
                  <a:srgbClr val="6B7689"/>
                </a:solidFill>
                <a:latin typeface="Noto Sans SC"/>
                <a:ea typeface="Noto Sans SC"/>
                <a:cs typeface="Noto Sans SC"/>
              </a:defRPr>
            </a:lvl5pPr>
            <a:lvl6pPr algn="r">
              <a:defRPr sz="1200" b="0">
                <a:solidFill>
                  <a:srgbClr val="6B7689"/>
                </a:solidFill>
                <a:latin typeface="Noto Sans SC"/>
                <a:ea typeface="Noto Sans SC"/>
                <a:cs typeface="Noto Sans SC"/>
              </a:defRPr>
            </a:lvl6pPr>
            <a:lvl7pPr algn="r">
              <a:defRPr sz="1200" b="0">
                <a:solidFill>
                  <a:srgbClr val="6B7689"/>
                </a:solidFill>
                <a:latin typeface="Noto Sans SC"/>
                <a:ea typeface="Noto Sans SC"/>
                <a:cs typeface="Noto Sans SC"/>
              </a:defRPr>
            </a:lvl7pPr>
            <a:lvl8pPr algn="r">
              <a:defRPr sz="1200" b="0">
                <a:solidFill>
                  <a:srgbClr val="6B7689"/>
                </a:solidFill>
                <a:latin typeface="Noto Sans SC"/>
                <a:ea typeface="Noto Sans SC"/>
                <a:cs typeface="Noto Sans SC"/>
              </a:defRPr>
            </a:lvl8pPr>
            <a:lvl9pPr algn="r">
              <a:defRPr sz="1200" b="0">
                <a:solidFill>
                  <a:srgbClr val="6B7689"/>
                </a:solidFill>
                <a:latin typeface="Noto Sans SC"/>
                <a:ea typeface="Noto Sans SC"/>
                <a:cs typeface="Noto Sans SC"/>
              </a:defRPr>
            </a:lvl9pPr>
          </a:lstStyle>
          <a:p xmlns:a="http://schemas.openxmlformats.org/drawingml/2006/main">
            <a:pPr algn="r">
              <a:defRPr sz="1200" b="0">
                <a:solidFill>
                  <a:srgbClr val="6B7689"/>
                </a:solidFill>
                <a:latin typeface="Noto Sans SC"/>
                <a:ea typeface="Noto Sans SC"/>
                <a:cs typeface="Noto Sans SC"/>
              </a:defRPr>
            </a:pPr>
            <a:r>
              <a:rPr sz="1200" b="0">
                <a:solidFill>
                  <a:srgbClr val="6B7689"/>
                </a:solidFill>
                <a:latin typeface="Noto Sans SC"/>
                <a:ea typeface="Noto Sans SC"/>
                <a:cs typeface="Noto Sans SC"/>
              </a:rPr>
              <a:t>12 / 39</a:t>
            </a:r>
          </a:p>
        </p:txBody>
      </p:sp>
      <p:sp>
        <p:nvSpPr>
          <p:cNvPr id="6" name="o5">
            <a:extLst xmlns:a="http://schemas.openxmlformats.org/drawingml/2006/main">
              <a:ext uri="{FF2B5EF4-FFF2-40B4-BE49-F238E27FC236}">
                <a16:creationId xmlns:a16="http://schemas.microsoft.com/office/drawing/2014/main" id="{903C3859-B4DF-4100-BA44-E98DF3463B6E}"/>
              </a:ext>
            </a:extLst>
          </p:cNvPr>
          <p:cNvSpPr>
            <a:spLocks xmlns:a="http://schemas.openxmlformats.org/drawingml/2006/main" noGrp="1"/>
          </p:cNvSpPr>
          <p:nvPr/>
        </p:nvSpPr>
        <p:spPr>
          <a:xfrm xmlns:a="http://schemas.openxmlformats.org/drawingml/2006/main">
            <a:off x="609600" y="5981700"/>
            <a:ext cx="10972800" cy="428625"/>
          </a:xfrm>
          <a:prstGeom xmlns:a="http://schemas.openxmlformats.org/drawingml/2006/main" prst="roundRect">
            <a:avLst>
              <a:gd name="adj" fmla="val 17778"/>
            </a:avLst>
          </a:prstGeom>
          <a:solidFill xmlns:a="http://schemas.openxmlformats.org/drawingml/2006/main">
            <a:srgbClr val="D6E6E5"/>
          </a:solidFill>
          <a:ln xmlns:a="http://schemas.openxmlformats.org/drawingml/2006/main" w="0">
            <a:noFill/>
            <a:prstDash val="solid"/>
          </a:ln>
        </p:spPr>
      </p:sp>
      <p:sp>
        <p:nvSpPr>
          <p:cNvPr id="7" name="o6">
            <a:extLst xmlns:a="http://schemas.openxmlformats.org/drawingml/2006/main">
              <a:ext uri="{FF2B5EF4-FFF2-40B4-BE49-F238E27FC236}">
                <a16:creationId xmlns:a16="http://schemas.microsoft.com/office/drawing/2014/main" id="{37BD1E31-8A8A-4387-9982-C59BD2E9FDA2}"/>
              </a:ext>
            </a:extLst>
          </p:cNvPr>
          <p:cNvSpPr>
            <a:spLocks xmlns:a="http://schemas.openxmlformats.org/drawingml/2006/main" noGrp="1"/>
          </p:cNvSpPr>
          <p:nvPr/>
        </p:nvSpPr>
        <p:spPr>
          <a:xfrm xmlns:a="http://schemas.openxmlformats.org/drawingml/2006/main">
            <a:off x="781050" y="6029325"/>
            <a:ext cx="10629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75" b="1">
                <a:solidFill>
                  <a:srgbClr val="0F6E73"/>
                </a:solidFill>
                <a:latin typeface="Noto Sans SC"/>
                <a:ea typeface="Noto Sans SC"/>
                <a:cs typeface="Noto Sans SC"/>
              </a:defRPr>
            </a:defPPr>
            <a:lvl1pPr algn="l">
              <a:defRPr sz="1575" b="1">
                <a:solidFill>
                  <a:srgbClr val="0F6E73"/>
                </a:solidFill>
                <a:latin typeface="Noto Sans SC"/>
                <a:ea typeface="Noto Sans SC"/>
                <a:cs typeface="Noto Sans SC"/>
              </a:defRPr>
            </a:lvl1pPr>
            <a:lvl2pPr algn="l">
              <a:defRPr sz="1575" b="1">
                <a:solidFill>
                  <a:srgbClr val="0F6E73"/>
                </a:solidFill>
                <a:latin typeface="Noto Sans SC"/>
                <a:ea typeface="Noto Sans SC"/>
                <a:cs typeface="Noto Sans SC"/>
              </a:defRPr>
            </a:lvl2pPr>
            <a:lvl3pPr algn="l">
              <a:defRPr sz="1575" b="1">
                <a:solidFill>
                  <a:srgbClr val="0F6E73"/>
                </a:solidFill>
                <a:latin typeface="Noto Sans SC"/>
                <a:ea typeface="Noto Sans SC"/>
                <a:cs typeface="Noto Sans SC"/>
              </a:defRPr>
            </a:lvl3pPr>
            <a:lvl4pPr algn="l">
              <a:defRPr sz="1575" b="1">
                <a:solidFill>
                  <a:srgbClr val="0F6E73"/>
                </a:solidFill>
                <a:latin typeface="Noto Sans SC"/>
                <a:ea typeface="Noto Sans SC"/>
                <a:cs typeface="Noto Sans SC"/>
              </a:defRPr>
            </a:lvl4pPr>
            <a:lvl5pPr algn="l">
              <a:defRPr sz="1575" b="1">
                <a:solidFill>
                  <a:srgbClr val="0F6E73"/>
                </a:solidFill>
                <a:latin typeface="Noto Sans SC"/>
                <a:ea typeface="Noto Sans SC"/>
                <a:cs typeface="Noto Sans SC"/>
              </a:defRPr>
            </a:lvl5pPr>
            <a:lvl6pPr algn="l">
              <a:defRPr sz="1575" b="1">
                <a:solidFill>
                  <a:srgbClr val="0F6E73"/>
                </a:solidFill>
                <a:latin typeface="Noto Sans SC"/>
                <a:ea typeface="Noto Sans SC"/>
                <a:cs typeface="Noto Sans SC"/>
              </a:defRPr>
            </a:lvl6pPr>
            <a:lvl7pPr algn="l">
              <a:defRPr sz="1575" b="1">
                <a:solidFill>
                  <a:srgbClr val="0F6E73"/>
                </a:solidFill>
                <a:latin typeface="Noto Sans SC"/>
                <a:ea typeface="Noto Sans SC"/>
                <a:cs typeface="Noto Sans SC"/>
              </a:defRPr>
            </a:lvl7pPr>
            <a:lvl8pPr algn="l">
              <a:defRPr sz="1575" b="1">
                <a:solidFill>
                  <a:srgbClr val="0F6E73"/>
                </a:solidFill>
                <a:latin typeface="Noto Sans SC"/>
                <a:ea typeface="Noto Sans SC"/>
                <a:cs typeface="Noto Sans SC"/>
              </a:defRPr>
            </a:lvl8pPr>
            <a:lvl9pPr algn="l">
              <a:defRPr sz="1575" b="1">
                <a:solidFill>
                  <a:srgbClr val="0F6E73"/>
                </a:solidFill>
                <a:latin typeface="Noto Sans SC"/>
                <a:ea typeface="Noto Sans SC"/>
                <a:cs typeface="Noto Sans SC"/>
              </a:defRPr>
            </a:lvl9pPr>
          </a:lstStyle>
          <a:p xmlns:a="http://schemas.openxmlformats.org/drawingml/2006/main">
            <a:pPr algn="l">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当前 min_samples = 1，孤立目标形成单目标簇；没有自动剔除所有孤立点。</a:t>
            </a:r>
          </a:p>
        </p:txBody>
      </p:sp>
      <p:sp>
        <p:nvSpPr>
          <p:cNvPr id="8" name="o7">
            <a:extLst xmlns:a="http://schemas.openxmlformats.org/drawingml/2006/main">
              <a:ext uri="{FF2B5EF4-FFF2-40B4-BE49-F238E27FC236}">
                <a16:creationId xmlns:a16="http://schemas.microsoft.com/office/drawing/2014/main" id="{018AF6A5-6514-41F2-8DA2-6F15DD03601D}"/>
              </a:ext>
            </a:extLst>
          </p:cNvPr>
          <p:cNvSpPr>
            <a:spLocks xmlns:a="http://schemas.openxmlformats.org/drawingml/2006/main" noGrp="1"/>
          </p:cNvSpPr>
          <p:nvPr/>
        </p:nvSpPr>
        <p:spPr>
          <a:xfrm xmlns:a="http://schemas.openxmlformats.org/drawingml/2006/main">
            <a:off x="609600" y="225742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1">
                <a:solidFill>
                  <a:srgbClr val="0F6E73"/>
                </a:solidFill>
                <a:latin typeface="Noto Sans SC"/>
                <a:ea typeface="Noto Sans SC"/>
                <a:cs typeface="Noto Sans SC"/>
              </a:defRPr>
            </a:defPPr>
            <a:lvl1pPr algn="l">
              <a:defRPr sz="1725" b="1">
                <a:solidFill>
                  <a:srgbClr val="0F6E73"/>
                </a:solidFill>
                <a:latin typeface="Noto Sans SC"/>
                <a:ea typeface="Noto Sans SC"/>
                <a:cs typeface="Noto Sans SC"/>
              </a:defRPr>
            </a:lvl1pPr>
            <a:lvl2pPr algn="l">
              <a:defRPr sz="1725" b="1">
                <a:solidFill>
                  <a:srgbClr val="0F6E73"/>
                </a:solidFill>
                <a:latin typeface="Noto Sans SC"/>
                <a:ea typeface="Noto Sans SC"/>
                <a:cs typeface="Noto Sans SC"/>
              </a:defRPr>
            </a:lvl2pPr>
            <a:lvl3pPr algn="l">
              <a:defRPr sz="1725" b="1">
                <a:solidFill>
                  <a:srgbClr val="0F6E73"/>
                </a:solidFill>
                <a:latin typeface="Noto Sans SC"/>
                <a:ea typeface="Noto Sans SC"/>
                <a:cs typeface="Noto Sans SC"/>
              </a:defRPr>
            </a:lvl3pPr>
            <a:lvl4pPr algn="l">
              <a:defRPr sz="1725" b="1">
                <a:solidFill>
                  <a:srgbClr val="0F6E73"/>
                </a:solidFill>
                <a:latin typeface="Noto Sans SC"/>
                <a:ea typeface="Noto Sans SC"/>
                <a:cs typeface="Noto Sans SC"/>
              </a:defRPr>
            </a:lvl4pPr>
            <a:lvl5pPr algn="l">
              <a:defRPr sz="1725" b="1">
                <a:solidFill>
                  <a:srgbClr val="0F6E73"/>
                </a:solidFill>
                <a:latin typeface="Noto Sans SC"/>
                <a:ea typeface="Noto Sans SC"/>
                <a:cs typeface="Noto Sans SC"/>
              </a:defRPr>
            </a:lvl5pPr>
            <a:lvl6pPr algn="l">
              <a:defRPr sz="1725" b="1">
                <a:solidFill>
                  <a:srgbClr val="0F6E73"/>
                </a:solidFill>
                <a:latin typeface="Noto Sans SC"/>
                <a:ea typeface="Noto Sans SC"/>
                <a:cs typeface="Noto Sans SC"/>
              </a:defRPr>
            </a:lvl6pPr>
            <a:lvl7pPr algn="l">
              <a:defRPr sz="1725" b="1">
                <a:solidFill>
                  <a:srgbClr val="0F6E73"/>
                </a:solidFill>
                <a:latin typeface="Noto Sans SC"/>
                <a:ea typeface="Noto Sans SC"/>
                <a:cs typeface="Noto Sans SC"/>
              </a:defRPr>
            </a:lvl7pPr>
            <a:lvl8pPr algn="l">
              <a:defRPr sz="1725" b="1">
                <a:solidFill>
                  <a:srgbClr val="0F6E73"/>
                </a:solidFill>
                <a:latin typeface="Noto Sans SC"/>
                <a:ea typeface="Noto Sans SC"/>
                <a:cs typeface="Noto Sans SC"/>
              </a:defRPr>
            </a:lvl8pPr>
            <a:lvl9pPr algn="l">
              <a:defRPr sz="1725" b="1">
                <a:solidFill>
                  <a:srgbClr val="0F6E73"/>
                </a:solidFill>
                <a:latin typeface="Noto Sans SC"/>
                <a:ea typeface="Noto Sans SC"/>
                <a:cs typeface="Noto Sans SC"/>
              </a:defRPr>
            </a:lvl9pPr>
          </a:lstStyle>
          <a:p xmlns:a="http://schemas.openxmlformats.org/drawingml/2006/main">
            <a:pPr algn="l">
              <a:defRPr sz="1725" b="1">
                <a:solidFill>
                  <a:srgbClr val="0F6E73"/>
                </a:solidFill>
                <a:latin typeface="Noto Sans SC"/>
                <a:ea typeface="Noto Sans SC"/>
                <a:cs typeface="Noto Sans SC"/>
              </a:defRPr>
            </a:pPr>
            <a:r>
              <a:rPr sz="1725" b="1">
                <a:solidFill>
                  <a:srgbClr val="0F6E73"/>
                </a:solidFill>
                <a:latin typeface="Noto Sans SC"/>
                <a:ea typeface="Noto Sans SC"/>
                <a:cs typeface="Noto Sans SC"/>
              </a:rPr>
              <a:t>示意复合距离矩阵</a:t>
            </a:r>
          </a:p>
        </p:txBody>
      </p:sp>
      <p:sp>
        <p:nvSpPr>
          <p:cNvPr id="9" name="o8">
            <a:extLst xmlns:a="http://schemas.openxmlformats.org/drawingml/2006/main">
              <a:ext uri="{FF2B5EF4-FFF2-40B4-BE49-F238E27FC236}">
                <a16:creationId xmlns:a16="http://schemas.microsoft.com/office/drawing/2014/main" id="{469C76BD-E1F3-4CA1-BC74-6913ADE64F3E}"/>
              </a:ext>
            </a:extLst>
          </p:cNvPr>
          <p:cNvSpPr>
            <a:spLocks xmlns:a="http://schemas.openxmlformats.org/drawingml/2006/main" noGrp="1"/>
          </p:cNvSpPr>
          <p:nvPr/>
        </p:nvSpPr>
        <p:spPr>
          <a:xfrm xmlns:a="http://schemas.openxmlformats.org/drawingml/2006/main">
            <a:off x="609600" y="2743200"/>
            <a:ext cx="742950" cy="457200"/>
          </a:xfrm>
          <a:prstGeom xmlns:a="http://schemas.openxmlformats.org/drawingml/2006/main" prst="rect">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16243A"/>
                </a:solidFill>
                <a:latin typeface="Noto Sans SC"/>
                <a:ea typeface="Noto Sans SC"/>
                <a:cs typeface="Noto Sans SC"/>
              </a:defRPr>
            </a:defPPr>
            <a:lvl1pPr algn="ctr">
              <a:defRPr sz="1575" b="1">
                <a:solidFill>
                  <a:srgbClr val="16243A"/>
                </a:solidFill>
                <a:latin typeface="Noto Sans SC"/>
                <a:ea typeface="Noto Sans SC"/>
                <a:cs typeface="Noto Sans SC"/>
              </a:defRPr>
            </a:lvl1pPr>
            <a:lvl2pPr algn="ctr">
              <a:defRPr sz="1575" b="1">
                <a:solidFill>
                  <a:srgbClr val="16243A"/>
                </a:solidFill>
                <a:latin typeface="Noto Sans SC"/>
                <a:ea typeface="Noto Sans SC"/>
                <a:cs typeface="Noto Sans SC"/>
              </a:defRPr>
            </a:lvl2pPr>
            <a:lvl3pPr algn="ctr">
              <a:defRPr sz="1575" b="1">
                <a:solidFill>
                  <a:srgbClr val="16243A"/>
                </a:solidFill>
                <a:latin typeface="Noto Sans SC"/>
                <a:ea typeface="Noto Sans SC"/>
                <a:cs typeface="Noto Sans SC"/>
              </a:defRPr>
            </a:lvl3pPr>
            <a:lvl4pPr algn="ctr">
              <a:defRPr sz="1575" b="1">
                <a:solidFill>
                  <a:srgbClr val="16243A"/>
                </a:solidFill>
                <a:latin typeface="Noto Sans SC"/>
                <a:ea typeface="Noto Sans SC"/>
                <a:cs typeface="Noto Sans SC"/>
              </a:defRPr>
            </a:lvl4pPr>
            <a:lvl5pPr algn="ctr">
              <a:defRPr sz="1575" b="1">
                <a:solidFill>
                  <a:srgbClr val="16243A"/>
                </a:solidFill>
                <a:latin typeface="Noto Sans SC"/>
                <a:ea typeface="Noto Sans SC"/>
                <a:cs typeface="Noto Sans SC"/>
              </a:defRPr>
            </a:lvl5pPr>
            <a:lvl6pPr algn="ctr">
              <a:defRPr sz="1575" b="1">
                <a:solidFill>
                  <a:srgbClr val="16243A"/>
                </a:solidFill>
                <a:latin typeface="Noto Sans SC"/>
                <a:ea typeface="Noto Sans SC"/>
                <a:cs typeface="Noto Sans SC"/>
              </a:defRPr>
            </a:lvl6pPr>
            <a:lvl7pPr algn="ctr">
              <a:defRPr sz="1575" b="1">
                <a:solidFill>
                  <a:srgbClr val="16243A"/>
                </a:solidFill>
                <a:latin typeface="Noto Sans SC"/>
                <a:ea typeface="Noto Sans SC"/>
                <a:cs typeface="Noto Sans SC"/>
              </a:defRPr>
            </a:lvl7pPr>
            <a:lvl8pPr algn="ctr">
              <a:defRPr sz="1575" b="1">
                <a:solidFill>
                  <a:srgbClr val="16243A"/>
                </a:solidFill>
                <a:latin typeface="Noto Sans SC"/>
                <a:ea typeface="Noto Sans SC"/>
                <a:cs typeface="Noto Sans SC"/>
              </a:defRPr>
            </a:lvl8pPr>
            <a:lvl9pPr algn="ctr">
              <a:defRPr sz="1575" b="1">
                <a:solidFill>
                  <a:srgbClr val="16243A"/>
                </a:solidFill>
                <a:latin typeface="Noto Sans SC"/>
                <a:ea typeface="Noto Sans SC"/>
                <a:cs typeface="Noto Sans SC"/>
              </a:defRPr>
            </a:lvl9pPr>
          </a:lstStyle>
          <a:p xmlns:a="http://schemas.openxmlformats.org/drawingml/2006/main">
            <a:r>
              <a:t/>
            </a:r>
          </a:p>
        </p:txBody>
      </p:sp>
      <p:sp>
        <p:nvSpPr>
          <p:cNvPr id="10" name="o9">
            <a:extLst xmlns:a="http://schemas.openxmlformats.org/drawingml/2006/main">
              <a:ext uri="{FF2B5EF4-FFF2-40B4-BE49-F238E27FC236}">
                <a16:creationId xmlns:a16="http://schemas.microsoft.com/office/drawing/2014/main" id="{FAAB86AF-BB96-449E-8027-EE0A1AD45D0B}"/>
              </a:ext>
            </a:extLst>
          </p:cNvPr>
          <p:cNvSpPr>
            <a:spLocks xmlns:a="http://schemas.openxmlformats.org/drawingml/2006/main" noGrp="1"/>
          </p:cNvSpPr>
          <p:nvPr/>
        </p:nvSpPr>
        <p:spPr>
          <a:xfrm xmlns:a="http://schemas.openxmlformats.org/drawingml/2006/main">
            <a:off x="1352550" y="2743200"/>
            <a:ext cx="742950" cy="457200"/>
          </a:xfrm>
          <a:prstGeom xmlns:a="http://schemas.openxmlformats.org/drawingml/2006/main" prst="rect">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16243A"/>
                </a:solidFill>
                <a:latin typeface="Noto Sans SC"/>
                <a:ea typeface="Noto Sans SC"/>
                <a:cs typeface="Noto Sans SC"/>
              </a:defRPr>
            </a:defPPr>
            <a:lvl1pPr algn="ctr">
              <a:defRPr sz="1575" b="1">
                <a:solidFill>
                  <a:srgbClr val="16243A"/>
                </a:solidFill>
                <a:latin typeface="Noto Sans SC"/>
                <a:ea typeface="Noto Sans SC"/>
                <a:cs typeface="Noto Sans SC"/>
              </a:defRPr>
            </a:lvl1pPr>
            <a:lvl2pPr algn="ctr">
              <a:defRPr sz="1575" b="1">
                <a:solidFill>
                  <a:srgbClr val="16243A"/>
                </a:solidFill>
                <a:latin typeface="Noto Sans SC"/>
                <a:ea typeface="Noto Sans SC"/>
                <a:cs typeface="Noto Sans SC"/>
              </a:defRPr>
            </a:lvl2pPr>
            <a:lvl3pPr algn="ctr">
              <a:defRPr sz="1575" b="1">
                <a:solidFill>
                  <a:srgbClr val="16243A"/>
                </a:solidFill>
                <a:latin typeface="Noto Sans SC"/>
                <a:ea typeface="Noto Sans SC"/>
                <a:cs typeface="Noto Sans SC"/>
              </a:defRPr>
            </a:lvl3pPr>
            <a:lvl4pPr algn="ctr">
              <a:defRPr sz="1575" b="1">
                <a:solidFill>
                  <a:srgbClr val="16243A"/>
                </a:solidFill>
                <a:latin typeface="Noto Sans SC"/>
                <a:ea typeface="Noto Sans SC"/>
                <a:cs typeface="Noto Sans SC"/>
              </a:defRPr>
            </a:lvl4pPr>
            <a:lvl5pPr algn="ctr">
              <a:defRPr sz="1575" b="1">
                <a:solidFill>
                  <a:srgbClr val="16243A"/>
                </a:solidFill>
                <a:latin typeface="Noto Sans SC"/>
                <a:ea typeface="Noto Sans SC"/>
                <a:cs typeface="Noto Sans SC"/>
              </a:defRPr>
            </a:lvl5pPr>
            <a:lvl6pPr algn="ctr">
              <a:defRPr sz="1575" b="1">
                <a:solidFill>
                  <a:srgbClr val="16243A"/>
                </a:solidFill>
                <a:latin typeface="Noto Sans SC"/>
                <a:ea typeface="Noto Sans SC"/>
                <a:cs typeface="Noto Sans SC"/>
              </a:defRPr>
            </a:lvl6pPr>
            <a:lvl7pPr algn="ctr">
              <a:defRPr sz="1575" b="1">
                <a:solidFill>
                  <a:srgbClr val="16243A"/>
                </a:solidFill>
                <a:latin typeface="Noto Sans SC"/>
                <a:ea typeface="Noto Sans SC"/>
                <a:cs typeface="Noto Sans SC"/>
              </a:defRPr>
            </a:lvl7pPr>
            <a:lvl8pPr algn="ctr">
              <a:defRPr sz="1575" b="1">
                <a:solidFill>
                  <a:srgbClr val="16243A"/>
                </a:solidFill>
                <a:latin typeface="Noto Sans SC"/>
                <a:ea typeface="Noto Sans SC"/>
                <a:cs typeface="Noto Sans SC"/>
              </a:defRPr>
            </a:lvl8pPr>
            <a:lvl9pPr algn="ctr">
              <a:defRPr sz="1575" b="1">
                <a:solidFill>
                  <a:srgbClr val="16243A"/>
                </a:solidFill>
                <a:latin typeface="Noto Sans SC"/>
                <a:ea typeface="Noto Sans SC"/>
                <a:cs typeface="Noto Sans SC"/>
              </a:defRPr>
            </a:lvl9pPr>
          </a:lstStyle>
          <a:p xmlns:a="http://schemas.openxmlformats.org/drawingml/2006/main">
            <a:pPr algn="ctr">
              <a:defRPr sz="1575" b="1">
                <a:solidFill>
                  <a:srgbClr val="16243A"/>
                </a:solidFill>
                <a:latin typeface="Noto Sans SC"/>
                <a:ea typeface="Noto Sans SC"/>
                <a:cs typeface="Noto Sans SC"/>
              </a:defRPr>
            </a:pPr>
            <a:r>
              <a:rPr sz="1575" b="1">
                <a:solidFill>
                  <a:srgbClr val="16243A"/>
                </a:solidFill>
                <a:latin typeface="Noto Sans SC"/>
                <a:ea typeface="Noto Sans SC"/>
                <a:cs typeface="Noto Sans SC"/>
              </a:rPr>
              <a:t>A</a:t>
            </a:r>
          </a:p>
        </p:txBody>
      </p:sp>
      <p:sp>
        <p:nvSpPr>
          <p:cNvPr id="11" name="o10">
            <a:extLst xmlns:a="http://schemas.openxmlformats.org/drawingml/2006/main">
              <a:ext uri="{FF2B5EF4-FFF2-40B4-BE49-F238E27FC236}">
                <a16:creationId xmlns:a16="http://schemas.microsoft.com/office/drawing/2014/main" id="{C336C094-B948-4B59-AD73-24F84752884A}"/>
              </a:ext>
            </a:extLst>
          </p:cNvPr>
          <p:cNvSpPr>
            <a:spLocks xmlns:a="http://schemas.openxmlformats.org/drawingml/2006/main" noGrp="1"/>
          </p:cNvSpPr>
          <p:nvPr/>
        </p:nvSpPr>
        <p:spPr>
          <a:xfrm xmlns:a="http://schemas.openxmlformats.org/drawingml/2006/main">
            <a:off x="2095500" y="2743200"/>
            <a:ext cx="742950" cy="457200"/>
          </a:xfrm>
          <a:prstGeom xmlns:a="http://schemas.openxmlformats.org/drawingml/2006/main" prst="rect">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16243A"/>
                </a:solidFill>
                <a:latin typeface="Noto Sans SC"/>
                <a:ea typeface="Noto Sans SC"/>
                <a:cs typeface="Noto Sans SC"/>
              </a:defRPr>
            </a:defPPr>
            <a:lvl1pPr algn="ctr">
              <a:defRPr sz="1575" b="1">
                <a:solidFill>
                  <a:srgbClr val="16243A"/>
                </a:solidFill>
                <a:latin typeface="Noto Sans SC"/>
                <a:ea typeface="Noto Sans SC"/>
                <a:cs typeface="Noto Sans SC"/>
              </a:defRPr>
            </a:lvl1pPr>
            <a:lvl2pPr algn="ctr">
              <a:defRPr sz="1575" b="1">
                <a:solidFill>
                  <a:srgbClr val="16243A"/>
                </a:solidFill>
                <a:latin typeface="Noto Sans SC"/>
                <a:ea typeface="Noto Sans SC"/>
                <a:cs typeface="Noto Sans SC"/>
              </a:defRPr>
            </a:lvl2pPr>
            <a:lvl3pPr algn="ctr">
              <a:defRPr sz="1575" b="1">
                <a:solidFill>
                  <a:srgbClr val="16243A"/>
                </a:solidFill>
                <a:latin typeface="Noto Sans SC"/>
                <a:ea typeface="Noto Sans SC"/>
                <a:cs typeface="Noto Sans SC"/>
              </a:defRPr>
            </a:lvl3pPr>
            <a:lvl4pPr algn="ctr">
              <a:defRPr sz="1575" b="1">
                <a:solidFill>
                  <a:srgbClr val="16243A"/>
                </a:solidFill>
                <a:latin typeface="Noto Sans SC"/>
                <a:ea typeface="Noto Sans SC"/>
                <a:cs typeface="Noto Sans SC"/>
              </a:defRPr>
            </a:lvl4pPr>
            <a:lvl5pPr algn="ctr">
              <a:defRPr sz="1575" b="1">
                <a:solidFill>
                  <a:srgbClr val="16243A"/>
                </a:solidFill>
                <a:latin typeface="Noto Sans SC"/>
                <a:ea typeface="Noto Sans SC"/>
                <a:cs typeface="Noto Sans SC"/>
              </a:defRPr>
            </a:lvl5pPr>
            <a:lvl6pPr algn="ctr">
              <a:defRPr sz="1575" b="1">
                <a:solidFill>
                  <a:srgbClr val="16243A"/>
                </a:solidFill>
                <a:latin typeface="Noto Sans SC"/>
                <a:ea typeface="Noto Sans SC"/>
                <a:cs typeface="Noto Sans SC"/>
              </a:defRPr>
            </a:lvl6pPr>
            <a:lvl7pPr algn="ctr">
              <a:defRPr sz="1575" b="1">
                <a:solidFill>
                  <a:srgbClr val="16243A"/>
                </a:solidFill>
                <a:latin typeface="Noto Sans SC"/>
                <a:ea typeface="Noto Sans SC"/>
                <a:cs typeface="Noto Sans SC"/>
              </a:defRPr>
            </a:lvl7pPr>
            <a:lvl8pPr algn="ctr">
              <a:defRPr sz="1575" b="1">
                <a:solidFill>
                  <a:srgbClr val="16243A"/>
                </a:solidFill>
                <a:latin typeface="Noto Sans SC"/>
                <a:ea typeface="Noto Sans SC"/>
                <a:cs typeface="Noto Sans SC"/>
              </a:defRPr>
            </a:lvl8pPr>
            <a:lvl9pPr algn="ctr">
              <a:defRPr sz="1575" b="1">
                <a:solidFill>
                  <a:srgbClr val="16243A"/>
                </a:solidFill>
                <a:latin typeface="Noto Sans SC"/>
                <a:ea typeface="Noto Sans SC"/>
                <a:cs typeface="Noto Sans SC"/>
              </a:defRPr>
            </a:lvl9pPr>
          </a:lstStyle>
          <a:p xmlns:a="http://schemas.openxmlformats.org/drawingml/2006/main">
            <a:pPr algn="ctr">
              <a:defRPr sz="1575" b="1">
                <a:solidFill>
                  <a:srgbClr val="16243A"/>
                </a:solidFill>
                <a:latin typeface="Noto Sans SC"/>
                <a:ea typeface="Noto Sans SC"/>
                <a:cs typeface="Noto Sans SC"/>
              </a:defRPr>
            </a:pPr>
            <a:r>
              <a:rPr sz="1575" b="1">
                <a:solidFill>
                  <a:srgbClr val="16243A"/>
                </a:solidFill>
                <a:latin typeface="Noto Sans SC"/>
                <a:ea typeface="Noto Sans SC"/>
                <a:cs typeface="Noto Sans SC"/>
              </a:rPr>
              <a:t>B</a:t>
            </a:r>
          </a:p>
        </p:txBody>
      </p:sp>
      <p:sp>
        <p:nvSpPr>
          <p:cNvPr id="12" name="o11">
            <a:extLst xmlns:a="http://schemas.openxmlformats.org/drawingml/2006/main">
              <a:ext uri="{FF2B5EF4-FFF2-40B4-BE49-F238E27FC236}">
                <a16:creationId xmlns:a16="http://schemas.microsoft.com/office/drawing/2014/main" id="{E701AD38-194C-45B3-AD6B-084E1DA16B1A}"/>
              </a:ext>
            </a:extLst>
          </p:cNvPr>
          <p:cNvSpPr>
            <a:spLocks xmlns:a="http://schemas.openxmlformats.org/drawingml/2006/main" noGrp="1"/>
          </p:cNvSpPr>
          <p:nvPr/>
        </p:nvSpPr>
        <p:spPr>
          <a:xfrm xmlns:a="http://schemas.openxmlformats.org/drawingml/2006/main">
            <a:off x="2838450" y="2743200"/>
            <a:ext cx="742950" cy="457200"/>
          </a:xfrm>
          <a:prstGeom xmlns:a="http://schemas.openxmlformats.org/drawingml/2006/main" prst="rect">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16243A"/>
                </a:solidFill>
                <a:latin typeface="Noto Sans SC"/>
                <a:ea typeface="Noto Sans SC"/>
                <a:cs typeface="Noto Sans SC"/>
              </a:defRPr>
            </a:defPPr>
            <a:lvl1pPr algn="ctr">
              <a:defRPr sz="1575" b="1">
                <a:solidFill>
                  <a:srgbClr val="16243A"/>
                </a:solidFill>
                <a:latin typeface="Noto Sans SC"/>
                <a:ea typeface="Noto Sans SC"/>
                <a:cs typeface="Noto Sans SC"/>
              </a:defRPr>
            </a:lvl1pPr>
            <a:lvl2pPr algn="ctr">
              <a:defRPr sz="1575" b="1">
                <a:solidFill>
                  <a:srgbClr val="16243A"/>
                </a:solidFill>
                <a:latin typeface="Noto Sans SC"/>
                <a:ea typeface="Noto Sans SC"/>
                <a:cs typeface="Noto Sans SC"/>
              </a:defRPr>
            </a:lvl2pPr>
            <a:lvl3pPr algn="ctr">
              <a:defRPr sz="1575" b="1">
                <a:solidFill>
                  <a:srgbClr val="16243A"/>
                </a:solidFill>
                <a:latin typeface="Noto Sans SC"/>
                <a:ea typeface="Noto Sans SC"/>
                <a:cs typeface="Noto Sans SC"/>
              </a:defRPr>
            </a:lvl3pPr>
            <a:lvl4pPr algn="ctr">
              <a:defRPr sz="1575" b="1">
                <a:solidFill>
                  <a:srgbClr val="16243A"/>
                </a:solidFill>
                <a:latin typeface="Noto Sans SC"/>
                <a:ea typeface="Noto Sans SC"/>
                <a:cs typeface="Noto Sans SC"/>
              </a:defRPr>
            </a:lvl4pPr>
            <a:lvl5pPr algn="ctr">
              <a:defRPr sz="1575" b="1">
                <a:solidFill>
                  <a:srgbClr val="16243A"/>
                </a:solidFill>
                <a:latin typeface="Noto Sans SC"/>
                <a:ea typeface="Noto Sans SC"/>
                <a:cs typeface="Noto Sans SC"/>
              </a:defRPr>
            </a:lvl5pPr>
            <a:lvl6pPr algn="ctr">
              <a:defRPr sz="1575" b="1">
                <a:solidFill>
                  <a:srgbClr val="16243A"/>
                </a:solidFill>
                <a:latin typeface="Noto Sans SC"/>
                <a:ea typeface="Noto Sans SC"/>
                <a:cs typeface="Noto Sans SC"/>
              </a:defRPr>
            </a:lvl6pPr>
            <a:lvl7pPr algn="ctr">
              <a:defRPr sz="1575" b="1">
                <a:solidFill>
                  <a:srgbClr val="16243A"/>
                </a:solidFill>
                <a:latin typeface="Noto Sans SC"/>
                <a:ea typeface="Noto Sans SC"/>
                <a:cs typeface="Noto Sans SC"/>
              </a:defRPr>
            </a:lvl7pPr>
            <a:lvl8pPr algn="ctr">
              <a:defRPr sz="1575" b="1">
                <a:solidFill>
                  <a:srgbClr val="16243A"/>
                </a:solidFill>
                <a:latin typeface="Noto Sans SC"/>
                <a:ea typeface="Noto Sans SC"/>
                <a:cs typeface="Noto Sans SC"/>
              </a:defRPr>
            </a:lvl8pPr>
            <a:lvl9pPr algn="ctr">
              <a:defRPr sz="1575" b="1">
                <a:solidFill>
                  <a:srgbClr val="16243A"/>
                </a:solidFill>
                <a:latin typeface="Noto Sans SC"/>
                <a:ea typeface="Noto Sans SC"/>
                <a:cs typeface="Noto Sans SC"/>
              </a:defRPr>
            </a:lvl9pPr>
          </a:lstStyle>
          <a:p xmlns:a="http://schemas.openxmlformats.org/drawingml/2006/main">
            <a:pPr algn="ctr">
              <a:defRPr sz="1575" b="1">
                <a:solidFill>
                  <a:srgbClr val="16243A"/>
                </a:solidFill>
                <a:latin typeface="Noto Sans SC"/>
                <a:ea typeface="Noto Sans SC"/>
                <a:cs typeface="Noto Sans SC"/>
              </a:defRPr>
            </a:pPr>
            <a:r>
              <a:rPr sz="1575" b="1">
                <a:solidFill>
                  <a:srgbClr val="16243A"/>
                </a:solidFill>
                <a:latin typeface="Noto Sans SC"/>
                <a:ea typeface="Noto Sans SC"/>
                <a:cs typeface="Noto Sans SC"/>
              </a:rPr>
              <a:t>C</a:t>
            </a:r>
          </a:p>
        </p:txBody>
      </p:sp>
      <p:sp>
        <p:nvSpPr>
          <p:cNvPr id="13" name="o12">
            <a:extLst xmlns:a="http://schemas.openxmlformats.org/drawingml/2006/main">
              <a:ext uri="{FF2B5EF4-FFF2-40B4-BE49-F238E27FC236}">
                <a16:creationId xmlns:a16="http://schemas.microsoft.com/office/drawing/2014/main" id="{3978F8F8-B785-4838-8DB7-802519727AB1}"/>
              </a:ext>
            </a:extLst>
          </p:cNvPr>
          <p:cNvSpPr>
            <a:spLocks xmlns:a="http://schemas.openxmlformats.org/drawingml/2006/main" noGrp="1"/>
          </p:cNvSpPr>
          <p:nvPr/>
        </p:nvSpPr>
        <p:spPr>
          <a:xfrm xmlns:a="http://schemas.openxmlformats.org/drawingml/2006/main">
            <a:off x="3581400" y="2743200"/>
            <a:ext cx="742950" cy="457200"/>
          </a:xfrm>
          <a:prstGeom xmlns:a="http://schemas.openxmlformats.org/drawingml/2006/main" prst="rect">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16243A"/>
                </a:solidFill>
                <a:latin typeface="Noto Sans SC"/>
                <a:ea typeface="Noto Sans SC"/>
                <a:cs typeface="Noto Sans SC"/>
              </a:defRPr>
            </a:defPPr>
            <a:lvl1pPr algn="ctr">
              <a:defRPr sz="1575" b="1">
                <a:solidFill>
                  <a:srgbClr val="16243A"/>
                </a:solidFill>
                <a:latin typeface="Noto Sans SC"/>
                <a:ea typeface="Noto Sans SC"/>
                <a:cs typeface="Noto Sans SC"/>
              </a:defRPr>
            </a:lvl1pPr>
            <a:lvl2pPr algn="ctr">
              <a:defRPr sz="1575" b="1">
                <a:solidFill>
                  <a:srgbClr val="16243A"/>
                </a:solidFill>
                <a:latin typeface="Noto Sans SC"/>
                <a:ea typeface="Noto Sans SC"/>
                <a:cs typeface="Noto Sans SC"/>
              </a:defRPr>
            </a:lvl2pPr>
            <a:lvl3pPr algn="ctr">
              <a:defRPr sz="1575" b="1">
                <a:solidFill>
                  <a:srgbClr val="16243A"/>
                </a:solidFill>
                <a:latin typeface="Noto Sans SC"/>
                <a:ea typeface="Noto Sans SC"/>
                <a:cs typeface="Noto Sans SC"/>
              </a:defRPr>
            </a:lvl3pPr>
            <a:lvl4pPr algn="ctr">
              <a:defRPr sz="1575" b="1">
                <a:solidFill>
                  <a:srgbClr val="16243A"/>
                </a:solidFill>
                <a:latin typeface="Noto Sans SC"/>
                <a:ea typeface="Noto Sans SC"/>
                <a:cs typeface="Noto Sans SC"/>
              </a:defRPr>
            </a:lvl4pPr>
            <a:lvl5pPr algn="ctr">
              <a:defRPr sz="1575" b="1">
                <a:solidFill>
                  <a:srgbClr val="16243A"/>
                </a:solidFill>
                <a:latin typeface="Noto Sans SC"/>
                <a:ea typeface="Noto Sans SC"/>
                <a:cs typeface="Noto Sans SC"/>
              </a:defRPr>
            </a:lvl5pPr>
            <a:lvl6pPr algn="ctr">
              <a:defRPr sz="1575" b="1">
                <a:solidFill>
                  <a:srgbClr val="16243A"/>
                </a:solidFill>
                <a:latin typeface="Noto Sans SC"/>
                <a:ea typeface="Noto Sans SC"/>
                <a:cs typeface="Noto Sans SC"/>
              </a:defRPr>
            </a:lvl6pPr>
            <a:lvl7pPr algn="ctr">
              <a:defRPr sz="1575" b="1">
                <a:solidFill>
                  <a:srgbClr val="16243A"/>
                </a:solidFill>
                <a:latin typeface="Noto Sans SC"/>
                <a:ea typeface="Noto Sans SC"/>
                <a:cs typeface="Noto Sans SC"/>
              </a:defRPr>
            </a:lvl7pPr>
            <a:lvl8pPr algn="ctr">
              <a:defRPr sz="1575" b="1">
                <a:solidFill>
                  <a:srgbClr val="16243A"/>
                </a:solidFill>
                <a:latin typeface="Noto Sans SC"/>
                <a:ea typeface="Noto Sans SC"/>
                <a:cs typeface="Noto Sans SC"/>
              </a:defRPr>
            </a:lvl8pPr>
            <a:lvl9pPr algn="ctr">
              <a:defRPr sz="1575" b="1">
                <a:solidFill>
                  <a:srgbClr val="16243A"/>
                </a:solidFill>
                <a:latin typeface="Noto Sans SC"/>
                <a:ea typeface="Noto Sans SC"/>
                <a:cs typeface="Noto Sans SC"/>
              </a:defRPr>
            </a:lvl9pPr>
          </a:lstStyle>
          <a:p xmlns:a="http://schemas.openxmlformats.org/drawingml/2006/main">
            <a:pPr algn="ctr">
              <a:defRPr sz="1575" b="1">
                <a:solidFill>
                  <a:srgbClr val="16243A"/>
                </a:solidFill>
                <a:latin typeface="Noto Sans SC"/>
                <a:ea typeface="Noto Sans SC"/>
                <a:cs typeface="Noto Sans SC"/>
              </a:defRPr>
            </a:pPr>
            <a:r>
              <a:rPr sz="1575" b="1">
                <a:solidFill>
                  <a:srgbClr val="16243A"/>
                </a:solidFill>
                <a:latin typeface="Noto Sans SC"/>
                <a:ea typeface="Noto Sans SC"/>
                <a:cs typeface="Noto Sans SC"/>
              </a:rPr>
              <a:t>D</a:t>
            </a:r>
          </a:p>
        </p:txBody>
      </p:sp>
      <p:sp>
        <p:nvSpPr>
          <p:cNvPr id="14" name="o13">
            <a:extLst xmlns:a="http://schemas.openxmlformats.org/drawingml/2006/main">
              <a:ext uri="{FF2B5EF4-FFF2-40B4-BE49-F238E27FC236}">
                <a16:creationId xmlns:a16="http://schemas.microsoft.com/office/drawing/2014/main" id="{D72A62D8-662A-4989-B5F8-241ABCC7A46E}"/>
              </a:ext>
            </a:extLst>
          </p:cNvPr>
          <p:cNvSpPr>
            <a:spLocks xmlns:a="http://schemas.openxmlformats.org/drawingml/2006/main" noGrp="1"/>
          </p:cNvSpPr>
          <p:nvPr/>
        </p:nvSpPr>
        <p:spPr>
          <a:xfrm xmlns:a="http://schemas.openxmlformats.org/drawingml/2006/main">
            <a:off x="609600" y="3200400"/>
            <a:ext cx="742950" cy="457200"/>
          </a:xfrm>
          <a:prstGeom xmlns:a="http://schemas.openxmlformats.org/drawingml/2006/main" prst="rect">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16243A"/>
                </a:solidFill>
                <a:latin typeface="Noto Sans SC"/>
                <a:ea typeface="Noto Sans SC"/>
                <a:cs typeface="Noto Sans SC"/>
              </a:defRPr>
            </a:defPPr>
            <a:lvl1pPr algn="ctr">
              <a:defRPr sz="1575" b="1">
                <a:solidFill>
                  <a:srgbClr val="16243A"/>
                </a:solidFill>
                <a:latin typeface="Noto Sans SC"/>
                <a:ea typeface="Noto Sans SC"/>
                <a:cs typeface="Noto Sans SC"/>
              </a:defRPr>
            </a:lvl1pPr>
            <a:lvl2pPr algn="ctr">
              <a:defRPr sz="1575" b="1">
                <a:solidFill>
                  <a:srgbClr val="16243A"/>
                </a:solidFill>
                <a:latin typeface="Noto Sans SC"/>
                <a:ea typeface="Noto Sans SC"/>
                <a:cs typeface="Noto Sans SC"/>
              </a:defRPr>
            </a:lvl2pPr>
            <a:lvl3pPr algn="ctr">
              <a:defRPr sz="1575" b="1">
                <a:solidFill>
                  <a:srgbClr val="16243A"/>
                </a:solidFill>
                <a:latin typeface="Noto Sans SC"/>
                <a:ea typeface="Noto Sans SC"/>
                <a:cs typeface="Noto Sans SC"/>
              </a:defRPr>
            </a:lvl3pPr>
            <a:lvl4pPr algn="ctr">
              <a:defRPr sz="1575" b="1">
                <a:solidFill>
                  <a:srgbClr val="16243A"/>
                </a:solidFill>
                <a:latin typeface="Noto Sans SC"/>
                <a:ea typeface="Noto Sans SC"/>
                <a:cs typeface="Noto Sans SC"/>
              </a:defRPr>
            </a:lvl4pPr>
            <a:lvl5pPr algn="ctr">
              <a:defRPr sz="1575" b="1">
                <a:solidFill>
                  <a:srgbClr val="16243A"/>
                </a:solidFill>
                <a:latin typeface="Noto Sans SC"/>
                <a:ea typeface="Noto Sans SC"/>
                <a:cs typeface="Noto Sans SC"/>
              </a:defRPr>
            </a:lvl5pPr>
            <a:lvl6pPr algn="ctr">
              <a:defRPr sz="1575" b="1">
                <a:solidFill>
                  <a:srgbClr val="16243A"/>
                </a:solidFill>
                <a:latin typeface="Noto Sans SC"/>
                <a:ea typeface="Noto Sans SC"/>
                <a:cs typeface="Noto Sans SC"/>
              </a:defRPr>
            </a:lvl6pPr>
            <a:lvl7pPr algn="ctr">
              <a:defRPr sz="1575" b="1">
                <a:solidFill>
                  <a:srgbClr val="16243A"/>
                </a:solidFill>
                <a:latin typeface="Noto Sans SC"/>
                <a:ea typeface="Noto Sans SC"/>
                <a:cs typeface="Noto Sans SC"/>
              </a:defRPr>
            </a:lvl7pPr>
            <a:lvl8pPr algn="ctr">
              <a:defRPr sz="1575" b="1">
                <a:solidFill>
                  <a:srgbClr val="16243A"/>
                </a:solidFill>
                <a:latin typeface="Noto Sans SC"/>
                <a:ea typeface="Noto Sans SC"/>
                <a:cs typeface="Noto Sans SC"/>
              </a:defRPr>
            </a:lvl8pPr>
            <a:lvl9pPr algn="ctr">
              <a:defRPr sz="1575" b="1">
                <a:solidFill>
                  <a:srgbClr val="16243A"/>
                </a:solidFill>
                <a:latin typeface="Noto Sans SC"/>
                <a:ea typeface="Noto Sans SC"/>
                <a:cs typeface="Noto Sans SC"/>
              </a:defRPr>
            </a:lvl9pPr>
          </a:lstStyle>
          <a:p xmlns:a="http://schemas.openxmlformats.org/drawingml/2006/main">
            <a:pPr algn="ctr">
              <a:defRPr sz="1575" b="1">
                <a:solidFill>
                  <a:srgbClr val="16243A"/>
                </a:solidFill>
                <a:latin typeface="Noto Sans SC"/>
                <a:ea typeface="Noto Sans SC"/>
                <a:cs typeface="Noto Sans SC"/>
              </a:defRPr>
            </a:pPr>
            <a:r>
              <a:rPr sz="1575" b="1">
                <a:solidFill>
                  <a:srgbClr val="16243A"/>
                </a:solidFill>
                <a:latin typeface="Noto Sans SC"/>
                <a:ea typeface="Noto Sans SC"/>
                <a:cs typeface="Noto Sans SC"/>
              </a:rPr>
              <a:t>A</a:t>
            </a:r>
          </a:p>
        </p:txBody>
      </p:sp>
      <p:sp>
        <p:nvSpPr>
          <p:cNvPr id="15" name="o14">
            <a:extLst xmlns:a="http://schemas.openxmlformats.org/drawingml/2006/main">
              <a:ext uri="{FF2B5EF4-FFF2-40B4-BE49-F238E27FC236}">
                <a16:creationId xmlns:a16="http://schemas.microsoft.com/office/drawing/2014/main" id="{7B301319-FDC5-42EF-8E0F-454538C89D1A}"/>
              </a:ext>
            </a:extLst>
          </p:cNvPr>
          <p:cNvSpPr>
            <a:spLocks xmlns:a="http://schemas.openxmlformats.org/drawingml/2006/main" noGrp="1"/>
          </p:cNvSpPr>
          <p:nvPr/>
        </p:nvSpPr>
        <p:spPr>
          <a:xfrm xmlns:a="http://schemas.openxmlformats.org/drawingml/2006/main">
            <a:off x="1352550" y="3200400"/>
            <a:ext cx="742950" cy="457200"/>
          </a:xfrm>
          <a:prstGeom xmlns:a="http://schemas.openxmlformats.org/drawingml/2006/main" prst="rect">
            <a:avLst/>
          </a:prstGeom>
          <a:solidFill xmlns:a="http://schemas.openxmlformats.org/drawingml/2006/main">
            <a:srgbClr val="D6E6E5"/>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0">
                <a:solidFill>
                  <a:srgbClr val="16243A"/>
                </a:solidFill>
                <a:latin typeface="Noto Sans SC"/>
                <a:ea typeface="Noto Sans SC"/>
                <a:cs typeface="Noto Sans SC"/>
              </a:defRPr>
            </a:defPPr>
            <a:lvl1pPr algn="ctr">
              <a:defRPr sz="1575" b="0">
                <a:solidFill>
                  <a:srgbClr val="16243A"/>
                </a:solidFill>
                <a:latin typeface="Noto Sans SC"/>
                <a:ea typeface="Noto Sans SC"/>
                <a:cs typeface="Noto Sans SC"/>
              </a:defRPr>
            </a:lvl1pPr>
            <a:lvl2pPr algn="ctr">
              <a:defRPr sz="1575" b="0">
                <a:solidFill>
                  <a:srgbClr val="16243A"/>
                </a:solidFill>
                <a:latin typeface="Noto Sans SC"/>
                <a:ea typeface="Noto Sans SC"/>
                <a:cs typeface="Noto Sans SC"/>
              </a:defRPr>
            </a:lvl2pPr>
            <a:lvl3pPr algn="ctr">
              <a:defRPr sz="1575" b="0">
                <a:solidFill>
                  <a:srgbClr val="16243A"/>
                </a:solidFill>
                <a:latin typeface="Noto Sans SC"/>
                <a:ea typeface="Noto Sans SC"/>
                <a:cs typeface="Noto Sans SC"/>
              </a:defRPr>
            </a:lvl3pPr>
            <a:lvl4pPr algn="ctr">
              <a:defRPr sz="1575" b="0">
                <a:solidFill>
                  <a:srgbClr val="16243A"/>
                </a:solidFill>
                <a:latin typeface="Noto Sans SC"/>
                <a:ea typeface="Noto Sans SC"/>
                <a:cs typeface="Noto Sans SC"/>
              </a:defRPr>
            </a:lvl4pPr>
            <a:lvl5pPr algn="ctr">
              <a:defRPr sz="1575" b="0">
                <a:solidFill>
                  <a:srgbClr val="16243A"/>
                </a:solidFill>
                <a:latin typeface="Noto Sans SC"/>
                <a:ea typeface="Noto Sans SC"/>
                <a:cs typeface="Noto Sans SC"/>
              </a:defRPr>
            </a:lvl5pPr>
            <a:lvl6pPr algn="ctr">
              <a:defRPr sz="1575" b="0">
                <a:solidFill>
                  <a:srgbClr val="16243A"/>
                </a:solidFill>
                <a:latin typeface="Noto Sans SC"/>
                <a:ea typeface="Noto Sans SC"/>
                <a:cs typeface="Noto Sans SC"/>
              </a:defRPr>
            </a:lvl6pPr>
            <a:lvl7pPr algn="ctr">
              <a:defRPr sz="1575" b="0">
                <a:solidFill>
                  <a:srgbClr val="16243A"/>
                </a:solidFill>
                <a:latin typeface="Noto Sans SC"/>
                <a:ea typeface="Noto Sans SC"/>
                <a:cs typeface="Noto Sans SC"/>
              </a:defRPr>
            </a:lvl7pPr>
            <a:lvl8pPr algn="ctr">
              <a:defRPr sz="1575" b="0">
                <a:solidFill>
                  <a:srgbClr val="16243A"/>
                </a:solidFill>
                <a:latin typeface="Noto Sans SC"/>
                <a:ea typeface="Noto Sans SC"/>
                <a:cs typeface="Noto Sans SC"/>
              </a:defRPr>
            </a:lvl8pPr>
            <a:lvl9pPr algn="ctr">
              <a:defRPr sz="1575" b="0">
                <a:solidFill>
                  <a:srgbClr val="16243A"/>
                </a:solidFill>
                <a:latin typeface="Noto Sans SC"/>
                <a:ea typeface="Noto Sans SC"/>
                <a:cs typeface="Noto Sans SC"/>
              </a:defRPr>
            </a:lvl9pPr>
          </a:lstStyle>
          <a:p xmlns:a="http://schemas.openxmlformats.org/drawingml/2006/main">
            <a:pPr algn="ctr">
              <a:defRPr sz="1575" b="0">
                <a:solidFill>
                  <a:srgbClr val="16243A"/>
                </a:solidFill>
                <a:latin typeface="Noto Sans SC"/>
                <a:ea typeface="Noto Sans SC"/>
                <a:cs typeface="Noto Sans SC"/>
              </a:defRPr>
            </a:pPr>
            <a:r>
              <a:rPr sz="1575" b="0">
                <a:solidFill>
                  <a:srgbClr val="16243A"/>
                </a:solidFill>
                <a:latin typeface="Noto Sans SC"/>
                <a:ea typeface="Noto Sans SC"/>
                <a:cs typeface="Noto Sans SC"/>
              </a:rPr>
              <a:t>0</a:t>
            </a:r>
          </a:p>
        </p:txBody>
      </p:sp>
      <p:sp>
        <p:nvSpPr>
          <p:cNvPr id="16" name="o15">
            <a:extLst xmlns:a="http://schemas.openxmlformats.org/drawingml/2006/main">
              <a:ext uri="{FF2B5EF4-FFF2-40B4-BE49-F238E27FC236}">
                <a16:creationId xmlns:a16="http://schemas.microsoft.com/office/drawing/2014/main" id="{AAD9309B-652E-4E5B-9747-4D16956E5DF5}"/>
              </a:ext>
            </a:extLst>
          </p:cNvPr>
          <p:cNvSpPr>
            <a:spLocks xmlns:a="http://schemas.openxmlformats.org/drawingml/2006/main" noGrp="1"/>
          </p:cNvSpPr>
          <p:nvPr/>
        </p:nvSpPr>
        <p:spPr>
          <a:xfrm xmlns:a="http://schemas.openxmlformats.org/drawingml/2006/main">
            <a:off x="2095500" y="3200400"/>
            <a:ext cx="742950" cy="457200"/>
          </a:xfrm>
          <a:prstGeom xmlns:a="http://schemas.openxmlformats.org/drawingml/2006/main" prst="rect">
            <a:avLst/>
          </a:prstGeom>
          <a:solidFill xmlns:a="http://schemas.openxmlformats.org/drawingml/2006/main">
            <a:srgbClr val="D6E6E5"/>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0">
                <a:solidFill>
                  <a:srgbClr val="16243A"/>
                </a:solidFill>
                <a:latin typeface="Noto Sans SC"/>
                <a:ea typeface="Noto Sans SC"/>
                <a:cs typeface="Noto Sans SC"/>
              </a:defRPr>
            </a:defPPr>
            <a:lvl1pPr algn="ctr">
              <a:defRPr sz="1575" b="0">
                <a:solidFill>
                  <a:srgbClr val="16243A"/>
                </a:solidFill>
                <a:latin typeface="Noto Sans SC"/>
                <a:ea typeface="Noto Sans SC"/>
                <a:cs typeface="Noto Sans SC"/>
              </a:defRPr>
            </a:lvl1pPr>
            <a:lvl2pPr algn="ctr">
              <a:defRPr sz="1575" b="0">
                <a:solidFill>
                  <a:srgbClr val="16243A"/>
                </a:solidFill>
                <a:latin typeface="Noto Sans SC"/>
                <a:ea typeface="Noto Sans SC"/>
                <a:cs typeface="Noto Sans SC"/>
              </a:defRPr>
            </a:lvl2pPr>
            <a:lvl3pPr algn="ctr">
              <a:defRPr sz="1575" b="0">
                <a:solidFill>
                  <a:srgbClr val="16243A"/>
                </a:solidFill>
                <a:latin typeface="Noto Sans SC"/>
                <a:ea typeface="Noto Sans SC"/>
                <a:cs typeface="Noto Sans SC"/>
              </a:defRPr>
            </a:lvl3pPr>
            <a:lvl4pPr algn="ctr">
              <a:defRPr sz="1575" b="0">
                <a:solidFill>
                  <a:srgbClr val="16243A"/>
                </a:solidFill>
                <a:latin typeface="Noto Sans SC"/>
                <a:ea typeface="Noto Sans SC"/>
                <a:cs typeface="Noto Sans SC"/>
              </a:defRPr>
            </a:lvl4pPr>
            <a:lvl5pPr algn="ctr">
              <a:defRPr sz="1575" b="0">
                <a:solidFill>
                  <a:srgbClr val="16243A"/>
                </a:solidFill>
                <a:latin typeface="Noto Sans SC"/>
                <a:ea typeface="Noto Sans SC"/>
                <a:cs typeface="Noto Sans SC"/>
              </a:defRPr>
            </a:lvl5pPr>
            <a:lvl6pPr algn="ctr">
              <a:defRPr sz="1575" b="0">
                <a:solidFill>
                  <a:srgbClr val="16243A"/>
                </a:solidFill>
                <a:latin typeface="Noto Sans SC"/>
                <a:ea typeface="Noto Sans SC"/>
                <a:cs typeface="Noto Sans SC"/>
              </a:defRPr>
            </a:lvl6pPr>
            <a:lvl7pPr algn="ctr">
              <a:defRPr sz="1575" b="0">
                <a:solidFill>
                  <a:srgbClr val="16243A"/>
                </a:solidFill>
                <a:latin typeface="Noto Sans SC"/>
                <a:ea typeface="Noto Sans SC"/>
                <a:cs typeface="Noto Sans SC"/>
              </a:defRPr>
            </a:lvl7pPr>
            <a:lvl8pPr algn="ctr">
              <a:defRPr sz="1575" b="0">
                <a:solidFill>
                  <a:srgbClr val="16243A"/>
                </a:solidFill>
                <a:latin typeface="Noto Sans SC"/>
                <a:ea typeface="Noto Sans SC"/>
                <a:cs typeface="Noto Sans SC"/>
              </a:defRPr>
            </a:lvl8pPr>
            <a:lvl9pPr algn="ctr">
              <a:defRPr sz="1575" b="0">
                <a:solidFill>
                  <a:srgbClr val="16243A"/>
                </a:solidFill>
                <a:latin typeface="Noto Sans SC"/>
                <a:ea typeface="Noto Sans SC"/>
                <a:cs typeface="Noto Sans SC"/>
              </a:defRPr>
            </a:lvl9pPr>
          </a:lstStyle>
          <a:p xmlns:a="http://schemas.openxmlformats.org/drawingml/2006/main">
            <a:pPr algn="ctr">
              <a:defRPr sz="1575" b="0">
                <a:solidFill>
                  <a:srgbClr val="16243A"/>
                </a:solidFill>
                <a:latin typeface="Noto Sans SC"/>
                <a:ea typeface="Noto Sans SC"/>
                <a:cs typeface="Noto Sans SC"/>
              </a:defRPr>
            </a:pPr>
            <a:r>
              <a:rPr sz="1575" b="0">
                <a:solidFill>
                  <a:srgbClr val="16243A"/>
                </a:solidFill>
                <a:latin typeface="Noto Sans SC"/>
                <a:ea typeface="Noto Sans SC"/>
                <a:cs typeface="Noto Sans SC"/>
              </a:rPr>
              <a:t>1.0</a:t>
            </a:r>
          </a:p>
        </p:txBody>
      </p:sp>
      <p:sp>
        <p:nvSpPr>
          <p:cNvPr id="17" name="o16">
            <a:extLst xmlns:a="http://schemas.openxmlformats.org/drawingml/2006/main">
              <a:ext uri="{FF2B5EF4-FFF2-40B4-BE49-F238E27FC236}">
                <a16:creationId xmlns:a16="http://schemas.microsoft.com/office/drawing/2014/main" id="{F7255516-7F2E-4585-A08E-3506350A1376}"/>
              </a:ext>
            </a:extLst>
          </p:cNvPr>
          <p:cNvSpPr>
            <a:spLocks xmlns:a="http://schemas.openxmlformats.org/drawingml/2006/main" noGrp="1"/>
          </p:cNvSpPr>
          <p:nvPr/>
        </p:nvSpPr>
        <p:spPr>
          <a:xfrm xmlns:a="http://schemas.openxmlformats.org/drawingml/2006/main">
            <a:off x="2838450" y="3200400"/>
            <a:ext cx="742950" cy="457200"/>
          </a:xfrm>
          <a:prstGeom xmlns:a="http://schemas.openxmlformats.org/drawingml/2006/main" prst="rect">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0">
                <a:solidFill>
                  <a:srgbClr val="16243A"/>
                </a:solidFill>
                <a:latin typeface="Noto Sans SC"/>
                <a:ea typeface="Noto Sans SC"/>
                <a:cs typeface="Noto Sans SC"/>
              </a:defRPr>
            </a:defPPr>
            <a:lvl1pPr algn="ctr">
              <a:defRPr sz="1575" b="0">
                <a:solidFill>
                  <a:srgbClr val="16243A"/>
                </a:solidFill>
                <a:latin typeface="Noto Sans SC"/>
                <a:ea typeface="Noto Sans SC"/>
                <a:cs typeface="Noto Sans SC"/>
              </a:defRPr>
            </a:lvl1pPr>
            <a:lvl2pPr algn="ctr">
              <a:defRPr sz="1575" b="0">
                <a:solidFill>
                  <a:srgbClr val="16243A"/>
                </a:solidFill>
                <a:latin typeface="Noto Sans SC"/>
                <a:ea typeface="Noto Sans SC"/>
                <a:cs typeface="Noto Sans SC"/>
              </a:defRPr>
            </a:lvl2pPr>
            <a:lvl3pPr algn="ctr">
              <a:defRPr sz="1575" b="0">
                <a:solidFill>
                  <a:srgbClr val="16243A"/>
                </a:solidFill>
                <a:latin typeface="Noto Sans SC"/>
                <a:ea typeface="Noto Sans SC"/>
                <a:cs typeface="Noto Sans SC"/>
              </a:defRPr>
            </a:lvl3pPr>
            <a:lvl4pPr algn="ctr">
              <a:defRPr sz="1575" b="0">
                <a:solidFill>
                  <a:srgbClr val="16243A"/>
                </a:solidFill>
                <a:latin typeface="Noto Sans SC"/>
                <a:ea typeface="Noto Sans SC"/>
                <a:cs typeface="Noto Sans SC"/>
              </a:defRPr>
            </a:lvl4pPr>
            <a:lvl5pPr algn="ctr">
              <a:defRPr sz="1575" b="0">
                <a:solidFill>
                  <a:srgbClr val="16243A"/>
                </a:solidFill>
                <a:latin typeface="Noto Sans SC"/>
                <a:ea typeface="Noto Sans SC"/>
                <a:cs typeface="Noto Sans SC"/>
              </a:defRPr>
            </a:lvl5pPr>
            <a:lvl6pPr algn="ctr">
              <a:defRPr sz="1575" b="0">
                <a:solidFill>
                  <a:srgbClr val="16243A"/>
                </a:solidFill>
                <a:latin typeface="Noto Sans SC"/>
                <a:ea typeface="Noto Sans SC"/>
                <a:cs typeface="Noto Sans SC"/>
              </a:defRPr>
            </a:lvl6pPr>
            <a:lvl7pPr algn="ctr">
              <a:defRPr sz="1575" b="0">
                <a:solidFill>
                  <a:srgbClr val="16243A"/>
                </a:solidFill>
                <a:latin typeface="Noto Sans SC"/>
                <a:ea typeface="Noto Sans SC"/>
                <a:cs typeface="Noto Sans SC"/>
              </a:defRPr>
            </a:lvl7pPr>
            <a:lvl8pPr algn="ctr">
              <a:defRPr sz="1575" b="0">
                <a:solidFill>
                  <a:srgbClr val="16243A"/>
                </a:solidFill>
                <a:latin typeface="Noto Sans SC"/>
                <a:ea typeface="Noto Sans SC"/>
                <a:cs typeface="Noto Sans SC"/>
              </a:defRPr>
            </a:lvl8pPr>
            <a:lvl9pPr algn="ctr">
              <a:defRPr sz="1575" b="0">
                <a:solidFill>
                  <a:srgbClr val="16243A"/>
                </a:solidFill>
                <a:latin typeface="Noto Sans SC"/>
                <a:ea typeface="Noto Sans SC"/>
                <a:cs typeface="Noto Sans SC"/>
              </a:defRPr>
            </a:lvl9pPr>
          </a:lstStyle>
          <a:p xmlns:a="http://schemas.openxmlformats.org/drawingml/2006/main">
            <a:pPr algn="ctr">
              <a:defRPr sz="1575" b="0">
                <a:solidFill>
                  <a:srgbClr val="16243A"/>
                </a:solidFill>
                <a:latin typeface="Noto Sans SC"/>
                <a:ea typeface="Noto Sans SC"/>
                <a:cs typeface="Noto Sans SC"/>
              </a:defRPr>
            </a:pPr>
            <a:r>
              <a:rPr sz="1575" b="0">
                <a:solidFill>
                  <a:srgbClr val="16243A"/>
                </a:solidFill>
                <a:latin typeface="Noto Sans SC"/>
                <a:ea typeface="Noto Sans SC"/>
                <a:cs typeface="Noto Sans SC"/>
              </a:rPr>
              <a:t>2.0</a:t>
            </a:r>
          </a:p>
        </p:txBody>
      </p:sp>
      <p:sp>
        <p:nvSpPr>
          <p:cNvPr id="18" name="o17">
            <a:extLst xmlns:a="http://schemas.openxmlformats.org/drawingml/2006/main">
              <a:ext uri="{FF2B5EF4-FFF2-40B4-BE49-F238E27FC236}">
                <a16:creationId xmlns:a16="http://schemas.microsoft.com/office/drawing/2014/main" id="{58621B13-9241-4D54-AA54-2F0D5319A5A3}"/>
              </a:ext>
            </a:extLst>
          </p:cNvPr>
          <p:cNvSpPr>
            <a:spLocks xmlns:a="http://schemas.openxmlformats.org/drawingml/2006/main" noGrp="1"/>
          </p:cNvSpPr>
          <p:nvPr/>
        </p:nvSpPr>
        <p:spPr>
          <a:xfrm xmlns:a="http://schemas.openxmlformats.org/drawingml/2006/main">
            <a:off x="3581400" y="3200400"/>
            <a:ext cx="742950" cy="457200"/>
          </a:xfrm>
          <a:prstGeom xmlns:a="http://schemas.openxmlformats.org/drawingml/2006/main" prst="rect">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0">
                <a:solidFill>
                  <a:srgbClr val="16243A"/>
                </a:solidFill>
                <a:latin typeface="Noto Sans SC"/>
                <a:ea typeface="Noto Sans SC"/>
                <a:cs typeface="Noto Sans SC"/>
              </a:defRPr>
            </a:defPPr>
            <a:lvl1pPr algn="ctr">
              <a:defRPr sz="1575" b="0">
                <a:solidFill>
                  <a:srgbClr val="16243A"/>
                </a:solidFill>
                <a:latin typeface="Noto Sans SC"/>
                <a:ea typeface="Noto Sans SC"/>
                <a:cs typeface="Noto Sans SC"/>
              </a:defRPr>
            </a:lvl1pPr>
            <a:lvl2pPr algn="ctr">
              <a:defRPr sz="1575" b="0">
                <a:solidFill>
                  <a:srgbClr val="16243A"/>
                </a:solidFill>
                <a:latin typeface="Noto Sans SC"/>
                <a:ea typeface="Noto Sans SC"/>
                <a:cs typeface="Noto Sans SC"/>
              </a:defRPr>
            </a:lvl2pPr>
            <a:lvl3pPr algn="ctr">
              <a:defRPr sz="1575" b="0">
                <a:solidFill>
                  <a:srgbClr val="16243A"/>
                </a:solidFill>
                <a:latin typeface="Noto Sans SC"/>
                <a:ea typeface="Noto Sans SC"/>
                <a:cs typeface="Noto Sans SC"/>
              </a:defRPr>
            </a:lvl3pPr>
            <a:lvl4pPr algn="ctr">
              <a:defRPr sz="1575" b="0">
                <a:solidFill>
                  <a:srgbClr val="16243A"/>
                </a:solidFill>
                <a:latin typeface="Noto Sans SC"/>
                <a:ea typeface="Noto Sans SC"/>
                <a:cs typeface="Noto Sans SC"/>
              </a:defRPr>
            </a:lvl4pPr>
            <a:lvl5pPr algn="ctr">
              <a:defRPr sz="1575" b="0">
                <a:solidFill>
                  <a:srgbClr val="16243A"/>
                </a:solidFill>
                <a:latin typeface="Noto Sans SC"/>
                <a:ea typeface="Noto Sans SC"/>
                <a:cs typeface="Noto Sans SC"/>
              </a:defRPr>
            </a:lvl5pPr>
            <a:lvl6pPr algn="ctr">
              <a:defRPr sz="1575" b="0">
                <a:solidFill>
                  <a:srgbClr val="16243A"/>
                </a:solidFill>
                <a:latin typeface="Noto Sans SC"/>
                <a:ea typeface="Noto Sans SC"/>
                <a:cs typeface="Noto Sans SC"/>
              </a:defRPr>
            </a:lvl6pPr>
            <a:lvl7pPr algn="ctr">
              <a:defRPr sz="1575" b="0">
                <a:solidFill>
                  <a:srgbClr val="16243A"/>
                </a:solidFill>
                <a:latin typeface="Noto Sans SC"/>
                <a:ea typeface="Noto Sans SC"/>
                <a:cs typeface="Noto Sans SC"/>
              </a:defRPr>
            </a:lvl7pPr>
            <a:lvl8pPr algn="ctr">
              <a:defRPr sz="1575" b="0">
                <a:solidFill>
                  <a:srgbClr val="16243A"/>
                </a:solidFill>
                <a:latin typeface="Noto Sans SC"/>
                <a:ea typeface="Noto Sans SC"/>
                <a:cs typeface="Noto Sans SC"/>
              </a:defRPr>
            </a:lvl8pPr>
            <a:lvl9pPr algn="ctr">
              <a:defRPr sz="1575" b="0">
                <a:solidFill>
                  <a:srgbClr val="16243A"/>
                </a:solidFill>
                <a:latin typeface="Noto Sans SC"/>
                <a:ea typeface="Noto Sans SC"/>
                <a:cs typeface="Noto Sans SC"/>
              </a:defRPr>
            </a:lvl9pPr>
          </a:lstStyle>
          <a:p xmlns:a="http://schemas.openxmlformats.org/drawingml/2006/main">
            <a:pPr algn="ctr">
              <a:defRPr sz="1575" b="0">
                <a:solidFill>
                  <a:srgbClr val="16243A"/>
                </a:solidFill>
                <a:latin typeface="Noto Sans SC"/>
                <a:ea typeface="Noto Sans SC"/>
                <a:cs typeface="Noto Sans SC"/>
              </a:defRPr>
            </a:pPr>
            <a:r>
              <a:rPr sz="1575" b="0">
                <a:solidFill>
                  <a:srgbClr val="16243A"/>
                </a:solidFill>
                <a:latin typeface="Noto Sans SC"/>
                <a:ea typeface="Noto Sans SC"/>
                <a:cs typeface="Noto Sans SC"/>
              </a:rPr>
              <a:t>3.0</a:t>
            </a:r>
          </a:p>
        </p:txBody>
      </p:sp>
      <p:sp>
        <p:nvSpPr>
          <p:cNvPr id="19" name="o18">
            <a:extLst xmlns:a="http://schemas.openxmlformats.org/drawingml/2006/main">
              <a:ext uri="{FF2B5EF4-FFF2-40B4-BE49-F238E27FC236}">
                <a16:creationId xmlns:a16="http://schemas.microsoft.com/office/drawing/2014/main" id="{7E29A527-5682-498E-86BE-A5A4767B9C79}"/>
              </a:ext>
            </a:extLst>
          </p:cNvPr>
          <p:cNvSpPr>
            <a:spLocks xmlns:a="http://schemas.openxmlformats.org/drawingml/2006/main" noGrp="1"/>
          </p:cNvSpPr>
          <p:nvPr/>
        </p:nvSpPr>
        <p:spPr>
          <a:xfrm xmlns:a="http://schemas.openxmlformats.org/drawingml/2006/main">
            <a:off x="609600" y="3657600"/>
            <a:ext cx="742950" cy="457200"/>
          </a:xfrm>
          <a:prstGeom xmlns:a="http://schemas.openxmlformats.org/drawingml/2006/main" prst="rect">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16243A"/>
                </a:solidFill>
                <a:latin typeface="Noto Sans SC"/>
                <a:ea typeface="Noto Sans SC"/>
                <a:cs typeface="Noto Sans SC"/>
              </a:defRPr>
            </a:defPPr>
            <a:lvl1pPr algn="ctr">
              <a:defRPr sz="1575" b="1">
                <a:solidFill>
                  <a:srgbClr val="16243A"/>
                </a:solidFill>
                <a:latin typeface="Noto Sans SC"/>
                <a:ea typeface="Noto Sans SC"/>
                <a:cs typeface="Noto Sans SC"/>
              </a:defRPr>
            </a:lvl1pPr>
            <a:lvl2pPr algn="ctr">
              <a:defRPr sz="1575" b="1">
                <a:solidFill>
                  <a:srgbClr val="16243A"/>
                </a:solidFill>
                <a:latin typeface="Noto Sans SC"/>
                <a:ea typeface="Noto Sans SC"/>
                <a:cs typeface="Noto Sans SC"/>
              </a:defRPr>
            </a:lvl2pPr>
            <a:lvl3pPr algn="ctr">
              <a:defRPr sz="1575" b="1">
                <a:solidFill>
                  <a:srgbClr val="16243A"/>
                </a:solidFill>
                <a:latin typeface="Noto Sans SC"/>
                <a:ea typeface="Noto Sans SC"/>
                <a:cs typeface="Noto Sans SC"/>
              </a:defRPr>
            </a:lvl3pPr>
            <a:lvl4pPr algn="ctr">
              <a:defRPr sz="1575" b="1">
                <a:solidFill>
                  <a:srgbClr val="16243A"/>
                </a:solidFill>
                <a:latin typeface="Noto Sans SC"/>
                <a:ea typeface="Noto Sans SC"/>
                <a:cs typeface="Noto Sans SC"/>
              </a:defRPr>
            </a:lvl4pPr>
            <a:lvl5pPr algn="ctr">
              <a:defRPr sz="1575" b="1">
                <a:solidFill>
                  <a:srgbClr val="16243A"/>
                </a:solidFill>
                <a:latin typeface="Noto Sans SC"/>
                <a:ea typeface="Noto Sans SC"/>
                <a:cs typeface="Noto Sans SC"/>
              </a:defRPr>
            </a:lvl5pPr>
            <a:lvl6pPr algn="ctr">
              <a:defRPr sz="1575" b="1">
                <a:solidFill>
                  <a:srgbClr val="16243A"/>
                </a:solidFill>
                <a:latin typeface="Noto Sans SC"/>
                <a:ea typeface="Noto Sans SC"/>
                <a:cs typeface="Noto Sans SC"/>
              </a:defRPr>
            </a:lvl6pPr>
            <a:lvl7pPr algn="ctr">
              <a:defRPr sz="1575" b="1">
                <a:solidFill>
                  <a:srgbClr val="16243A"/>
                </a:solidFill>
                <a:latin typeface="Noto Sans SC"/>
                <a:ea typeface="Noto Sans SC"/>
                <a:cs typeface="Noto Sans SC"/>
              </a:defRPr>
            </a:lvl7pPr>
            <a:lvl8pPr algn="ctr">
              <a:defRPr sz="1575" b="1">
                <a:solidFill>
                  <a:srgbClr val="16243A"/>
                </a:solidFill>
                <a:latin typeface="Noto Sans SC"/>
                <a:ea typeface="Noto Sans SC"/>
                <a:cs typeface="Noto Sans SC"/>
              </a:defRPr>
            </a:lvl8pPr>
            <a:lvl9pPr algn="ctr">
              <a:defRPr sz="1575" b="1">
                <a:solidFill>
                  <a:srgbClr val="16243A"/>
                </a:solidFill>
                <a:latin typeface="Noto Sans SC"/>
                <a:ea typeface="Noto Sans SC"/>
                <a:cs typeface="Noto Sans SC"/>
              </a:defRPr>
            </a:lvl9pPr>
          </a:lstStyle>
          <a:p xmlns:a="http://schemas.openxmlformats.org/drawingml/2006/main">
            <a:pPr algn="ctr">
              <a:defRPr sz="1575" b="1">
                <a:solidFill>
                  <a:srgbClr val="16243A"/>
                </a:solidFill>
                <a:latin typeface="Noto Sans SC"/>
                <a:ea typeface="Noto Sans SC"/>
                <a:cs typeface="Noto Sans SC"/>
              </a:defRPr>
            </a:pPr>
            <a:r>
              <a:rPr sz="1575" b="1">
                <a:solidFill>
                  <a:srgbClr val="16243A"/>
                </a:solidFill>
                <a:latin typeface="Noto Sans SC"/>
                <a:ea typeface="Noto Sans SC"/>
                <a:cs typeface="Noto Sans SC"/>
              </a:rPr>
              <a:t>B</a:t>
            </a:r>
          </a:p>
        </p:txBody>
      </p:sp>
      <p:sp>
        <p:nvSpPr>
          <p:cNvPr id="20" name="o19">
            <a:extLst xmlns:a="http://schemas.openxmlformats.org/drawingml/2006/main">
              <a:ext uri="{FF2B5EF4-FFF2-40B4-BE49-F238E27FC236}">
                <a16:creationId xmlns:a16="http://schemas.microsoft.com/office/drawing/2014/main" id="{A3544D78-832B-4A72-8FDC-F8219687A057}"/>
              </a:ext>
            </a:extLst>
          </p:cNvPr>
          <p:cNvSpPr>
            <a:spLocks xmlns:a="http://schemas.openxmlformats.org/drawingml/2006/main" noGrp="1"/>
          </p:cNvSpPr>
          <p:nvPr/>
        </p:nvSpPr>
        <p:spPr>
          <a:xfrm xmlns:a="http://schemas.openxmlformats.org/drawingml/2006/main">
            <a:off x="1352550" y="3657600"/>
            <a:ext cx="742950" cy="457200"/>
          </a:xfrm>
          <a:prstGeom xmlns:a="http://schemas.openxmlformats.org/drawingml/2006/main" prst="rect">
            <a:avLst/>
          </a:prstGeom>
          <a:solidFill xmlns:a="http://schemas.openxmlformats.org/drawingml/2006/main">
            <a:srgbClr val="D6E6E5"/>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0">
                <a:solidFill>
                  <a:srgbClr val="16243A"/>
                </a:solidFill>
                <a:latin typeface="Noto Sans SC"/>
                <a:ea typeface="Noto Sans SC"/>
                <a:cs typeface="Noto Sans SC"/>
              </a:defRPr>
            </a:defPPr>
            <a:lvl1pPr algn="ctr">
              <a:defRPr sz="1575" b="0">
                <a:solidFill>
                  <a:srgbClr val="16243A"/>
                </a:solidFill>
                <a:latin typeface="Noto Sans SC"/>
                <a:ea typeface="Noto Sans SC"/>
                <a:cs typeface="Noto Sans SC"/>
              </a:defRPr>
            </a:lvl1pPr>
            <a:lvl2pPr algn="ctr">
              <a:defRPr sz="1575" b="0">
                <a:solidFill>
                  <a:srgbClr val="16243A"/>
                </a:solidFill>
                <a:latin typeface="Noto Sans SC"/>
                <a:ea typeface="Noto Sans SC"/>
                <a:cs typeface="Noto Sans SC"/>
              </a:defRPr>
            </a:lvl2pPr>
            <a:lvl3pPr algn="ctr">
              <a:defRPr sz="1575" b="0">
                <a:solidFill>
                  <a:srgbClr val="16243A"/>
                </a:solidFill>
                <a:latin typeface="Noto Sans SC"/>
                <a:ea typeface="Noto Sans SC"/>
                <a:cs typeface="Noto Sans SC"/>
              </a:defRPr>
            </a:lvl3pPr>
            <a:lvl4pPr algn="ctr">
              <a:defRPr sz="1575" b="0">
                <a:solidFill>
                  <a:srgbClr val="16243A"/>
                </a:solidFill>
                <a:latin typeface="Noto Sans SC"/>
                <a:ea typeface="Noto Sans SC"/>
                <a:cs typeface="Noto Sans SC"/>
              </a:defRPr>
            </a:lvl4pPr>
            <a:lvl5pPr algn="ctr">
              <a:defRPr sz="1575" b="0">
                <a:solidFill>
                  <a:srgbClr val="16243A"/>
                </a:solidFill>
                <a:latin typeface="Noto Sans SC"/>
                <a:ea typeface="Noto Sans SC"/>
                <a:cs typeface="Noto Sans SC"/>
              </a:defRPr>
            </a:lvl5pPr>
            <a:lvl6pPr algn="ctr">
              <a:defRPr sz="1575" b="0">
                <a:solidFill>
                  <a:srgbClr val="16243A"/>
                </a:solidFill>
                <a:latin typeface="Noto Sans SC"/>
                <a:ea typeface="Noto Sans SC"/>
                <a:cs typeface="Noto Sans SC"/>
              </a:defRPr>
            </a:lvl6pPr>
            <a:lvl7pPr algn="ctr">
              <a:defRPr sz="1575" b="0">
                <a:solidFill>
                  <a:srgbClr val="16243A"/>
                </a:solidFill>
                <a:latin typeface="Noto Sans SC"/>
                <a:ea typeface="Noto Sans SC"/>
                <a:cs typeface="Noto Sans SC"/>
              </a:defRPr>
            </a:lvl7pPr>
            <a:lvl8pPr algn="ctr">
              <a:defRPr sz="1575" b="0">
                <a:solidFill>
                  <a:srgbClr val="16243A"/>
                </a:solidFill>
                <a:latin typeface="Noto Sans SC"/>
                <a:ea typeface="Noto Sans SC"/>
                <a:cs typeface="Noto Sans SC"/>
              </a:defRPr>
            </a:lvl8pPr>
            <a:lvl9pPr algn="ctr">
              <a:defRPr sz="1575" b="0">
                <a:solidFill>
                  <a:srgbClr val="16243A"/>
                </a:solidFill>
                <a:latin typeface="Noto Sans SC"/>
                <a:ea typeface="Noto Sans SC"/>
                <a:cs typeface="Noto Sans SC"/>
              </a:defRPr>
            </a:lvl9pPr>
          </a:lstStyle>
          <a:p xmlns:a="http://schemas.openxmlformats.org/drawingml/2006/main">
            <a:pPr algn="ctr">
              <a:defRPr sz="1575" b="0">
                <a:solidFill>
                  <a:srgbClr val="16243A"/>
                </a:solidFill>
                <a:latin typeface="Noto Sans SC"/>
                <a:ea typeface="Noto Sans SC"/>
                <a:cs typeface="Noto Sans SC"/>
              </a:defRPr>
            </a:pPr>
            <a:r>
              <a:rPr sz="1575" b="0">
                <a:solidFill>
                  <a:srgbClr val="16243A"/>
                </a:solidFill>
                <a:latin typeface="Noto Sans SC"/>
                <a:ea typeface="Noto Sans SC"/>
                <a:cs typeface="Noto Sans SC"/>
              </a:rPr>
              <a:t>1.0</a:t>
            </a:r>
          </a:p>
        </p:txBody>
      </p:sp>
      <p:sp>
        <p:nvSpPr>
          <p:cNvPr id="21" name="o20">
            <a:extLst xmlns:a="http://schemas.openxmlformats.org/drawingml/2006/main">
              <a:ext uri="{FF2B5EF4-FFF2-40B4-BE49-F238E27FC236}">
                <a16:creationId xmlns:a16="http://schemas.microsoft.com/office/drawing/2014/main" id="{4FB87878-9093-4D8C-BDBC-5A764E779DE6}"/>
              </a:ext>
            </a:extLst>
          </p:cNvPr>
          <p:cNvSpPr>
            <a:spLocks xmlns:a="http://schemas.openxmlformats.org/drawingml/2006/main" noGrp="1"/>
          </p:cNvSpPr>
          <p:nvPr/>
        </p:nvSpPr>
        <p:spPr>
          <a:xfrm xmlns:a="http://schemas.openxmlformats.org/drawingml/2006/main">
            <a:off x="2095500" y="3657600"/>
            <a:ext cx="742950" cy="457200"/>
          </a:xfrm>
          <a:prstGeom xmlns:a="http://schemas.openxmlformats.org/drawingml/2006/main" prst="rect">
            <a:avLst/>
          </a:prstGeom>
          <a:solidFill xmlns:a="http://schemas.openxmlformats.org/drawingml/2006/main">
            <a:srgbClr val="D6E6E5"/>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0">
                <a:solidFill>
                  <a:srgbClr val="16243A"/>
                </a:solidFill>
                <a:latin typeface="Noto Sans SC"/>
                <a:ea typeface="Noto Sans SC"/>
                <a:cs typeface="Noto Sans SC"/>
              </a:defRPr>
            </a:defPPr>
            <a:lvl1pPr algn="ctr">
              <a:defRPr sz="1575" b="0">
                <a:solidFill>
                  <a:srgbClr val="16243A"/>
                </a:solidFill>
                <a:latin typeface="Noto Sans SC"/>
                <a:ea typeface="Noto Sans SC"/>
                <a:cs typeface="Noto Sans SC"/>
              </a:defRPr>
            </a:lvl1pPr>
            <a:lvl2pPr algn="ctr">
              <a:defRPr sz="1575" b="0">
                <a:solidFill>
                  <a:srgbClr val="16243A"/>
                </a:solidFill>
                <a:latin typeface="Noto Sans SC"/>
                <a:ea typeface="Noto Sans SC"/>
                <a:cs typeface="Noto Sans SC"/>
              </a:defRPr>
            </a:lvl2pPr>
            <a:lvl3pPr algn="ctr">
              <a:defRPr sz="1575" b="0">
                <a:solidFill>
                  <a:srgbClr val="16243A"/>
                </a:solidFill>
                <a:latin typeface="Noto Sans SC"/>
                <a:ea typeface="Noto Sans SC"/>
                <a:cs typeface="Noto Sans SC"/>
              </a:defRPr>
            </a:lvl3pPr>
            <a:lvl4pPr algn="ctr">
              <a:defRPr sz="1575" b="0">
                <a:solidFill>
                  <a:srgbClr val="16243A"/>
                </a:solidFill>
                <a:latin typeface="Noto Sans SC"/>
                <a:ea typeface="Noto Sans SC"/>
                <a:cs typeface="Noto Sans SC"/>
              </a:defRPr>
            </a:lvl4pPr>
            <a:lvl5pPr algn="ctr">
              <a:defRPr sz="1575" b="0">
                <a:solidFill>
                  <a:srgbClr val="16243A"/>
                </a:solidFill>
                <a:latin typeface="Noto Sans SC"/>
                <a:ea typeface="Noto Sans SC"/>
                <a:cs typeface="Noto Sans SC"/>
              </a:defRPr>
            </a:lvl5pPr>
            <a:lvl6pPr algn="ctr">
              <a:defRPr sz="1575" b="0">
                <a:solidFill>
                  <a:srgbClr val="16243A"/>
                </a:solidFill>
                <a:latin typeface="Noto Sans SC"/>
                <a:ea typeface="Noto Sans SC"/>
                <a:cs typeface="Noto Sans SC"/>
              </a:defRPr>
            </a:lvl6pPr>
            <a:lvl7pPr algn="ctr">
              <a:defRPr sz="1575" b="0">
                <a:solidFill>
                  <a:srgbClr val="16243A"/>
                </a:solidFill>
                <a:latin typeface="Noto Sans SC"/>
                <a:ea typeface="Noto Sans SC"/>
                <a:cs typeface="Noto Sans SC"/>
              </a:defRPr>
            </a:lvl7pPr>
            <a:lvl8pPr algn="ctr">
              <a:defRPr sz="1575" b="0">
                <a:solidFill>
                  <a:srgbClr val="16243A"/>
                </a:solidFill>
                <a:latin typeface="Noto Sans SC"/>
                <a:ea typeface="Noto Sans SC"/>
                <a:cs typeface="Noto Sans SC"/>
              </a:defRPr>
            </a:lvl8pPr>
            <a:lvl9pPr algn="ctr">
              <a:defRPr sz="1575" b="0">
                <a:solidFill>
                  <a:srgbClr val="16243A"/>
                </a:solidFill>
                <a:latin typeface="Noto Sans SC"/>
                <a:ea typeface="Noto Sans SC"/>
                <a:cs typeface="Noto Sans SC"/>
              </a:defRPr>
            </a:lvl9pPr>
          </a:lstStyle>
          <a:p xmlns:a="http://schemas.openxmlformats.org/drawingml/2006/main">
            <a:pPr algn="ctr">
              <a:defRPr sz="1575" b="0">
                <a:solidFill>
                  <a:srgbClr val="16243A"/>
                </a:solidFill>
                <a:latin typeface="Noto Sans SC"/>
                <a:ea typeface="Noto Sans SC"/>
                <a:cs typeface="Noto Sans SC"/>
              </a:defRPr>
            </a:pPr>
            <a:r>
              <a:rPr sz="1575" b="0">
                <a:solidFill>
                  <a:srgbClr val="16243A"/>
                </a:solidFill>
                <a:latin typeface="Noto Sans SC"/>
                <a:ea typeface="Noto Sans SC"/>
                <a:cs typeface="Noto Sans SC"/>
              </a:rPr>
              <a:t>0</a:t>
            </a:r>
          </a:p>
        </p:txBody>
      </p:sp>
      <p:sp>
        <p:nvSpPr>
          <p:cNvPr id="22" name="o21">
            <a:extLst xmlns:a="http://schemas.openxmlformats.org/drawingml/2006/main">
              <a:ext uri="{FF2B5EF4-FFF2-40B4-BE49-F238E27FC236}">
                <a16:creationId xmlns:a16="http://schemas.microsoft.com/office/drawing/2014/main" id="{CB68329A-3224-4B3C-A547-4D638CC789CD}"/>
              </a:ext>
            </a:extLst>
          </p:cNvPr>
          <p:cNvSpPr>
            <a:spLocks xmlns:a="http://schemas.openxmlformats.org/drawingml/2006/main" noGrp="1"/>
          </p:cNvSpPr>
          <p:nvPr/>
        </p:nvSpPr>
        <p:spPr>
          <a:xfrm xmlns:a="http://schemas.openxmlformats.org/drawingml/2006/main">
            <a:off x="2838450" y="3657600"/>
            <a:ext cx="742950" cy="457200"/>
          </a:xfrm>
          <a:prstGeom xmlns:a="http://schemas.openxmlformats.org/drawingml/2006/main" prst="rect">
            <a:avLst/>
          </a:prstGeom>
          <a:solidFill xmlns:a="http://schemas.openxmlformats.org/drawingml/2006/main">
            <a:srgbClr val="D6E6E5"/>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0">
                <a:solidFill>
                  <a:srgbClr val="16243A"/>
                </a:solidFill>
                <a:latin typeface="Noto Sans SC"/>
                <a:ea typeface="Noto Sans SC"/>
                <a:cs typeface="Noto Sans SC"/>
              </a:defRPr>
            </a:defPPr>
            <a:lvl1pPr algn="ctr">
              <a:defRPr sz="1575" b="0">
                <a:solidFill>
                  <a:srgbClr val="16243A"/>
                </a:solidFill>
                <a:latin typeface="Noto Sans SC"/>
                <a:ea typeface="Noto Sans SC"/>
                <a:cs typeface="Noto Sans SC"/>
              </a:defRPr>
            </a:lvl1pPr>
            <a:lvl2pPr algn="ctr">
              <a:defRPr sz="1575" b="0">
                <a:solidFill>
                  <a:srgbClr val="16243A"/>
                </a:solidFill>
                <a:latin typeface="Noto Sans SC"/>
                <a:ea typeface="Noto Sans SC"/>
                <a:cs typeface="Noto Sans SC"/>
              </a:defRPr>
            </a:lvl2pPr>
            <a:lvl3pPr algn="ctr">
              <a:defRPr sz="1575" b="0">
                <a:solidFill>
                  <a:srgbClr val="16243A"/>
                </a:solidFill>
                <a:latin typeface="Noto Sans SC"/>
                <a:ea typeface="Noto Sans SC"/>
                <a:cs typeface="Noto Sans SC"/>
              </a:defRPr>
            </a:lvl3pPr>
            <a:lvl4pPr algn="ctr">
              <a:defRPr sz="1575" b="0">
                <a:solidFill>
                  <a:srgbClr val="16243A"/>
                </a:solidFill>
                <a:latin typeface="Noto Sans SC"/>
                <a:ea typeface="Noto Sans SC"/>
                <a:cs typeface="Noto Sans SC"/>
              </a:defRPr>
            </a:lvl4pPr>
            <a:lvl5pPr algn="ctr">
              <a:defRPr sz="1575" b="0">
                <a:solidFill>
                  <a:srgbClr val="16243A"/>
                </a:solidFill>
                <a:latin typeface="Noto Sans SC"/>
                <a:ea typeface="Noto Sans SC"/>
                <a:cs typeface="Noto Sans SC"/>
              </a:defRPr>
            </a:lvl5pPr>
            <a:lvl6pPr algn="ctr">
              <a:defRPr sz="1575" b="0">
                <a:solidFill>
                  <a:srgbClr val="16243A"/>
                </a:solidFill>
                <a:latin typeface="Noto Sans SC"/>
                <a:ea typeface="Noto Sans SC"/>
                <a:cs typeface="Noto Sans SC"/>
              </a:defRPr>
            </a:lvl6pPr>
            <a:lvl7pPr algn="ctr">
              <a:defRPr sz="1575" b="0">
                <a:solidFill>
                  <a:srgbClr val="16243A"/>
                </a:solidFill>
                <a:latin typeface="Noto Sans SC"/>
                <a:ea typeface="Noto Sans SC"/>
                <a:cs typeface="Noto Sans SC"/>
              </a:defRPr>
            </a:lvl7pPr>
            <a:lvl8pPr algn="ctr">
              <a:defRPr sz="1575" b="0">
                <a:solidFill>
                  <a:srgbClr val="16243A"/>
                </a:solidFill>
                <a:latin typeface="Noto Sans SC"/>
                <a:ea typeface="Noto Sans SC"/>
                <a:cs typeface="Noto Sans SC"/>
              </a:defRPr>
            </a:lvl8pPr>
            <a:lvl9pPr algn="ctr">
              <a:defRPr sz="1575" b="0">
                <a:solidFill>
                  <a:srgbClr val="16243A"/>
                </a:solidFill>
                <a:latin typeface="Noto Sans SC"/>
                <a:ea typeface="Noto Sans SC"/>
                <a:cs typeface="Noto Sans SC"/>
              </a:defRPr>
            </a:lvl9pPr>
          </a:lstStyle>
          <a:p xmlns:a="http://schemas.openxmlformats.org/drawingml/2006/main">
            <a:pPr algn="ctr">
              <a:defRPr sz="1575" b="0">
                <a:solidFill>
                  <a:srgbClr val="16243A"/>
                </a:solidFill>
                <a:latin typeface="Noto Sans SC"/>
                <a:ea typeface="Noto Sans SC"/>
                <a:cs typeface="Noto Sans SC"/>
              </a:defRPr>
            </a:pPr>
            <a:r>
              <a:rPr sz="1575" b="0">
                <a:solidFill>
                  <a:srgbClr val="16243A"/>
                </a:solidFill>
                <a:latin typeface="Noto Sans SC"/>
                <a:ea typeface="Noto Sans SC"/>
                <a:cs typeface="Noto Sans SC"/>
              </a:rPr>
              <a:t>1.0</a:t>
            </a:r>
          </a:p>
        </p:txBody>
      </p:sp>
      <p:sp>
        <p:nvSpPr>
          <p:cNvPr id="23" name="o22">
            <a:extLst xmlns:a="http://schemas.openxmlformats.org/drawingml/2006/main">
              <a:ext uri="{FF2B5EF4-FFF2-40B4-BE49-F238E27FC236}">
                <a16:creationId xmlns:a16="http://schemas.microsoft.com/office/drawing/2014/main" id="{6389CF10-B427-48E4-8B2A-CAFC49C4CC6D}"/>
              </a:ext>
            </a:extLst>
          </p:cNvPr>
          <p:cNvSpPr>
            <a:spLocks xmlns:a="http://schemas.openxmlformats.org/drawingml/2006/main" noGrp="1"/>
          </p:cNvSpPr>
          <p:nvPr/>
        </p:nvSpPr>
        <p:spPr>
          <a:xfrm xmlns:a="http://schemas.openxmlformats.org/drawingml/2006/main">
            <a:off x="3581400" y="3657600"/>
            <a:ext cx="742950" cy="457200"/>
          </a:xfrm>
          <a:prstGeom xmlns:a="http://schemas.openxmlformats.org/drawingml/2006/main" prst="rect">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0">
                <a:solidFill>
                  <a:srgbClr val="16243A"/>
                </a:solidFill>
                <a:latin typeface="Noto Sans SC"/>
                <a:ea typeface="Noto Sans SC"/>
                <a:cs typeface="Noto Sans SC"/>
              </a:defRPr>
            </a:defPPr>
            <a:lvl1pPr algn="ctr">
              <a:defRPr sz="1575" b="0">
                <a:solidFill>
                  <a:srgbClr val="16243A"/>
                </a:solidFill>
                <a:latin typeface="Noto Sans SC"/>
                <a:ea typeface="Noto Sans SC"/>
                <a:cs typeface="Noto Sans SC"/>
              </a:defRPr>
            </a:lvl1pPr>
            <a:lvl2pPr algn="ctr">
              <a:defRPr sz="1575" b="0">
                <a:solidFill>
                  <a:srgbClr val="16243A"/>
                </a:solidFill>
                <a:latin typeface="Noto Sans SC"/>
                <a:ea typeface="Noto Sans SC"/>
                <a:cs typeface="Noto Sans SC"/>
              </a:defRPr>
            </a:lvl2pPr>
            <a:lvl3pPr algn="ctr">
              <a:defRPr sz="1575" b="0">
                <a:solidFill>
                  <a:srgbClr val="16243A"/>
                </a:solidFill>
                <a:latin typeface="Noto Sans SC"/>
                <a:ea typeface="Noto Sans SC"/>
                <a:cs typeface="Noto Sans SC"/>
              </a:defRPr>
            </a:lvl3pPr>
            <a:lvl4pPr algn="ctr">
              <a:defRPr sz="1575" b="0">
                <a:solidFill>
                  <a:srgbClr val="16243A"/>
                </a:solidFill>
                <a:latin typeface="Noto Sans SC"/>
                <a:ea typeface="Noto Sans SC"/>
                <a:cs typeface="Noto Sans SC"/>
              </a:defRPr>
            </a:lvl4pPr>
            <a:lvl5pPr algn="ctr">
              <a:defRPr sz="1575" b="0">
                <a:solidFill>
                  <a:srgbClr val="16243A"/>
                </a:solidFill>
                <a:latin typeface="Noto Sans SC"/>
                <a:ea typeface="Noto Sans SC"/>
                <a:cs typeface="Noto Sans SC"/>
              </a:defRPr>
            </a:lvl5pPr>
            <a:lvl6pPr algn="ctr">
              <a:defRPr sz="1575" b="0">
                <a:solidFill>
                  <a:srgbClr val="16243A"/>
                </a:solidFill>
                <a:latin typeface="Noto Sans SC"/>
                <a:ea typeface="Noto Sans SC"/>
                <a:cs typeface="Noto Sans SC"/>
              </a:defRPr>
            </a:lvl6pPr>
            <a:lvl7pPr algn="ctr">
              <a:defRPr sz="1575" b="0">
                <a:solidFill>
                  <a:srgbClr val="16243A"/>
                </a:solidFill>
                <a:latin typeface="Noto Sans SC"/>
                <a:ea typeface="Noto Sans SC"/>
                <a:cs typeface="Noto Sans SC"/>
              </a:defRPr>
            </a:lvl7pPr>
            <a:lvl8pPr algn="ctr">
              <a:defRPr sz="1575" b="0">
                <a:solidFill>
                  <a:srgbClr val="16243A"/>
                </a:solidFill>
                <a:latin typeface="Noto Sans SC"/>
                <a:ea typeface="Noto Sans SC"/>
                <a:cs typeface="Noto Sans SC"/>
              </a:defRPr>
            </a:lvl8pPr>
            <a:lvl9pPr algn="ctr">
              <a:defRPr sz="1575" b="0">
                <a:solidFill>
                  <a:srgbClr val="16243A"/>
                </a:solidFill>
                <a:latin typeface="Noto Sans SC"/>
                <a:ea typeface="Noto Sans SC"/>
                <a:cs typeface="Noto Sans SC"/>
              </a:defRPr>
            </a:lvl9pPr>
          </a:lstStyle>
          <a:p xmlns:a="http://schemas.openxmlformats.org/drawingml/2006/main">
            <a:pPr algn="ctr">
              <a:defRPr sz="1575" b="0">
                <a:solidFill>
                  <a:srgbClr val="16243A"/>
                </a:solidFill>
                <a:latin typeface="Noto Sans SC"/>
                <a:ea typeface="Noto Sans SC"/>
                <a:cs typeface="Noto Sans SC"/>
              </a:defRPr>
            </a:pPr>
            <a:r>
              <a:rPr sz="1575" b="0">
                <a:solidFill>
                  <a:srgbClr val="16243A"/>
                </a:solidFill>
                <a:latin typeface="Noto Sans SC"/>
                <a:ea typeface="Noto Sans SC"/>
                <a:cs typeface="Noto Sans SC"/>
              </a:rPr>
              <a:t>3.0</a:t>
            </a:r>
          </a:p>
        </p:txBody>
      </p:sp>
      <p:sp>
        <p:nvSpPr>
          <p:cNvPr id="24" name="o23">
            <a:extLst xmlns:a="http://schemas.openxmlformats.org/drawingml/2006/main">
              <a:ext uri="{FF2B5EF4-FFF2-40B4-BE49-F238E27FC236}">
                <a16:creationId xmlns:a16="http://schemas.microsoft.com/office/drawing/2014/main" id="{CB4D5F1B-D6C0-4738-B6C8-23CBE41AAEB7}"/>
              </a:ext>
            </a:extLst>
          </p:cNvPr>
          <p:cNvSpPr>
            <a:spLocks xmlns:a="http://schemas.openxmlformats.org/drawingml/2006/main" noGrp="1"/>
          </p:cNvSpPr>
          <p:nvPr/>
        </p:nvSpPr>
        <p:spPr>
          <a:xfrm xmlns:a="http://schemas.openxmlformats.org/drawingml/2006/main">
            <a:off x="609600" y="4114800"/>
            <a:ext cx="742950" cy="457200"/>
          </a:xfrm>
          <a:prstGeom xmlns:a="http://schemas.openxmlformats.org/drawingml/2006/main" prst="rect">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16243A"/>
                </a:solidFill>
                <a:latin typeface="Noto Sans SC"/>
                <a:ea typeface="Noto Sans SC"/>
                <a:cs typeface="Noto Sans SC"/>
              </a:defRPr>
            </a:defPPr>
            <a:lvl1pPr algn="ctr">
              <a:defRPr sz="1575" b="1">
                <a:solidFill>
                  <a:srgbClr val="16243A"/>
                </a:solidFill>
                <a:latin typeface="Noto Sans SC"/>
                <a:ea typeface="Noto Sans SC"/>
                <a:cs typeface="Noto Sans SC"/>
              </a:defRPr>
            </a:lvl1pPr>
            <a:lvl2pPr algn="ctr">
              <a:defRPr sz="1575" b="1">
                <a:solidFill>
                  <a:srgbClr val="16243A"/>
                </a:solidFill>
                <a:latin typeface="Noto Sans SC"/>
                <a:ea typeface="Noto Sans SC"/>
                <a:cs typeface="Noto Sans SC"/>
              </a:defRPr>
            </a:lvl2pPr>
            <a:lvl3pPr algn="ctr">
              <a:defRPr sz="1575" b="1">
                <a:solidFill>
                  <a:srgbClr val="16243A"/>
                </a:solidFill>
                <a:latin typeface="Noto Sans SC"/>
                <a:ea typeface="Noto Sans SC"/>
                <a:cs typeface="Noto Sans SC"/>
              </a:defRPr>
            </a:lvl3pPr>
            <a:lvl4pPr algn="ctr">
              <a:defRPr sz="1575" b="1">
                <a:solidFill>
                  <a:srgbClr val="16243A"/>
                </a:solidFill>
                <a:latin typeface="Noto Sans SC"/>
                <a:ea typeface="Noto Sans SC"/>
                <a:cs typeface="Noto Sans SC"/>
              </a:defRPr>
            </a:lvl4pPr>
            <a:lvl5pPr algn="ctr">
              <a:defRPr sz="1575" b="1">
                <a:solidFill>
                  <a:srgbClr val="16243A"/>
                </a:solidFill>
                <a:latin typeface="Noto Sans SC"/>
                <a:ea typeface="Noto Sans SC"/>
                <a:cs typeface="Noto Sans SC"/>
              </a:defRPr>
            </a:lvl5pPr>
            <a:lvl6pPr algn="ctr">
              <a:defRPr sz="1575" b="1">
                <a:solidFill>
                  <a:srgbClr val="16243A"/>
                </a:solidFill>
                <a:latin typeface="Noto Sans SC"/>
                <a:ea typeface="Noto Sans SC"/>
                <a:cs typeface="Noto Sans SC"/>
              </a:defRPr>
            </a:lvl6pPr>
            <a:lvl7pPr algn="ctr">
              <a:defRPr sz="1575" b="1">
                <a:solidFill>
                  <a:srgbClr val="16243A"/>
                </a:solidFill>
                <a:latin typeface="Noto Sans SC"/>
                <a:ea typeface="Noto Sans SC"/>
                <a:cs typeface="Noto Sans SC"/>
              </a:defRPr>
            </a:lvl7pPr>
            <a:lvl8pPr algn="ctr">
              <a:defRPr sz="1575" b="1">
                <a:solidFill>
                  <a:srgbClr val="16243A"/>
                </a:solidFill>
                <a:latin typeface="Noto Sans SC"/>
                <a:ea typeface="Noto Sans SC"/>
                <a:cs typeface="Noto Sans SC"/>
              </a:defRPr>
            </a:lvl8pPr>
            <a:lvl9pPr algn="ctr">
              <a:defRPr sz="1575" b="1">
                <a:solidFill>
                  <a:srgbClr val="16243A"/>
                </a:solidFill>
                <a:latin typeface="Noto Sans SC"/>
                <a:ea typeface="Noto Sans SC"/>
                <a:cs typeface="Noto Sans SC"/>
              </a:defRPr>
            </a:lvl9pPr>
          </a:lstStyle>
          <a:p xmlns:a="http://schemas.openxmlformats.org/drawingml/2006/main">
            <a:pPr algn="ctr">
              <a:defRPr sz="1575" b="1">
                <a:solidFill>
                  <a:srgbClr val="16243A"/>
                </a:solidFill>
                <a:latin typeface="Noto Sans SC"/>
                <a:ea typeface="Noto Sans SC"/>
                <a:cs typeface="Noto Sans SC"/>
              </a:defRPr>
            </a:pPr>
            <a:r>
              <a:rPr sz="1575" b="1">
                <a:solidFill>
                  <a:srgbClr val="16243A"/>
                </a:solidFill>
                <a:latin typeface="Noto Sans SC"/>
                <a:ea typeface="Noto Sans SC"/>
                <a:cs typeface="Noto Sans SC"/>
              </a:rPr>
              <a:t>C</a:t>
            </a:r>
          </a:p>
        </p:txBody>
      </p:sp>
      <p:sp>
        <p:nvSpPr>
          <p:cNvPr id="25" name="o24">
            <a:extLst xmlns:a="http://schemas.openxmlformats.org/drawingml/2006/main">
              <a:ext uri="{FF2B5EF4-FFF2-40B4-BE49-F238E27FC236}">
                <a16:creationId xmlns:a16="http://schemas.microsoft.com/office/drawing/2014/main" id="{7FAD52D7-954E-4A6D-B057-B558DBC8D003}"/>
              </a:ext>
            </a:extLst>
          </p:cNvPr>
          <p:cNvSpPr>
            <a:spLocks xmlns:a="http://schemas.openxmlformats.org/drawingml/2006/main" noGrp="1"/>
          </p:cNvSpPr>
          <p:nvPr/>
        </p:nvSpPr>
        <p:spPr>
          <a:xfrm xmlns:a="http://schemas.openxmlformats.org/drawingml/2006/main">
            <a:off x="1352550" y="4114800"/>
            <a:ext cx="742950" cy="457200"/>
          </a:xfrm>
          <a:prstGeom xmlns:a="http://schemas.openxmlformats.org/drawingml/2006/main" prst="rect">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0">
                <a:solidFill>
                  <a:srgbClr val="16243A"/>
                </a:solidFill>
                <a:latin typeface="Noto Sans SC"/>
                <a:ea typeface="Noto Sans SC"/>
                <a:cs typeface="Noto Sans SC"/>
              </a:defRPr>
            </a:defPPr>
            <a:lvl1pPr algn="ctr">
              <a:defRPr sz="1575" b="0">
                <a:solidFill>
                  <a:srgbClr val="16243A"/>
                </a:solidFill>
                <a:latin typeface="Noto Sans SC"/>
                <a:ea typeface="Noto Sans SC"/>
                <a:cs typeface="Noto Sans SC"/>
              </a:defRPr>
            </a:lvl1pPr>
            <a:lvl2pPr algn="ctr">
              <a:defRPr sz="1575" b="0">
                <a:solidFill>
                  <a:srgbClr val="16243A"/>
                </a:solidFill>
                <a:latin typeface="Noto Sans SC"/>
                <a:ea typeface="Noto Sans SC"/>
                <a:cs typeface="Noto Sans SC"/>
              </a:defRPr>
            </a:lvl2pPr>
            <a:lvl3pPr algn="ctr">
              <a:defRPr sz="1575" b="0">
                <a:solidFill>
                  <a:srgbClr val="16243A"/>
                </a:solidFill>
                <a:latin typeface="Noto Sans SC"/>
                <a:ea typeface="Noto Sans SC"/>
                <a:cs typeface="Noto Sans SC"/>
              </a:defRPr>
            </a:lvl3pPr>
            <a:lvl4pPr algn="ctr">
              <a:defRPr sz="1575" b="0">
                <a:solidFill>
                  <a:srgbClr val="16243A"/>
                </a:solidFill>
                <a:latin typeface="Noto Sans SC"/>
                <a:ea typeface="Noto Sans SC"/>
                <a:cs typeface="Noto Sans SC"/>
              </a:defRPr>
            </a:lvl4pPr>
            <a:lvl5pPr algn="ctr">
              <a:defRPr sz="1575" b="0">
                <a:solidFill>
                  <a:srgbClr val="16243A"/>
                </a:solidFill>
                <a:latin typeface="Noto Sans SC"/>
                <a:ea typeface="Noto Sans SC"/>
                <a:cs typeface="Noto Sans SC"/>
              </a:defRPr>
            </a:lvl5pPr>
            <a:lvl6pPr algn="ctr">
              <a:defRPr sz="1575" b="0">
                <a:solidFill>
                  <a:srgbClr val="16243A"/>
                </a:solidFill>
                <a:latin typeface="Noto Sans SC"/>
                <a:ea typeface="Noto Sans SC"/>
                <a:cs typeface="Noto Sans SC"/>
              </a:defRPr>
            </a:lvl6pPr>
            <a:lvl7pPr algn="ctr">
              <a:defRPr sz="1575" b="0">
                <a:solidFill>
                  <a:srgbClr val="16243A"/>
                </a:solidFill>
                <a:latin typeface="Noto Sans SC"/>
                <a:ea typeface="Noto Sans SC"/>
                <a:cs typeface="Noto Sans SC"/>
              </a:defRPr>
            </a:lvl7pPr>
            <a:lvl8pPr algn="ctr">
              <a:defRPr sz="1575" b="0">
                <a:solidFill>
                  <a:srgbClr val="16243A"/>
                </a:solidFill>
                <a:latin typeface="Noto Sans SC"/>
                <a:ea typeface="Noto Sans SC"/>
                <a:cs typeface="Noto Sans SC"/>
              </a:defRPr>
            </a:lvl8pPr>
            <a:lvl9pPr algn="ctr">
              <a:defRPr sz="1575" b="0">
                <a:solidFill>
                  <a:srgbClr val="16243A"/>
                </a:solidFill>
                <a:latin typeface="Noto Sans SC"/>
                <a:ea typeface="Noto Sans SC"/>
                <a:cs typeface="Noto Sans SC"/>
              </a:defRPr>
            </a:lvl9pPr>
          </a:lstStyle>
          <a:p xmlns:a="http://schemas.openxmlformats.org/drawingml/2006/main">
            <a:pPr algn="ctr">
              <a:defRPr sz="1575" b="0">
                <a:solidFill>
                  <a:srgbClr val="16243A"/>
                </a:solidFill>
                <a:latin typeface="Noto Sans SC"/>
                <a:ea typeface="Noto Sans SC"/>
                <a:cs typeface="Noto Sans SC"/>
              </a:defRPr>
            </a:pPr>
            <a:r>
              <a:rPr sz="1575" b="0">
                <a:solidFill>
                  <a:srgbClr val="16243A"/>
                </a:solidFill>
                <a:latin typeface="Noto Sans SC"/>
                <a:ea typeface="Noto Sans SC"/>
                <a:cs typeface="Noto Sans SC"/>
              </a:rPr>
              <a:t>2.0</a:t>
            </a:r>
          </a:p>
        </p:txBody>
      </p:sp>
      <p:sp>
        <p:nvSpPr>
          <p:cNvPr id="26" name="o25">
            <a:extLst xmlns:a="http://schemas.openxmlformats.org/drawingml/2006/main">
              <a:ext uri="{FF2B5EF4-FFF2-40B4-BE49-F238E27FC236}">
                <a16:creationId xmlns:a16="http://schemas.microsoft.com/office/drawing/2014/main" id="{097BDA91-A595-4D72-832C-C8C895DA564C}"/>
              </a:ext>
            </a:extLst>
          </p:cNvPr>
          <p:cNvSpPr>
            <a:spLocks xmlns:a="http://schemas.openxmlformats.org/drawingml/2006/main" noGrp="1"/>
          </p:cNvSpPr>
          <p:nvPr/>
        </p:nvSpPr>
        <p:spPr>
          <a:xfrm xmlns:a="http://schemas.openxmlformats.org/drawingml/2006/main">
            <a:off x="2095500" y="4114800"/>
            <a:ext cx="742950" cy="457200"/>
          </a:xfrm>
          <a:prstGeom xmlns:a="http://schemas.openxmlformats.org/drawingml/2006/main" prst="rect">
            <a:avLst/>
          </a:prstGeom>
          <a:solidFill xmlns:a="http://schemas.openxmlformats.org/drawingml/2006/main">
            <a:srgbClr val="D6E6E5"/>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0">
                <a:solidFill>
                  <a:srgbClr val="16243A"/>
                </a:solidFill>
                <a:latin typeface="Noto Sans SC"/>
                <a:ea typeface="Noto Sans SC"/>
                <a:cs typeface="Noto Sans SC"/>
              </a:defRPr>
            </a:defPPr>
            <a:lvl1pPr algn="ctr">
              <a:defRPr sz="1575" b="0">
                <a:solidFill>
                  <a:srgbClr val="16243A"/>
                </a:solidFill>
                <a:latin typeface="Noto Sans SC"/>
                <a:ea typeface="Noto Sans SC"/>
                <a:cs typeface="Noto Sans SC"/>
              </a:defRPr>
            </a:lvl1pPr>
            <a:lvl2pPr algn="ctr">
              <a:defRPr sz="1575" b="0">
                <a:solidFill>
                  <a:srgbClr val="16243A"/>
                </a:solidFill>
                <a:latin typeface="Noto Sans SC"/>
                <a:ea typeface="Noto Sans SC"/>
                <a:cs typeface="Noto Sans SC"/>
              </a:defRPr>
            </a:lvl2pPr>
            <a:lvl3pPr algn="ctr">
              <a:defRPr sz="1575" b="0">
                <a:solidFill>
                  <a:srgbClr val="16243A"/>
                </a:solidFill>
                <a:latin typeface="Noto Sans SC"/>
                <a:ea typeface="Noto Sans SC"/>
                <a:cs typeface="Noto Sans SC"/>
              </a:defRPr>
            </a:lvl3pPr>
            <a:lvl4pPr algn="ctr">
              <a:defRPr sz="1575" b="0">
                <a:solidFill>
                  <a:srgbClr val="16243A"/>
                </a:solidFill>
                <a:latin typeface="Noto Sans SC"/>
                <a:ea typeface="Noto Sans SC"/>
                <a:cs typeface="Noto Sans SC"/>
              </a:defRPr>
            </a:lvl4pPr>
            <a:lvl5pPr algn="ctr">
              <a:defRPr sz="1575" b="0">
                <a:solidFill>
                  <a:srgbClr val="16243A"/>
                </a:solidFill>
                <a:latin typeface="Noto Sans SC"/>
                <a:ea typeface="Noto Sans SC"/>
                <a:cs typeface="Noto Sans SC"/>
              </a:defRPr>
            </a:lvl5pPr>
            <a:lvl6pPr algn="ctr">
              <a:defRPr sz="1575" b="0">
                <a:solidFill>
                  <a:srgbClr val="16243A"/>
                </a:solidFill>
                <a:latin typeface="Noto Sans SC"/>
                <a:ea typeface="Noto Sans SC"/>
                <a:cs typeface="Noto Sans SC"/>
              </a:defRPr>
            </a:lvl6pPr>
            <a:lvl7pPr algn="ctr">
              <a:defRPr sz="1575" b="0">
                <a:solidFill>
                  <a:srgbClr val="16243A"/>
                </a:solidFill>
                <a:latin typeface="Noto Sans SC"/>
                <a:ea typeface="Noto Sans SC"/>
                <a:cs typeface="Noto Sans SC"/>
              </a:defRPr>
            </a:lvl7pPr>
            <a:lvl8pPr algn="ctr">
              <a:defRPr sz="1575" b="0">
                <a:solidFill>
                  <a:srgbClr val="16243A"/>
                </a:solidFill>
                <a:latin typeface="Noto Sans SC"/>
                <a:ea typeface="Noto Sans SC"/>
                <a:cs typeface="Noto Sans SC"/>
              </a:defRPr>
            </a:lvl8pPr>
            <a:lvl9pPr algn="ctr">
              <a:defRPr sz="1575" b="0">
                <a:solidFill>
                  <a:srgbClr val="16243A"/>
                </a:solidFill>
                <a:latin typeface="Noto Sans SC"/>
                <a:ea typeface="Noto Sans SC"/>
                <a:cs typeface="Noto Sans SC"/>
              </a:defRPr>
            </a:lvl9pPr>
          </a:lstStyle>
          <a:p xmlns:a="http://schemas.openxmlformats.org/drawingml/2006/main">
            <a:pPr algn="ctr">
              <a:defRPr sz="1575" b="0">
                <a:solidFill>
                  <a:srgbClr val="16243A"/>
                </a:solidFill>
                <a:latin typeface="Noto Sans SC"/>
                <a:ea typeface="Noto Sans SC"/>
                <a:cs typeface="Noto Sans SC"/>
              </a:defRPr>
            </a:pPr>
            <a:r>
              <a:rPr sz="1575" b="0">
                <a:solidFill>
                  <a:srgbClr val="16243A"/>
                </a:solidFill>
                <a:latin typeface="Noto Sans SC"/>
                <a:ea typeface="Noto Sans SC"/>
                <a:cs typeface="Noto Sans SC"/>
              </a:rPr>
              <a:t>1.0</a:t>
            </a:r>
          </a:p>
        </p:txBody>
      </p:sp>
      <p:sp>
        <p:nvSpPr>
          <p:cNvPr id="27" name="o26">
            <a:extLst xmlns:a="http://schemas.openxmlformats.org/drawingml/2006/main">
              <a:ext uri="{FF2B5EF4-FFF2-40B4-BE49-F238E27FC236}">
                <a16:creationId xmlns:a16="http://schemas.microsoft.com/office/drawing/2014/main" id="{E0C52EF9-58F6-4773-A422-62F8A4189ACE}"/>
              </a:ext>
            </a:extLst>
          </p:cNvPr>
          <p:cNvSpPr>
            <a:spLocks xmlns:a="http://schemas.openxmlformats.org/drawingml/2006/main" noGrp="1"/>
          </p:cNvSpPr>
          <p:nvPr/>
        </p:nvSpPr>
        <p:spPr>
          <a:xfrm xmlns:a="http://schemas.openxmlformats.org/drawingml/2006/main">
            <a:off x="2838450" y="4114800"/>
            <a:ext cx="742950" cy="457200"/>
          </a:xfrm>
          <a:prstGeom xmlns:a="http://schemas.openxmlformats.org/drawingml/2006/main" prst="rect">
            <a:avLst/>
          </a:prstGeom>
          <a:solidFill xmlns:a="http://schemas.openxmlformats.org/drawingml/2006/main">
            <a:srgbClr val="D6E6E5"/>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0">
                <a:solidFill>
                  <a:srgbClr val="16243A"/>
                </a:solidFill>
                <a:latin typeface="Noto Sans SC"/>
                <a:ea typeface="Noto Sans SC"/>
                <a:cs typeface="Noto Sans SC"/>
              </a:defRPr>
            </a:defPPr>
            <a:lvl1pPr algn="ctr">
              <a:defRPr sz="1575" b="0">
                <a:solidFill>
                  <a:srgbClr val="16243A"/>
                </a:solidFill>
                <a:latin typeface="Noto Sans SC"/>
                <a:ea typeface="Noto Sans SC"/>
                <a:cs typeface="Noto Sans SC"/>
              </a:defRPr>
            </a:lvl1pPr>
            <a:lvl2pPr algn="ctr">
              <a:defRPr sz="1575" b="0">
                <a:solidFill>
                  <a:srgbClr val="16243A"/>
                </a:solidFill>
                <a:latin typeface="Noto Sans SC"/>
                <a:ea typeface="Noto Sans SC"/>
                <a:cs typeface="Noto Sans SC"/>
              </a:defRPr>
            </a:lvl2pPr>
            <a:lvl3pPr algn="ctr">
              <a:defRPr sz="1575" b="0">
                <a:solidFill>
                  <a:srgbClr val="16243A"/>
                </a:solidFill>
                <a:latin typeface="Noto Sans SC"/>
                <a:ea typeface="Noto Sans SC"/>
                <a:cs typeface="Noto Sans SC"/>
              </a:defRPr>
            </a:lvl3pPr>
            <a:lvl4pPr algn="ctr">
              <a:defRPr sz="1575" b="0">
                <a:solidFill>
                  <a:srgbClr val="16243A"/>
                </a:solidFill>
                <a:latin typeface="Noto Sans SC"/>
                <a:ea typeface="Noto Sans SC"/>
                <a:cs typeface="Noto Sans SC"/>
              </a:defRPr>
            </a:lvl4pPr>
            <a:lvl5pPr algn="ctr">
              <a:defRPr sz="1575" b="0">
                <a:solidFill>
                  <a:srgbClr val="16243A"/>
                </a:solidFill>
                <a:latin typeface="Noto Sans SC"/>
                <a:ea typeface="Noto Sans SC"/>
                <a:cs typeface="Noto Sans SC"/>
              </a:defRPr>
            </a:lvl5pPr>
            <a:lvl6pPr algn="ctr">
              <a:defRPr sz="1575" b="0">
                <a:solidFill>
                  <a:srgbClr val="16243A"/>
                </a:solidFill>
                <a:latin typeface="Noto Sans SC"/>
                <a:ea typeface="Noto Sans SC"/>
                <a:cs typeface="Noto Sans SC"/>
              </a:defRPr>
            </a:lvl6pPr>
            <a:lvl7pPr algn="ctr">
              <a:defRPr sz="1575" b="0">
                <a:solidFill>
                  <a:srgbClr val="16243A"/>
                </a:solidFill>
                <a:latin typeface="Noto Sans SC"/>
                <a:ea typeface="Noto Sans SC"/>
                <a:cs typeface="Noto Sans SC"/>
              </a:defRPr>
            </a:lvl7pPr>
            <a:lvl8pPr algn="ctr">
              <a:defRPr sz="1575" b="0">
                <a:solidFill>
                  <a:srgbClr val="16243A"/>
                </a:solidFill>
                <a:latin typeface="Noto Sans SC"/>
                <a:ea typeface="Noto Sans SC"/>
                <a:cs typeface="Noto Sans SC"/>
              </a:defRPr>
            </a:lvl8pPr>
            <a:lvl9pPr algn="ctr">
              <a:defRPr sz="1575" b="0">
                <a:solidFill>
                  <a:srgbClr val="16243A"/>
                </a:solidFill>
                <a:latin typeface="Noto Sans SC"/>
                <a:ea typeface="Noto Sans SC"/>
                <a:cs typeface="Noto Sans SC"/>
              </a:defRPr>
            </a:lvl9pPr>
          </a:lstStyle>
          <a:p xmlns:a="http://schemas.openxmlformats.org/drawingml/2006/main">
            <a:pPr algn="ctr">
              <a:defRPr sz="1575" b="0">
                <a:solidFill>
                  <a:srgbClr val="16243A"/>
                </a:solidFill>
                <a:latin typeface="Noto Sans SC"/>
                <a:ea typeface="Noto Sans SC"/>
                <a:cs typeface="Noto Sans SC"/>
              </a:defRPr>
            </a:pPr>
            <a:r>
              <a:rPr sz="1575" b="0">
                <a:solidFill>
                  <a:srgbClr val="16243A"/>
                </a:solidFill>
                <a:latin typeface="Noto Sans SC"/>
                <a:ea typeface="Noto Sans SC"/>
                <a:cs typeface="Noto Sans SC"/>
              </a:rPr>
              <a:t>0</a:t>
            </a:r>
          </a:p>
        </p:txBody>
      </p:sp>
      <p:sp>
        <p:nvSpPr>
          <p:cNvPr id="28" name="o27">
            <a:extLst xmlns:a="http://schemas.openxmlformats.org/drawingml/2006/main">
              <a:ext uri="{FF2B5EF4-FFF2-40B4-BE49-F238E27FC236}">
                <a16:creationId xmlns:a16="http://schemas.microsoft.com/office/drawing/2014/main" id="{58AFD38C-7DF4-4421-8D6A-E89085725026}"/>
              </a:ext>
            </a:extLst>
          </p:cNvPr>
          <p:cNvSpPr>
            <a:spLocks xmlns:a="http://schemas.openxmlformats.org/drawingml/2006/main" noGrp="1"/>
          </p:cNvSpPr>
          <p:nvPr/>
        </p:nvSpPr>
        <p:spPr>
          <a:xfrm xmlns:a="http://schemas.openxmlformats.org/drawingml/2006/main">
            <a:off x="3581400" y="4114800"/>
            <a:ext cx="742950" cy="457200"/>
          </a:xfrm>
          <a:prstGeom xmlns:a="http://schemas.openxmlformats.org/drawingml/2006/main" prst="rect">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0">
                <a:solidFill>
                  <a:srgbClr val="16243A"/>
                </a:solidFill>
                <a:latin typeface="Noto Sans SC"/>
                <a:ea typeface="Noto Sans SC"/>
                <a:cs typeface="Noto Sans SC"/>
              </a:defRPr>
            </a:defPPr>
            <a:lvl1pPr algn="ctr">
              <a:defRPr sz="1575" b="0">
                <a:solidFill>
                  <a:srgbClr val="16243A"/>
                </a:solidFill>
                <a:latin typeface="Noto Sans SC"/>
                <a:ea typeface="Noto Sans SC"/>
                <a:cs typeface="Noto Sans SC"/>
              </a:defRPr>
            </a:lvl1pPr>
            <a:lvl2pPr algn="ctr">
              <a:defRPr sz="1575" b="0">
                <a:solidFill>
                  <a:srgbClr val="16243A"/>
                </a:solidFill>
                <a:latin typeface="Noto Sans SC"/>
                <a:ea typeface="Noto Sans SC"/>
                <a:cs typeface="Noto Sans SC"/>
              </a:defRPr>
            </a:lvl2pPr>
            <a:lvl3pPr algn="ctr">
              <a:defRPr sz="1575" b="0">
                <a:solidFill>
                  <a:srgbClr val="16243A"/>
                </a:solidFill>
                <a:latin typeface="Noto Sans SC"/>
                <a:ea typeface="Noto Sans SC"/>
                <a:cs typeface="Noto Sans SC"/>
              </a:defRPr>
            </a:lvl3pPr>
            <a:lvl4pPr algn="ctr">
              <a:defRPr sz="1575" b="0">
                <a:solidFill>
                  <a:srgbClr val="16243A"/>
                </a:solidFill>
                <a:latin typeface="Noto Sans SC"/>
                <a:ea typeface="Noto Sans SC"/>
                <a:cs typeface="Noto Sans SC"/>
              </a:defRPr>
            </a:lvl4pPr>
            <a:lvl5pPr algn="ctr">
              <a:defRPr sz="1575" b="0">
                <a:solidFill>
                  <a:srgbClr val="16243A"/>
                </a:solidFill>
                <a:latin typeface="Noto Sans SC"/>
                <a:ea typeface="Noto Sans SC"/>
                <a:cs typeface="Noto Sans SC"/>
              </a:defRPr>
            </a:lvl5pPr>
            <a:lvl6pPr algn="ctr">
              <a:defRPr sz="1575" b="0">
                <a:solidFill>
                  <a:srgbClr val="16243A"/>
                </a:solidFill>
                <a:latin typeface="Noto Sans SC"/>
                <a:ea typeface="Noto Sans SC"/>
                <a:cs typeface="Noto Sans SC"/>
              </a:defRPr>
            </a:lvl6pPr>
            <a:lvl7pPr algn="ctr">
              <a:defRPr sz="1575" b="0">
                <a:solidFill>
                  <a:srgbClr val="16243A"/>
                </a:solidFill>
                <a:latin typeface="Noto Sans SC"/>
                <a:ea typeface="Noto Sans SC"/>
                <a:cs typeface="Noto Sans SC"/>
              </a:defRPr>
            </a:lvl7pPr>
            <a:lvl8pPr algn="ctr">
              <a:defRPr sz="1575" b="0">
                <a:solidFill>
                  <a:srgbClr val="16243A"/>
                </a:solidFill>
                <a:latin typeface="Noto Sans SC"/>
                <a:ea typeface="Noto Sans SC"/>
                <a:cs typeface="Noto Sans SC"/>
              </a:defRPr>
            </a:lvl8pPr>
            <a:lvl9pPr algn="ctr">
              <a:defRPr sz="1575" b="0">
                <a:solidFill>
                  <a:srgbClr val="16243A"/>
                </a:solidFill>
                <a:latin typeface="Noto Sans SC"/>
                <a:ea typeface="Noto Sans SC"/>
                <a:cs typeface="Noto Sans SC"/>
              </a:defRPr>
            </a:lvl9pPr>
          </a:lstStyle>
          <a:p xmlns:a="http://schemas.openxmlformats.org/drawingml/2006/main">
            <a:pPr algn="ctr">
              <a:defRPr sz="1575" b="0">
                <a:solidFill>
                  <a:srgbClr val="16243A"/>
                </a:solidFill>
                <a:latin typeface="Noto Sans SC"/>
                <a:ea typeface="Noto Sans SC"/>
                <a:cs typeface="Noto Sans SC"/>
              </a:defRPr>
            </a:pPr>
            <a:r>
              <a:rPr sz="1575" b="0">
                <a:solidFill>
                  <a:srgbClr val="16243A"/>
                </a:solidFill>
                <a:latin typeface="Noto Sans SC"/>
                <a:ea typeface="Noto Sans SC"/>
                <a:cs typeface="Noto Sans SC"/>
              </a:rPr>
              <a:t>3.0</a:t>
            </a:r>
          </a:p>
        </p:txBody>
      </p:sp>
      <p:sp>
        <p:nvSpPr>
          <p:cNvPr id="29" name="o28">
            <a:extLst xmlns:a="http://schemas.openxmlformats.org/drawingml/2006/main">
              <a:ext uri="{FF2B5EF4-FFF2-40B4-BE49-F238E27FC236}">
                <a16:creationId xmlns:a16="http://schemas.microsoft.com/office/drawing/2014/main" id="{44A03F15-72F5-4A72-83D7-F8EDE66FD20A}"/>
              </a:ext>
            </a:extLst>
          </p:cNvPr>
          <p:cNvSpPr>
            <a:spLocks xmlns:a="http://schemas.openxmlformats.org/drawingml/2006/main" noGrp="1"/>
          </p:cNvSpPr>
          <p:nvPr/>
        </p:nvSpPr>
        <p:spPr>
          <a:xfrm xmlns:a="http://schemas.openxmlformats.org/drawingml/2006/main">
            <a:off x="609600" y="4572000"/>
            <a:ext cx="742950" cy="457200"/>
          </a:xfrm>
          <a:prstGeom xmlns:a="http://schemas.openxmlformats.org/drawingml/2006/main" prst="rect">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16243A"/>
                </a:solidFill>
                <a:latin typeface="Noto Sans SC"/>
                <a:ea typeface="Noto Sans SC"/>
                <a:cs typeface="Noto Sans SC"/>
              </a:defRPr>
            </a:defPPr>
            <a:lvl1pPr algn="ctr">
              <a:defRPr sz="1575" b="1">
                <a:solidFill>
                  <a:srgbClr val="16243A"/>
                </a:solidFill>
                <a:latin typeface="Noto Sans SC"/>
                <a:ea typeface="Noto Sans SC"/>
                <a:cs typeface="Noto Sans SC"/>
              </a:defRPr>
            </a:lvl1pPr>
            <a:lvl2pPr algn="ctr">
              <a:defRPr sz="1575" b="1">
                <a:solidFill>
                  <a:srgbClr val="16243A"/>
                </a:solidFill>
                <a:latin typeface="Noto Sans SC"/>
                <a:ea typeface="Noto Sans SC"/>
                <a:cs typeface="Noto Sans SC"/>
              </a:defRPr>
            </a:lvl2pPr>
            <a:lvl3pPr algn="ctr">
              <a:defRPr sz="1575" b="1">
                <a:solidFill>
                  <a:srgbClr val="16243A"/>
                </a:solidFill>
                <a:latin typeface="Noto Sans SC"/>
                <a:ea typeface="Noto Sans SC"/>
                <a:cs typeface="Noto Sans SC"/>
              </a:defRPr>
            </a:lvl3pPr>
            <a:lvl4pPr algn="ctr">
              <a:defRPr sz="1575" b="1">
                <a:solidFill>
                  <a:srgbClr val="16243A"/>
                </a:solidFill>
                <a:latin typeface="Noto Sans SC"/>
                <a:ea typeface="Noto Sans SC"/>
                <a:cs typeface="Noto Sans SC"/>
              </a:defRPr>
            </a:lvl4pPr>
            <a:lvl5pPr algn="ctr">
              <a:defRPr sz="1575" b="1">
                <a:solidFill>
                  <a:srgbClr val="16243A"/>
                </a:solidFill>
                <a:latin typeface="Noto Sans SC"/>
                <a:ea typeface="Noto Sans SC"/>
                <a:cs typeface="Noto Sans SC"/>
              </a:defRPr>
            </a:lvl5pPr>
            <a:lvl6pPr algn="ctr">
              <a:defRPr sz="1575" b="1">
                <a:solidFill>
                  <a:srgbClr val="16243A"/>
                </a:solidFill>
                <a:latin typeface="Noto Sans SC"/>
                <a:ea typeface="Noto Sans SC"/>
                <a:cs typeface="Noto Sans SC"/>
              </a:defRPr>
            </a:lvl6pPr>
            <a:lvl7pPr algn="ctr">
              <a:defRPr sz="1575" b="1">
                <a:solidFill>
                  <a:srgbClr val="16243A"/>
                </a:solidFill>
                <a:latin typeface="Noto Sans SC"/>
                <a:ea typeface="Noto Sans SC"/>
                <a:cs typeface="Noto Sans SC"/>
              </a:defRPr>
            </a:lvl7pPr>
            <a:lvl8pPr algn="ctr">
              <a:defRPr sz="1575" b="1">
                <a:solidFill>
                  <a:srgbClr val="16243A"/>
                </a:solidFill>
                <a:latin typeface="Noto Sans SC"/>
                <a:ea typeface="Noto Sans SC"/>
                <a:cs typeface="Noto Sans SC"/>
              </a:defRPr>
            </a:lvl8pPr>
            <a:lvl9pPr algn="ctr">
              <a:defRPr sz="1575" b="1">
                <a:solidFill>
                  <a:srgbClr val="16243A"/>
                </a:solidFill>
                <a:latin typeface="Noto Sans SC"/>
                <a:ea typeface="Noto Sans SC"/>
                <a:cs typeface="Noto Sans SC"/>
              </a:defRPr>
            </a:lvl9pPr>
          </a:lstStyle>
          <a:p xmlns:a="http://schemas.openxmlformats.org/drawingml/2006/main">
            <a:pPr algn="ctr">
              <a:defRPr sz="1575" b="1">
                <a:solidFill>
                  <a:srgbClr val="16243A"/>
                </a:solidFill>
                <a:latin typeface="Noto Sans SC"/>
                <a:ea typeface="Noto Sans SC"/>
                <a:cs typeface="Noto Sans SC"/>
              </a:defRPr>
            </a:pPr>
            <a:r>
              <a:rPr sz="1575" b="1">
                <a:solidFill>
                  <a:srgbClr val="16243A"/>
                </a:solidFill>
                <a:latin typeface="Noto Sans SC"/>
                <a:ea typeface="Noto Sans SC"/>
                <a:cs typeface="Noto Sans SC"/>
              </a:rPr>
              <a:t>D</a:t>
            </a:r>
          </a:p>
        </p:txBody>
      </p:sp>
      <p:sp>
        <p:nvSpPr>
          <p:cNvPr id="30" name="o29">
            <a:extLst xmlns:a="http://schemas.openxmlformats.org/drawingml/2006/main">
              <a:ext uri="{FF2B5EF4-FFF2-40B4-BE49-F238E27FC236}">
                <a16:creationId xmlns:a16="http://schemas.microsoft.com/office/drawing/2014/main" id="{A186821F-01AC-4DED-AFA0-69E769284C05}"/>
              </a:ext>
            </a:extLst>
          </p:cNvPr>
          <p:cNvSpPr>
            <a:spLocks xmlns:a="http://schemas.openxmlformats.org/drawingml/2006/main" noGrp="1"/>
          </p:cNvSpPr>
          <p:nvPr/>
        </p:nvSpPr>
        <p:spPr>
          <a:xfrm xmlns:a="http://schemas.openxmlformats.org/drawingml/2006/main">
            <a:off x="1352550" y="4572000"/>
            <a:ext cx="742950" cy="457200"/>
          </a:xfrm>
          <a:prstGeom xmlns:a="http://schemas.openxmlformats.org/drawingml/2006/main" prst="rect">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0">
                <a:solidFill>
                  <a:srgbClr val="16243A"/>
                </a:solidFill>
                <a:latin typeface="Noto Sans SC"/>
                <a:ea typeface="Noto Sans SC"/>
                <a:cs typeface="Noto Sans SC"/>
              </a:defRPr>
            </a:defPPr>
            <a:lvl1pPr algn="ctr">
              <a:defRPr sz="1575" b="0">
                <a:solidFill>
                  <a:srgbClr val="16243A"/>
                </a:solidFill>
                <a:latin typeface="Noto Sans SC"/>
                <a:ea typeface="Noto Sans SC"/>
                <a:cs typeface="Noto Sans SC"/>
              </a:defRPr>
            </a:lvl1pPr>
            <a:lvl2pPr algn="ctr">
              <a:defRPr sz="1575" b="0">
                <a:solidFill>
                  <a:srgbClr val="16243A"/>
                </a:solidFill>
                <a:latin typeface="Noto Sans SC"/>
                <a:ea typeface="Noto Sans SC"/>
                <a:cs typeface="Noto Sans SC"/>
              </a:defRPr>
            </a:lvl2pPr>
            <a:lvl3pPr algn="ctr">
              <a:defRPr sz="1575" b="0">
                <a:solidFill>
                  <a:srgbClr val="16243A"/>
                </a:solidFill>
                <a:latin typeface="Noto Sans SC"/>
                <a:ea typeface="Noto Sans SC"/>
                <a:cs typeface="Noto Sans SC"/>
              </a:defRPr>
            </a:lvl3pPr>
            <a:lvl4pPr algn="ctr">
              <a:defRPr sz="1575" b="0">
                <a:solidFill>
                  <a:srgbClr val="16243A"/>
                </a:solidFill>
                <a:latin typeface="Noto Sans SC"/>
                <a:ea typeface="Noto Sans SC"/>
                <a:cs typeface="Noto Sans SC"/>
              </a:defRPr>
            </a:lvl4pPr>
            <a:lvl5pPr algn="ctr">
              <a:defRPr sz="1575" b="0">
                <a:solidFill>
                  <a:srgbClr val="16243A"/>
                </a:solidFill>
                <a:latin typeface="Noto Sans SC"/>
                <a:ea typeface="Noto Sans SC"/>
                <a:cs typeface="Noto Sans SC"/>
              </a:defRPr>
            </a:lvl5pPr>
            <a:lvl6pPr algn="ctr">
              <a:defRPr sz="1575" b="0">
                <a:solidFill>
                  <a:srgbClr val="16243A"/>
                </a:solidFill>
                <a:latin typeface="Noto Sans SC"/>
                <a:ea typeface="Noto Sans SC"/>
                <a:cs typeface="Noto Sans SC"/>
              </a:defRPr>
            </a:lvl6pPr>
            <a:lvl7pPr algn="ctr">
              <a:defRPr sz="1575" b="0">
                <a:solidFill>
                  <a:srgbClr val="16243A"/>
                </a:solidFill>
                <a:latin typeface="Noto Sans SC"/>
                <a:ea typeface="Noto Sans SC"/>
                <a:cs typeface="Noto Sans SC"/>
              </a:defRPr>
            </a:lvl7pPr>
            <a:lvl8pPr algn="ctr">
              <a:defRPr sz="1575" b="0">
                <a:solidFill>
                  <a:srgbClr val="16243A"/>
                </a:solidFill>
                <a:latin typeface="Noto Sans SC"/>
                <a:ea typeface="Noto Sans SC"/>
                <a:cs typeface="Noto Sans SC"/>
              </a:defRPr>
            </a:lvl8pPr>
            <a:lvl9pPr algn="ctr">
              <a:defRPr sz="1575" b="0">
                <a:solidFill>
                  <a:srgbClr val="16243A"/>
                </a:solidFill>
                <a:latin typeface="Noto Sans SC"/>
                <a:ea typeface="Noto Sans SC"/>
                <a:cs typeface="Noto Sans SC"/>
              </a:defRPr>
            </a:lvl9pPr>
          </a:lstStyle>
          <a:p xmlns:a="http://schemas.openxmlformats.org/drawingml/2006/main">
            <a:pPr algn="ctr">
              <a:defRPr sz="1575" b="0">
                <a:solidFill>
                  <a:srgbClr val="16243A"/>
                </a:solidFill>
                <a:latin typeface="Noto Sans SC"/>
                <a:ea typeface="Noto Sans SC"/>
                <a:cs typeface="Noto Sans SC"/>
              </a:defRPr>
            </a:pPr>
            <a:r>
              <a:rPr sz="1575" b="0">
                <a:solidFill>
                  <a:srgbClr val="16243A"/>
                </a:solidFill>
                <a:latin typeface="Noto Sans SC"/>
                <a:ea typeface="Noto Sans SC"/>
                <a:cs typeface="Noto Sans SC"/>
              </a:rPr>
              <a:t>3.0</a:t>
            </a:r>
          </a:p>
        </p:txBody>
      </p:sp>
      <p:sp>
        <p:nvSpPr>
          <p:cNvPr id="31" name="o30">
            <a:extLst xmlns:a="http://schemas.openxmlformats.org/drawingml/2006/main">
              <a:ext uri="{FF2B5EF4-FFF2-40B4-BE49-F238E27FC236}">
                <a16:creationId xmlns:a16="http://schemas.microsoft.com/office/drawing/2014/main" id="{5C534368-4A4B-472A-8A32-872FF4D902A9}"/>
              </a:ext>
            </a:extLst>
          </p:cNvPr>
          <p:cNvSpPr>
            <a:spLocks xmlns:a="http://schemas.openxmlformats.org/drawingml/2006/main" noGrp="1"/>
          </p:cNvSpPr>
          <p:nvPr/>
        </p:nvSpPr>
        <p:spPr>
          <a:xfrm xmlns:a="http://schemas.openxmlformats.org/drawingml/2006/main">
            <a:off x="2095500" y="4572000"/>
            <a:ext cx="742950" cy="457200"/>
          </a:xfrm>
          <a:prstGeom xmlns:a="http://schemas.openxmlformats.org/drawingml/2006/main" prst="rect">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0">
                <a:solidFill>
                  <a:srgbClr val="16243A"/>
                </a:solidFill>
                <a:latin typeface="Noto Sans SC"/>
                <a:ea typeface="Noto Sans SC"/>
                <a:cs typeface="Noto Sans SC"/>
              </a:defRPr>
            </a:defPPr>
            <a:lvl1pPr algn="ctr">
              <a:defRPr sz="1575" b="0">
                <a:solidFill>
                  <a:srgbClr val="16243A"/>
                </a:solidFill>
                <a:latin typeface="Noto Sans SC"/>
                <a:ea typeface="Noto Sans SC"/>
                <a:cs typeface="Noto Sans SC"/>
              </a:defRPr>
            </a:lvl1pPr>
            <a:lvl2pPr algn="ctr">
              <a:defRPr sz="1575" b="0">
                <a:solidFill>
                  <a:srgbClr val="16243A"/>
                </a:solidFill>
                <a:latin typeface="Noto Sans SC"/>
                <a:ea typeface="Noto Sans SC"/>
                <a:cs typeface="Noto Sans SC"/>
              </a:defRPr>
            </a:lvl2pPr>
            <a:lvl3pPr algn="ctr">
              <a:defRPr sz="1575" b="0">
                <a:solidFill>
                  <a:srgbClr val="16243A"/>
                </a:solidFill>
                <a:latin typeface="Noto Sans SC"/>
                <a:ea typeface="Noto Sans SC"/>
                <a:cs typeface="Noto Sans SC"/>
              </a:defRPr>
            </a:lvl3pPr>
            <a:lvl4pPr algn="ctr">
              <a:defRPr sz="1575" b="0">
                <a:solidFill>
                  <a:srgbClr val="16243A"/>
                </a:solidFill>
                <a:latin typeface="Noto Sans SC"/>
                <a:ea typeface="Noto Sans SC"/>
                <a:cs typeface="Noto Sans SC"/>
              </a:defRPr>
            </a:lvl4pPr>
            <a:lvl5pPr algn="ctr">
              <a:defRPr sz="1575" b="0">
                <a:solidFill>
                  <a:srgbClr val="16243A"/>
                </a:solidFill>
                <a:latin typeface="Noto Sans SC"/>
                <a:ea typeface="Noto Sans SC"/>
                <a:cs typeface="Noto Sans SC"/>
              </a:defRPr>
            </a:lvl5pPr>
            <a:lvl6pPr algn="ctr">
              <a:defRPr sz="1575" b="0">
                <a:solidFill>
                  <a:srgbClr val="16243A"/>
                </a:solidFill>
                <a:latin typeface="Noto Sans SC"/>
                <a:ea typeface="Noto Sans SC"/>
                <a:cs typeface="Noto Sans SC"/>
              </a:defRPr>
            </a:lvl6pPr>
            <a:lvl7pPr algn="ctr">
              <a:defRPr sz="1575" b="0">
                <a:solidFill>
                  <a:srgbClr val="16243A"/>
                </a:solidFill>
                <a:latin typeface="Noto Sans SC"/>
                <a:ea typeface="Noto Sans SC"/>
                <a:cs typeface="Noto Sans SC"/>
              </a:defRPr>
            </a:lvl7pPr>
            <a:lvl8pPr algn="ctr">
              <a:defRPr sz="1575" b="0">
                <a:solidFill>
                  <a:srgbClr val="16243A"/>
                </a:solidFill>
                <a:latin typeface="Noto Sans SC"/>
                <a:ea typeface="Noto Sans SC"/>
                <a:cs typeface="Noto Sans SC"/>
              </a:defRPr>
            </a:lvl8pPr>
            <a:lvl9pPr algn="ctr">
              <a:defRPr sz="1575" b="0">
                <a:solidFill>
                  <a:srgbClr val="16243A"/>
                </a:solidFill>
                <a:latin typeface="Noto Sans SC"/>
                <a:ea typeface="Noto Sans SC"/>
                <a:cs typeface="Noto Sans SC"/>
              </a:defRPr>
            </a:lvl9pPr>
          </a:lstStyle>
          <a:p xmlns:a="http://schemas.openxmlformats.org/drawingml/2006/main">
            <a:pPr algn="ctr">
              <a:defRPr sz="1575" b="0">
                <a:solidFill>
                  <a:srgbClr val="16243A"/>
                </a:solidFill>
                <a:latin typeface="Noto Sans SC"/>
                <a:ea typeface="Noto Sans SC"/>
                <a:cs typeface="Noto Sans SC"/>
              </a:defRPr>
            </a:pPr>
            <a:r>
              <a:rPr sz="1575" b="0">
                <a:solidFill>
                  <a:srgbClr val="16243A"/>
                </a:solidFill>
                <a:latin typeface="Noto Sans SC"/>
                <a:ea typeface="Noto Sans SC"/>
                <a:cs typeface="Noto Sans SC"/>
              </a:rPr>
              <a:t>3.0</a:t>
            </a:r>
          </a:p>
        </p:txBody>
      </p:sp>
      <p:sp>
        <p:nvSpPr>
          <p:cNvPr id="32" name="o31">
            <a:extLst xmlns:a="http://schemas.openxmlformats.org/drawingml/2006/main">
              <a:ext uri="{FF2B5EF4-FFF2-40B4-BE49-F238E27FC236}">
                <a16:creationId xmlns:a16="http://schemas.microsoft.com/office/drawing/2014/main" id="{4CC619A6-4D54-4EFC-8EDA-DBCE0ADDFE79}"/>
              </a:ext>
            </a:extLst>
          </p:cNvPr>
          <p:cNvSpPr>
            <a:spLocks xmlns:a="http://schemas.openxmlformats.org/drawingml/2006/main" noGrp="1"/>
          </p:cNvSpPr>
          <p:nvPr/>
        </p:nvSpPr>
        <p:spPr>
          <a:xfrm xmlns:a="http://schemas.openxmlformats.org/drawingml/2006/main">
            <a:off x="2838450" y="4572000"/>
            <a:ext cx="742950" cy="457200"/>
          </a:xfrm>
          <a:prstGeom xmlns:a="http://schemas.openxmlformats.org/drawingml/2006/main" prst="rect">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0">
                <a:solidFill>
                  <a:srgbClr val="16243A"/>
                </a:solidFill>
                <a:latin typeface="Noto Sans SC"/>
                <a:ea typeface="Noto Sans SC"/>
                <a:cs typeface="Noto Sans SC"/>
              </a:defRPr>
            </a:defPPr>
            <a:lvl1pPr algn="ctr">
              <a:defRPr sz="1575" b="0">
                <a:solidFill>
                  <a:srgbClr val="16243A"/>
                </a:solidFill>
                <a:latin typeface="Noto Sans SC"/>
                <a:ea typeface="Noto Sans SC"/>
                <a:cs typeface="Noto Sans SC"/>
              </a:defRPr>
            </a:lvl1pPr>
            <a:lvl2pPr algn="ctr">
              <a:defRPr sz="1575" b="0">
                <a:solidFill>
                  <a:srgbClr val="16243A"/>
                </a:solidFill>
                <a:latin typeface="Noto Sans SC"/>
                <a:ea typeface="Noto Sans SC"/>
                <a:cs typeface="Noto Sans SC"/>
              </a:defRPr>
            </a:lvl2pPr>
            <a:lvl3pPr algn="ctr">
              <a:defRPr sz="1575" b="0">
                <a:solidFill>
                  <a:srgbClr val="16243A"/>
                </a:solidFill>
                <a:latin typeface="Noto Sans SC"/>
                <a:ea typeface="Noto Sans SC"/>
                <a:cs typeface="Noto Sans SC"/>
              </a:defRPr>
            </a:lvl3pPr>
            <a:lvl4pPr algn="ctr">
              <a:defRPr sz="1575" b="0">
                <a:solidFill>
                  <a:srgbClr val="16243A"/>
                </a:solidFill>
                <a:latin typeface="Noto Sans SC"/>
                <a:ea typeface="Noto Sans SC"/>
                <a:cs typeface="Noto Sans SC"/>
              </a:defRPr>
            </a:lvl4pPr>
            <a:lvl5pPr algn="ctr">
              <a:defRPr sz="1575" b="0">
                <a:solidFill>
                  <a:srgbClr val="16243A"/>
                </a:solidFill>
                <a:latin typeface="Noto Sans SC"/>
                <a:ea typeface="Noto Sans SC"/>
                <a:cs typeface="Noto Sans SC"/>
              </a:defRPr>
            </a:lvl5pPr>
            <a:lvl6pPr algn="ctr">
              <a:defRPr sz="1575" b="0">
                <a:solidFill>
                  <a:srgbClr val="16243A"/>
                </a:solidFill>
                <a:latin typeface="Noto Sans SC"/>
                <a:ea typeface="Noto Sans SC"/>
                <a:cs typeface="Noto Sans SC"/>
              </a:defRPr>
            </a:lvl6pPr>
            <a:lvl7pPr algn="ctr">
              <a:defRPr sz="1575" b="0">
                <a:solidFill>
                  <a:srgbClr val="16243A"/>
                </a:solidFill>
                <a:latin typeface="Noto Sans SC"/>
                <a:ea typeface="Noto Sans SC"/>
                <a:cs typeface="Noto Sans SC"/>
              </a:defRPr>
            </a:lvl7pPr>
            <a:lvl8pPr algn="ctr">
              <a:defRPr sz="1575" b="0">
                <a:solidFill>
                  <a:srgbClr val="16243A"/>
                </a:solidFill>
                <a:latin typeface="Noto Sans SC"/>
                <a:ea typeface="Noto Sans SC"/>
                <a:cs typeface="Noto Sans SC"/>
              </a:defRPr>
            </a:lvl8pPr>
            <a:lvl9pPr algn="ctr">
              <a:defRPr sz="1575" b="0">
                <a:solidFill>
                  <a:srgbClr val="16243A"/>
                </a:solidFill>
                <a:latin typeface="Noto Sans SC"/>
                <a:ea typeface="Noto Sans SC"/>
                <a:cs typeface="Noto Sans SC"/>
              </a:defRPr>
            </a:lvl9pPr>
          </a:lstStyle>
          <a:p xmlns:a="http://schemas.openxmlformats.org/drawingml/2006/main">
            <a:pPr algn="ctr">
              <a:defRPr sz="1575" b="0">
                <a:solidFill>
                  <a:srgbClr val="16243A"/>
                </a:solidFill>
                <a:latin typeface="Noto Sans SC"/>
                <a:ea typeface="Noto Sans SC"/>
                <a:cs typeface="Noto Sans SC"/>
              </a:defRPr>
            </a:pPr>
            <a:r>
              <a:rPr sz="1575" b="0">
                <a:solidFill>
                  <a:srgbClr val="16243A"/>
                </a:solidFill>
                <a:latin typeface="Noto Sans SC"/>
                <a:ea typeface="Noto Sans SC"/>
                <a:cs typeface="Noto Sans SC"/>
              </a:rPr>
              <a:t>3.0</a:t>
            </a:r>
          </a:p>
        </p:txBody>
      </p:sp>
      <p:sp>
        <p:nvSpPr>
          <p:cNvPr id="33" name="o32">
            <a:extLst xmlns:a="http://schemas.openxmlformats.org/drawingml/2006/main">
              <a:ext uri="{FF2B5EF4-FFF2-40B4-BE49-F238E27FC236}">
                <a16:creationId xmlns:a16="http://schemas.microsoft.com/office/drawing/2014/main" id="{286ACB1B-584F-4E06-8725-AC21BDAC9B49}"/>
              </a:ext>
            </a:extLst>
          </p:cNvPr>
          <p:cNvSpPr>
            <a:spLocks xmlns:a="http://schemas.openxmlformats.org/drawingml/2006/main" noGrp="1"/>
          </p:cNvSpPr>
          <p:nvPr/>
        </p:nvSpPr>
        <p:spPr>
          <a:xfrm xmlns:a="http://schemas.openxmlformats.org/drawingml/2006/main">
            <a:off x="3581400" y="4572000"/>
            <a:ext cx="742950" cy="457200"/>
          </a:xfrm>
          <a:prstGeom xmlns:a="http://schemas.openxmlformats.org/drawingml/2006/main" prst="rect">
            <a:avLst/>
          </a:prstGeom>
          <a:solidFill xmlns:a="http://schemas.openxmlformats.org/drawingml/2006/main">
            <a:srgbClr val="D6E6E5"/>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0">
                <a:solidFill>
                  <a:srgbClr val="16243A"/>
                </a:solidFill>
                <a:latin typeface="Noto Sans SC"/>
                <a:ea typeface="Noto Sans SC"/>
                <a:cs typeface="Noto Sans SC"/>
              </a:defRPr>
            </a:defPPr>
            <a:lvl1pPr algn="ctr">
              <a:defRPr sz="1575" b="0">
                <a:solidFill>
                  <a:srgbClr val="16243A"/>
                </a:solidFill>
                <a:latin typeface="Noto Sans SC"/>
                <a:ea typeface="Noto Sans SC"/>
                <a:cs typeface="Noto Sans SC"/>
              </a:defRPr>
            </a:lvl1pPr>
            <a:lvl2pPr algn="ctr">
              <a:defRPr sz="1575" b="0">
                <a:solidFill>
                  <a:srgbClr val="16243A"/>
                </a:solidFill>
                <a:latin typeface="Noto Sans SC"/>
                <a:ea typeface="Noto Sans SC"/>
                <a:cs typeface="Noto Sans SC"/>
              </a:defRPr>
            </a:lvl2pPr>
            <a:lvl3pPr algn="ctr">
              <a:defRPr sz="1575" b="0">
                <a:solidFill>
                  <a:srgbClr val="16243A"/>
                </a:solidFill>
                <a:latin typeface="Noto Sans SC"/>
                <a:ea typeface="Noto Sans SC"/>
                <a:cs typeface="Noto Sans SC"/>
              </a:defRPr>
            </a:lvl3pPr>
            <a:lvl4pPr algn="ctr">
              <a:defRPr sz="1575" b="0">
                <a:solidFill>
                  <a:srgbClr val="16243A"/>
                </a:solidFill>
                <a:latin typeface="Noto Sans SC"/>
                <a:ea typeface="Noto Sans SC"/>
                <a:cs typeface="Noto Sans SC"/>
              </a:defRPr>
            </a:lvl4pPr>
            <a:lvl5pPr algn="ctr">
              <a:defRPr sz="1575" b="0">
                <a:solidFill>
                  <a:srgbClr val="16243A"/>
                </a:solidFill>
                <a:latin typeface="Noto Sans SC"/>
                <a:ea typeface="Noto Sans SC"/>
                <a:cs typeface="Noto Sans SC"/>
              </a:defRPr>
            </a:lvl5pPr>
            <a:lvl6pPr algn="ctr">
              <a:defRPr sz="1575" b="0">
                <a:solidFill>
                  <a:srgbClr val="16243A"/>
                </a:solidFill>
                <a:latin typeface="Noto Sans SC"/>
                <a:ea typeface="Noto Sans SC"/>
                <a:cs typeface="Noto Sans SC"/>
              </a:defRPr>
            </a:lvl6pPr>
            <a:lvl7pPr algn="ctr">
              <a:defRPr sz="1575" b="0">
                <a:solidFill>
                  <a:srgbClr val="16243A"/>
                </a:solidFill>
                <a:latin typeface="Noto Sans SC"/>
                <a:ea typeface="Noto Sans SC"/>
                <a:cs typeface="Noto Sans SC"/>
              </a:defRPr>
            </a:lvl7pPr>
            <a:lvl8pPr algn="ctr">
              <a:defRPr sz="1575" b="0">
                <a:solidFill>
                  <a:srgbClr val="16243A"/>
                </a:solidFill>
                <a:latin typeface="Noto Sans SC"/>
                <a:ea typeface="Noto Sans SC"/>
                <a:cs typeface="Noto Sans SC"/>
              </a:defRPr>
            </a:lvl8pPr>
            <a:lvl9pPr algn="ctr">
              <a:defRPr sz="1575" b="0">
                <a:solidFill>
                  <a:srgbClr val="16243A"/>
                </a:solidFill>
                <a:latin typeface="Noto Sans SC"/>
                <a:ea typeface="Noto Sans SC"/>
                <a:cs typeface="Noto Sans SC"/>
              </a:defRPr>
            </a:lvl9pPr>
          </a:lstStyle>
          <a:p xmlns:a="http://schemas.openxmlformats.org/drawingml/2006/main">
            <a:pPr algn="ctr">
              <a:defRPr sz="1575" b="0">
                <a:solidFill>
                  <a:srgbClr val="16243A"/>
                </a:solidFill>
                <a:latin typeface="Noto Sans SC"/>
                <a:ea typeface="Noto Sans SC"/>
                <a:cs typeface="Noto Sans SC"/>
              </a:defRPr>
            </a:pPr>
            <a:r>
              <a:rPr sz="1575" b="0">
                <a:solidFill>
                  <a:srgbClr val="16243A"/>
                </a:solidFill>
                <a:latin typeface="Noto Sans SC"/>
                <a:ea typeface="Noto Sans SC"/>
                <a:cs typeface="Noto Sans SC"/>
              </a:rPr>
              <a:t>0</a:t>
            </a:r>
          </a:p>
        </p:txBody>
      </p:sp>
      <p:sp>
        <p:nvSpPr>
          <p:cNvPr id="34" name="o33">
            <a:extLst xmlns:a="http://schemas.openxmlformats.org/drawingml/2006/main">
              <a:ext uri="{FF2B5EF4-FFF2-40B4-BE49-F238E27FC236}">
                <a16:creationId xmlns:a16="http://schemas.microsoft.com/office/drawing/2014/main" id="{CF455FD6-F0CE-4AC2-B068-1F3701E08181}"/>
              </a:ext>
            </a:extLst>
          </p:cNvPr>
          <p:cNvSpPr>
            <a:spLocks xmlns:a="http://schemas.openxmlformats.org/drawingml/2006/main" noGrp="1"/>
          </p:cNvSpPr>
          <p:nvPr/>
        </p:nvSpPr>
        <p:spPr>
          <a:xfrm xmlns:a="http://schemas.openxmlformats.org/drawingml/2006/main">
            <a:off x="5410200" y="3009900"/>
            <a:ext cx="228600" cy="228600"/>
          </a:xfrm>
          <a:prstGeom xmlns:a="http://schemas.openxmlformats.org/drawingml/2006/main" prst="ellipse">
            <a:avLst/>
          </a:prstGeom>
          <a:solidFill xmlns:a="http://schemas.openxmlformats.org/drawingml/2006/main">
            <a:srgbClr val="0F6E73"/>
          </a:solidFill>
          <a:ln xmlns:a="http://schemas.openxmlformats.org/drawingml/2006/main" w="0">
            <a:noFill/>
            <a:prstDash val="solid"/>
          </a:ln>
        </p:spPr>
      </p:sp>
      <p:sp>
        <p:nvSpPr>
          <p:cNvPr id="35" name="o34">
            <a:extLst xmlns:a="http://schemas.openxmlformats.org/drawingml/2006/main">
              <a:ext uri="{FF2B5EF4-FFF2-40B4-BE49-F238E27FC236}">
                <a16:creationId xmlns:a16="http://schemas.microsoft.com/office/drawing/2014/main" id="{962D7A0B-3828-4FBD-A0B3-BD1FA534A131}"/>
              </a:ext>
            </a:extLst>
          </p:cNvPr>
          <p:cNvSpPr>
            <a:spLocks xmlns:a="http://schemas.openxmlformats.org/drawingml/2006/main" noGrp="1"/>
          </p:cNvSpPr>
          <p:nvPr/>
        </p:nvSpPr>
        <p:spPr>
          <a:xfrm xmlns:a="http://schemas.openxmlformats.org/drawingml/2006/main">
            <a:off x="5334000" y="33718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0F6E73"/>
                </a:solidFill>
                <a:latin typeface="Noto Sans SC"/>
                <a:ea typeface="Noto Sans SC"/>
                <a:cs typeface="Noto Sans SC"/>
              </a:defRPr>
            </a:defPPr>
            <a:lvl1pPr algn="ctr">
              <a:defRPr sz="1725" b="1">
                <a:solidFill>
                  <a:srgbClr val="0F6E73"/>
                </a:solidFill>
                <a:latin typeface="Noto Sans SC"/>
                <a:ea typeface="Noto Sans SC"/>
                <a:cs typeface="Noto Sans SC"/>
              </a:defRPr>
            </a:lvl1pPr>
            <a:lvl2pPr algn="ctr">
              <a:defRPr sz="1725" b="1">
                <a:solidFill>
                  <a:srgbClr val="0F6E73"/>
                </a:solidFill>
                <a:latin typeface="Noto Sans SC"/>
                <a:ea typeface="Noto Sans SC"/>
                <a:cs typeface="Noto Sans SC"/>
              </a:defRPr>
            </a:lvl2pPr>
            <a:lvl3pPr algn="ctr">
              <a:defRPr sz="1725" b="1">
                <a:solidFill>
                  <a:srgbClr val="0F6E73"/>
                </a:solidFill>
                <a:latin typeface="Noto Sans SC"/>
                <a:ea typeface="Noto Sans SC"/>
                <a:cs typeface="Noto Sans SC"/>
              </a:defRPr>
            </a:lvl3pPr>
            <a:lvl4pPr algn="ctr">
              <a:defRPr sz="1725" b="1">
                <a:solidFill>
                  <a:srgbClr val="0F6E73"/>
                </a:solidFill>
                <a:latin typeface="Noto Sans SC"/>
                <a:ea typeface="Noto Sans SC"/>
                <a:cs typeface="Noto Sans SC"/>
              </a:defRPr>
            </a:lvl4pPr>
            <a:lvl5pPr algn="ctr">
              <a:defRPr sz="1725" b="1">
                <a:solidFill>
                  <a:srgbClr val="0F6E73"/>
                </a:solidFill>
                <a:latin typeface="Noto Sans SC"/>
                <a:ea typeface="Noto Sans SC"/>
                <a:cs typeface="Noto Sans SC"/>
              </a:defRPr>
            </a:lvl5pPr>
            <a:lvl6pPr algn="ctr">
              <a:defRPr sz="1725" b="1">
                <a:solidFill>
                  <a:srgbClr val="0F6E73"/>
                </a:solidFill>
                <a:latin typeface="Noto Sans SC"/>
                <a:ea typeface="Noto Sans SC"/>
                <a:cs typeface="Noto Sans SC"/>
              </a:defRPr>
            </a:lvl6pPr>
            <a:lvl7pPr algn="ctr">
              <a:defRPr sz="1725" b="1">
                <a:solidFill>
                  <a:srgbClr val="0F6E73"/>
                </a:solidFill>
                <a:latin typeface="Noto Sans SC"/>
                <a:ea typeface="Noto Sans SC"/>
                <a:cs typeface="Noto Sans SC"/>
              </a:defRPr>
            </a:lvl7pPr>
            <a:lvl8pPr algn="ctr">
              <a:defRPr sz="1725" b="1">
                <a:solidFill>
                  <a:srgbClr val="0F6E73"/>
                </a:solidFill>
                <a:latin typeface="Noto Sans SC"/>
                <a:ea typeface="Noto Sans SC"/>
                <a:cs typeface="Noto Sans SC"/>
              </a:defRPr>
            </a:lvl8pPr>
            <a:lvl9pPr algn="ctr">
              <a:defRPr sz="1725" b="1">
                <a:solidFill>
                  <a:srgbClr val="0F6E73"/>
                </a:solidFill>
                <a:latin typeface="Noto Sans SC"/>
                <a:ea typeface="Noto Sans SC"/>
                <a:cs typeface="Noto Sans SC"/>
              </a:defRPr>
            </a:lvl9pPr>
          </a:lstStyle>
          <a:p xmlns:a="http://schemas.openxmlformats.org/drawingml/2006/main">
            <a:pPr algn="ctr">
              <a:defRPr sz="1725" b="1">
                <a:solidFill>
                  <a:srgbClr val="0F6E73"/>
                </a:solidFill>
                <a:latin typeface="Noto Sans SC"/>
                <a:ea typeface="Noto Sans SC"/>
                <a:cs typeface="Noto Sans SC"/>
              </a:defRPr>
            </a:pPr>
            <a:r>
              <a:rPr sz="1725" b="1">
                <a:solidFill>
                  <a:srgbClr val="0F6E73"/>
                </a:solidFill>
                <a:latin typeface="Noto Sans SC"/>
                <a:ea typeface="Noto Sans SC"/>
                <a:cs typeface="Noto Sans SC"/>
              </a:rPr>
              <a:t>A</a:t>
            </a:r>
          </a:p>
        </p:txBody>
      </p:sp>
      <p:sp>
        <p:nvSpPr>
          <p:cNvPr id="36" name="o35">
            <a:extLst xmlns:a="http://schemas.openxmlformats.org/drawingml/2006/main">
              <a:ext uri="{FF2B5EF4-FFF2-40B4-BE49-F238E27FC236}">
                <a16:creationId xmlns:a16="http://schemas.microsoft.com/office/drawing/2014/main" id="{413B84FE-D424-4EB2-B209-50B5796E9A74}"/>
              </a:ext>
            </a:extLst>
          </p:cNvPr>
          <p:cNvSpPr>
            <a:spLocks xmlns:a="http://schemas.openxmlformats.org/drawingml/2006/main" noGrp="1"/>
          </p:cNvSpPr>
          <p:nvPr/>
        </p:nvSpPr>
        <p:spPr>
          <a:xfrm xmlns:a="http://schemas.openxmlformats.org/drawingml/2006/main">
            <a:off x="6934200" y="3009900"/>
            <a:ext cx="228600" cy="228600"/>
          </a:xfrm>
          <a:prstGeom xmlns:a="http://schemas.openxmlformats.org/drawingml/2006/main" prst="ellipse">
            <a:avLst/>
          </a:prstGeom>
          <a:solidFill xmlns:a="http://schemas.openxmlformats.org/drawingml/2006/main">
            <a:srgbClr val="0F6E73"/>
          </a:solidFill>
          <a:ln xmlns:a="http://schemas.openxmlformats.org/drawingml/2006/main" w="0">
            <a:noFill/>
            <a:prstDash val="solid"/>
          </a:ln>
        </p:spPr>
      </p:sp>
      <p:sp>
        <p:nvSpPr>
          <p:cNvPr id="37" name="o36">
            <a:extLst xmlns:a="http://schemas.openxmlformats.org/drawingml/2006/main">
              <a:ext uri="{FF2B5EF4-FFF2-40B4-BE49-F238E27FC236}">
                <a16:creationId xmlns:a16="http://schemas.microsoft.com/office/drawing/2014/main" id="{8530CC60-A29F-4061-BE83-1D49A3353132}"/>
              </a:ext>
            </a:extLst>
          </p:cNvPr>
          <p:cNvSpPr>
            <a:spLocks xmlns:a="http://schemas.openxmlformats.org/drawingml/2006/main" noGrp="1"/>
          </p:cNvSpPr>
          <p:nvPr/>
        </p:nvSpPr>
        <p:spPr>
          <a:xfrm xmlns:a="http://schemas.openxmlformats.org/drawingml/2006/main">
            <a:off x="6858000" y="33718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0F6E73"/>
                </a:solidFill>
                <a:latin typeface="Noto Sans SC"/>
                <a:ea typeface="Noto Sans SC"/>
                <a:cs typeface="Noto Sans SC"/>
              </a:defRPr>
            </a:defPPr>
            <a:lvl1pPr algn="ctr">
              <a:defRPr sz="1725" b="1">
                <a:solidFill>
                  <a:srgbClr val="0F6E73"/>
                </a:solidFill>
                <a:latin typeface="Noto Sans SC"/>
                <a:ea typeface="Noto Sans SC"/>
                <a:cs typeface="Noto Sans SC"/>
              </a:defRPr>
            </a:lvl1pPr>
            <a:lvl2pPr algn="ctr">
              <a:defRPr sz="1725" b="1">
                <a:solidFill>
                  <a:srgbClr val="0F6E73"/>
                </a:solidFill>
                <a:latin typeface="Noto Sans SC"/>
                <a:ea typeface="Noto Sans SC"/>
                <a:cs typeface="Noto Sans SC"/>
              </a:defRPr>
            </a:lvl2pPr>
            <a:lvl3pPr algn="ctr">
              <a:defRPr sz="1725" b="1">
                <a:solidFill>
                  <a:srgbClr val="0F6E73"/>
                </a:solidFill>
                <a:latin typeface="Noto Sans SC"/>
                <a:ea typeface="Noto Sans SC"/>
                <a:cs typeface="Noto Sans SC"/>
              </a:defRPr>
            </a:lvl3pPr>
            <a:lvl4pPr algn="ctr">
              <a:defRPr sz="1725" b="1">
                <a:solidFill>
                  <a:srgbClr val="0F6E73"/>
                </a:solidFill>
                <a:latin typeface="Noto Sans SC"/>
                <a:ea typeface="Noto Sans SC"/>
                <a:cs typeface="Noto Sans SC"/>
              </a:defRPr>
            </a:lvl4pPr>
            <a:lvl5pPr algn="ctr">
              <a:defRPr sz="1725" b="1">
                <a:solidFill>
                  <a:srgbClr val="0F6E73"/>
                </a:solidFill>
                <a:latin typeface="Noto Sans SC"/>
                <a:ea typeface="Noto Sans SC"/>
                <a:cs typeface="Noto Sans SC"/>
              </a:defRPr>
            </a:lvl5pPr>
            <a:lvl6pPr algn="ctr">
              <a:defRPr sz="1725" b="1">
                <a:solidFill>
                  <a:srgbClr val="0F6E73"/>
                </a:solidFill>
                <a:latin typeface="Noto Sans SC"/>
                <a:ea typeface="Noto Sans SC"/>
                <a:cs typeface="Noto Sans SC"/>
              </a:defRPr>
            </a:lvl6pPr>
            <a:lvl7pPr algn="ctr">
              <a:defRPr sz="1725" b="1">
                <a:solidFill>
                  <a:srgbClr val="0F6E73"/>
                </a:solidFill>
                <a:latin typeface="Noto Sans SC"/>
                <a:ea typeface="Noto Sans SC"/>
                <a:cs typeface="Noto Sans SC"/>
              </a:defRPr>
            </a:lvl7pPr>
            <a:lvl8pPr algn="ctr">
              <a:defRPr sz="1725" b="1">
                <a:solidFill>
                  <a:srgbClr val="0F6E73"/>
                </a:solidFill>
                <a:latin typeface="Noto Sans SC"/>
                <a:ea typeface="Noto Sans SC"/>
                <a:cs typeface="Noto Sans SC"/>
              </a:defRPr>
            </a:lvl8pPr>
            <a:lvl9pPr algn="ctr">
              <a:defRPr sz="1725" b="1">
                <a:solidFill>
                  <a:srgbClr val="0F6E73"/>
                </a:solidFill>
                <a:latin typeface="Noto Sans SC"/>
                <a:ea typeface="Noto Sans SC"/>
                <a:cs typeface="Noto Sans SC"/>
              </a:defRPr>
            </a:lvl9pPr>
          </a:lstStyle>
          <a:p xmlns:a="http://schemas.openxmlformats.org/drawingml/2006/main">
            <a:pPr algn="ctr">
              <a:defRPr sz="1725" b="1">
                <a:solidFill>
                  <a:srgbClr val="0F6E73"/>
                </a:solidFill>
                <a:latin typeface="Noto Sans SC"/>
                <a:ea typeface="Noto Sans SC"/>
                <a:cs typeface="Noto Sans SC"/>
              </a:defRPr>
            </a:pPr>
            <a:r>
              <a:rPr sz="1725" b="1">
                <a:solidFill>
                  <a:srgbClr val="0F6E73"/>
                </a:solidFill>
                <a:latin typeface="Noto Sans SC"/>
                <a:ea typeface="Noto Sans SC"/>
                <a:cs typeface="Noto Sans SC"/>
              </a:rPr>
              <a:t>B</a:t>
            </a:r>
          </a:p>
        </p:txBody>
      </p:sp>
      <p:sp>
        <p:nvSpPr>
          <p:cNvPr id="38" name="o37">
            <a:extLst xmlns:a="http://schemas.openxmlformats.org/drawingml/2006/main">
              <a:ext uri="{FF2B5EF4-FFF2-40B4-BE49-F238E27FC236}">
                <a16:creationId xmlns:a16="http://schemas.microsoft.com/office/drawing/2014/main" id="{B3F40482-D7A5-42B7-B887-103899A850BB}"/>
              </a:ext>
            </a:extLst>
          </p:cNvPr>
          <p:cNvSpPr>
            <a:spLocks xmlns:a="http://schemas.openxmlformats.org/drawingml/2006/main" noGrp="1"/>
          </p:cNvSpPr>
          <p:nvPr/>
        </p:nvSpPr>
        <p:spPr>
          <a:xfrm xmlns:a="http://schemas.openxmlformats.org/drawingml/2006/main">
            <a:off x="8458200" y="3009900"/>
            <a:ext cx="228600" cy="228600"/>
          </a:xfrm>
          <a:prstGeom xmlns:a="http://schemas.openxmlformats.org/drawingml/2006/main" prst="ellipse">
            <a:avLst/>
          </a:prstGeom>
          <a:solidFill xmlns:a="http://schemas.openxmlformats.org/drawingml/2006/main">
            <a:srgbClr val="0F6E73"/>
          </a:solidFill>
          <a:ln xmlns:a="http://schemas.openxmlformats.org/drawingml/2006/main" w="0">
            <a:noFill/>
            <a:prstDash val="solid"/>
          </a:ln>
        </p:spPr>
      </p:sp>
      <p:sp>
        <p:nvSpPr>
          <p:cNvPr id="39" name="o38">
            <a:extLst xmlns:a="http://schemas.openxmlformats.org/drawingml/2006/main">
              <a:ext uri="{FF2B5EF4-FFF2-40B4-BE49-F238E27FC236}">
                <a16:creationId xmlns:a16="http://schemas.microsoft.com/office/drawing/2014/main" id="{BCC8D937-E9C6-4F03-A15C-417ED00FABA7}"/>
              </a:ext>
            </a:extLst>
          </p:cNvPr>
          <p:cNvSpPr>
            <a:spLocks xmlns:a="http://schemas.openxmlformats.org/drawingml/2006/main" noGrp="1"/>
          </p:cNvSpPr>
          <p:nvPr/>
        </p:nvSpPr>
        <p:spPr>
          <a:xfrm xmlns:a="http://schemas.openxmlformats.org/drawingml/2006/main">
            <a:off x="8382000" y="33718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0F6E73"/>
                </a:solidFill>
                <a:latin typeface="Noto Sans SC"/>
                <a:ea typeface="Noto Sans SC"/>
                <a:cs typeface="Noto Sans SC"/>
              </a:defRPr>
            </a:defPPr>
            <a:lvl1pPr algn="ctr">
              <a:defRPr sz="1725" b="1">
                <a:solidFill>
                  <a:srgbClr val="0F6E73"/>
                </a:solidFill>
                <a:latin typeface="Noto Sans SC"/>
                <a:ea typeface="Noto Sans SC"/>
                <a:cs typeface="Noto Sans SC"/>
              </a:defRPr>
            </a:lvl1pPr>
            <a:lvl2pPr algn="ctr">
              <a:defRPr sz="1725" b="1">
                <a:solidFill>
                  <a:srgbClr val="0F6E73"/>
                </a:solidFill>
                <a:latin typeface="Noto Sans SC"/>
                <a:ea typeface="Noto Sans SC"/>
                <a:cs typeface="Noto Sans SC"/>
              </a:defRPr>
            </a:lvl2pPr>
            <a:lvl3pPr algn="ctr">
              <a:defRPr sz="1725" b="1">
                <a:solidFill>
                  <a:srgbClr val="0F6E73"/>
                </a:solidFill>
                <a:latin typeface="Noto Sans SC"/>
                <a:ea typeface="Noto Sans SC"/>
                <a:cs typeface="Noto Sans SC"/>
              </a:defRPr>
            </a:lvl3pPr>
            <a:lvl4pPr algn="ctr">
              <a:defRPr sz="1725" b="1">
                <a:solidFill>
                  <a:srgbClr val="0F6E73"/>
                </a:solidFill>
                <a:latin typeface="Noto Sans SC"/>
                <a:ea typeface="Noto Sans SC"/>
                <a:cs typeface="Noto Sans SC"/>
              </a:defRPr>
            </a:lvl4pPr>
            <a:lvl5pPr algn="ctr">
              <a:defRPr sz="1725" b="1">
                <a:solidFill>
                  <a:srgbClr val="0F6E73"/>
                </a:solidFill>
                <a:latin typeface="Noto Sans SC"/>
                <a:ea typeface="Noto Sans SC"/>
                <a:cs typeface="Noto Sans SC"/>
              </a:defRPr>
            </a:lvl5pPr>
            <a:lvl6pPr algn="ctr">
              <a:defRPr sz="1725" b="1">
                <a:solidFill>
                  <a:srgbClr val="0F6E73"/>
                </a:solidFill>
                <a:latin typeface="Noto Sans SC"/>
                <a:ea typeface="Noto Sans SC"/>
                <a:cs typeface="Noto Sans SC"/>
              </a:defRPr>
            </a:lvl6pPr>
            <a:lvl7pPr algn="ctr">
              <a:defRPr sz="1725" b="1">
                <a:solidFill>
                  <a:srgbClr val="0F6E73"/>
                </a:solidFill>
                <a:latin typeface="Noto Sans SC"/>
                <a:ea typeface="Noto Sans SC"/>
                <a:cs typeface="Noto Sans SC"/>
              </a:defRPr>
            </a:lvl7pPr>
            <a:lvl8pPr algn="ctr">
              <a:defRPr sz="1725" b="1">
                <a:solidFill>
                  <a:srgbClr val="0F6E73"/>
                </a:solidFill>
                <a:latin typeface="Noto Sans SC"/>
                <a:ea typeface="Noto Sans SC"/>
                <a:cs typeface="Noto Sans SC"/>
              </a:defRPr>
            </a:lvl8pPr>
            <a:lvl9pPr algn="ctr">
              <a:defRPr sz="1725" b="1">
                <a:solidFill>
                  <a:srgbClr val="0F6E73"/>
                </a:solidFill>
                <a:latin typeface="Noto Sans SC"/>
                <a:ea typeface="Noto Sans SC"/>
                <a:cs typeface="Noto Sans SC"/>
              </a:defRPr>
            </a:lvl9pPr>
          </a:lstStyle>
          <a:p xmlns:a="http://schemas.openxmlformats.org/drawingml/2006/main">
            <a:pPr algn="ctr">
              <a:defRPr sz="1725" b="1">
                <a:solidFill>
                  <a:srgbClr val="0F6E73"/>
                </a:solidFill>
                <a:latin typeface="Noto Sans SC"/>
                <a:ea typeface="Noto Sans SC"/>
                <a:cs typeface="Noto Sans SC"/>
              </a:defRPr>
            </a:pPr>
            <a:r>
              <a:rPr sz="1725" b="1">
                <a:solidFill>
                  <a:srgbClr val="0F6E73"/>
                </a:solidFill>
                <a:latin typeface="Noto Sans SC"/>
                <a:ea typeface="Noto Sans SC"/>
                <a:cs typeface="Noto Sans SC"/>
              </a:rPr>
              <a:t>C</a:t>
            </a:r>
          </a:p>
        </p:txBody>
      </p:sp>
      <p:sp>
        <p:nvSpPr>
          <p:cNvPr id="40" name="o39">
            <a:extLst xmlns:a="http://schemas.openxmlformats.org/drawingml/2006/main">
              <a:ext uri="{FF2B5EF4-FFF2-40B4-BE49-F238E27FC236}">
                <a16:creationId xmlns:a16="http://schemas.microsoft.com/office/drawing/2014/main" id="{222701F4-EA48-4C37-A104-43939F2982A1}"/>
              </a:ext>
            </a:extLst>
          </p:cNvPr>
          <p:cNvSpPr>
            <a:spLocks xmlns:a="http://schemas.openxmlformats.org/drawingml/2006/main" noGrp="1"/>
          </p:cNvSpPr>
          <p:nvPr/>
        </p:nvSpPr>
        <p:spPr>
          <a:xfrm xmlns:a="http://schemas.openxmlformats.org/drawingml/2006/main">
            <a:off x="10553700" y="3009900"/>
            <a:ext cx="228600" cy="228600"/>
          </a:xfrm>
          <a:prstGeom xmlns:a="http://schemas.openxmlformats.org/drawingml/2006/main" prst="ellipse">
            <a:avLst/>
          </a:prstGeom>
          <a:solidFill xmlns:a="http://schemas.openxmlformats.org/drawingml/2006/main">
            <a:srgbClr val="B85A1E"/>
          </a:solidFill>
          <a:ln xmlns:a="http://schemas.openxmlformats.org/drawingml/2006/main" w="0">
            <a:noFill/>
            <a:prstDash val="solid"/>
          </a:ln>
        </p:spPr>
      </p:sp>
      <p:sp>
        <p:nvSpPr>
          <p:cNvPr id="41" name="o40">
            <a:extLst xmlns:a="http://schemas.openxmlformats.org/drawingml/2006/main">
              <a:ext uri="{FF2B5EF4-FFF2-40B4-BE49-F238E27FC236}">
                <a16:creationId xmlns:a16="http://schemas.microsoft.com/office/drawing/2014/main" id="{6A1B23DD-FBBC-4DE1-935A-35661888519A}"/>
              </a:ext>
            </a:extLst>
          </p:cNvPr>
          <p:cNvSpPr>
            <a:spLocks xmlns:a="http://schemas.openxmlformats.org/drawingml/2006/main" noGrp="1"/>
          </p:cNvSpPr>
          <p:nvPr/>
        </p:nvSpPr>
        <p:spPr>
          <a:xfrm xmlns:a="http://schemas.openxmlformats.org/drawingml/2006/main">
            <a:off x="10477500" y="33718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B85A1E"/>
                </a:solidFill>
                <a:latin typeface="Noto Sans SC"/>
                <a:ea typeface="Noto Sans SC"/>
                <a:cs typeface="Noto Sans SC"/>
              </a:defRPr>
            </a:defPPr>
            <a:lvl1pPr algn="ctr">
              <a:defRPr sz="1725" b="1">
                <a:solidFill>
                  <a:srgbClr val="B85A1E"/>
                </a:solidFill>
                <a:latin typeface="Noto Sans SC"/>
                <a:ea typeface="Noto Sans SC"/>
                <a:cs typeface="Noto Sans SC"/>
              </a:defRPr>
            </a:lvl1pPr>
            <a:lvl2pPr algn="ctr">
              <a:defRPr sz="1725" b="1">
                <a:solidFill>
                  <a:srgbClr val="B85A1E"/>
                </a:solidFill>
                <a:latin typeface="Noto Sans SC"/>
                <a:ea typeface="Noto Sans SC"/>
                <a:cs typeface="Noto Sans SC"/>
              </a:defRPr>
            </a:lvl2pPr>
            <a:lvl3pPr algn="ctr">
              <a:defRPr sz="1725" b="1">
                <a:solidFill>
                  <a:srgbClr val="B85A1E"/>
                </a:solidFill>
                <a:latin typeface="Noto Sans SC"/>
                <a:ea typeface="Noto Sans SC"/>
                <a:cs typeface="Noto Sans SC"/>
              </a:defRPr>
            </a:lvl3pPr>
            <a:lvl4pPr algn="ctr">
              <a:defRPr sz="1725" b="1">
                <a:solidFill>
                  <a:srgbClr val="B85A1E"/>
                </a:solidFill>
                <a:latin typeface="Noto Sans SC"/>
                <a:ea typeface="Noto Sans SC"/>
                <a:cs typeface="Noto Sans SC"/>
              </a:defRPr>
            </a:lvl4pPr>
            <a:lvl5pPr algn="ctr">
              <a:defRPr sz="1725" b="1">
                <a:solidFill>
                  <a:srgbClr val="B85A1E"/>
                </a:solidFill>
                <a:latin typeface="Noto Sans SC"/>
                <a:ea typeface="Noto Sans SC"/>
                <a:cs typeface="Noto Sans SC"/>
              </a:defRPr>
            </a:lvl5pPr>
            <a:lvl6pPr algn="ctr">
              <a:defRPr sz="1725" b="1">
                <a:solidFill>
                  <a:srgbClr val="B85A1E"/>
                </a:solidFill>
                <a:latin typeface="Noto Sans SC"/>
                <a:ea typeface="Noto Sans SC"/>
                <a:cs typeface="Noto Sans SC"/>
              </a:defRPr>
            </a:lvl6pPr>
            <a:lvl7pPr algn="ctr">
              <a:defRPr sz="1725" b="1">
                <a:solidFill>
                  <a:srgbClr val="B85A1E"/>
                </a:solidFill>
                <a:latin typeface="Noto Sans SC"/>
                <a:ea typeface="Noto Sans SC"/>
                <a:cs typeface="Noto Sans SC"/>
              </a:defRPr>
            </a:lvl7pPr>
            <a:lvl8pPr algn="ctr">
              <a:defRPr sz="1725" b="1">
                <a:solidFill>
                  <a:srgbClr val="B85A1E"/>
                </a:solidFill>
                <a:latin typeface="Noto Sans SC"/>
                <a:ea typeface="Noto Sans SC"/>
                <a:cs typeface="Noto Sans SC"/>
              </a:defRPr>
            </a:lvl8pPr>
            <a:lvl9pPr algn="ctr">
              <a:defRPr sz="1725" b="1">
                <a:solidFill>
                  <a:srgbClr val="B85A1E"/>
                </a:solidFill>
                <a:latin typeface="Noto Sans SC"/>
                <a:ea typeface="Noto Sans SC"/>
                <a:cs typeface="Noto Sans SC"/>
              </a:defRPr>
            </a:lvl9pPr>
          </a:lstStyle>
          <a:p xmlns:a="http://schemas.openxmlformats.org/drawingml/2006/main">
            <a:pPr algn="ctr">
              <a:defRPr sz="1725" b="1">
                <a:solidFill>
                  <a:srgbClr val="B85A1E"/>
                </a:solidFill>
                <a:latin typeface="Noto Sans SC"/>
                <a:ea typeface="Noto Sans SC"/>
                <a:cs typeface="Noto Sans SC"/>
              </a:defRPr>
            </a:pPr>
            <a:r>
              <a:rPr sz="1725" b="1">
                <a:solidFill>
                  <a:srgbClr val="B85A1E"/>
                </a:solidFill>
                <a:latin typeface="Noto Sans SC"/>
                <a:ea typeface="Noto Sans SC"/>
                <a:cs typeface="Noto Sans SC"/>
              </a:rPr>
              <a:t>D</a:t>
            </a:r>
          </a:p>
        </p:txBody>
      </p:sp>
      <p:sp>
        <p:nvSpPr>
          <p:cNvPr id="42" name="line-40">
            <a:extLst xmlns:a="http://schemas.openxmlformats.org/drawingml/2006/main">
              <a:ext uri="{FF2B5EF4-FFF2-40B4-BE49-F238E27FC236}">
                <a16:creationId xmlns:a16="http://schemas.microsoft.com/office/drawing/2014/main" id="{8F83DD6B-F5EC-4064-91D1-169BF5CEB286}"/>
              </a:ext>
            </a:extLst>
          </p:cNvPr>
          <p:cNvSpPr>
            <a:spLocks xmlns:a="http://schemas.openxmlformats.org/drawingml/2006/main" noGrp="1"/>
          </p:cNvSpPr>
          <p:nvPr/>
        </p:nvSpPr>
        <p:spPr>
          <a:xfrm xmlns:a="http://schemas.openxmlformats.org/drawingml/2006/main" flipV="0">
            <a:off x="5638800" y="3124200"/>
            <a:ext cx="1295400" cy="953"/>
          </a:xfrm>
          <a:prstGeom xmlns:a="http://schemas.openxmlformats.org/drawingml/2006/main" prst="line">
            <a:avLst/>
          </a:prstGeom>
          <a:noFill xmlns:a="http://schemas.openxmlformats.org/drawingml/2006/main"/>
          <a:ln xmlns:a="http://schemas.openxmlformats.org/drawingml/2006/main" w="28575">
            <a:solidFill>
              <a:srgbClr val="0F6E73"/>
            </a:solidFill>
            <a:prstDash val="solid"/>
          </a:ln>
        </p:spPr>
      </p:sp>
      <p:sp>
        <p:nvSpPr>
          <p:cNvPr id="43" name="line-40">
            <a:extLst xmlns:a="http://schemas.openxmlformats.org/drawingml/2006/main">
              <a:ext uri="{FF2B5EF4-FFF2-40B4-BE49-F238E27FC236}">
                <a16:creationId xmlns:a16="http://schemas.microsoft.com/office/drawing/2014/main" id="{0D75D0F1-AAAF-4E72-9B67-88ACB19B36EC}"/>
              </a:ext>
            </a:extLst>
          </p:cNvPr>
          <p:cNvSpPr>
            <a:spLocks xmlns:a="http://schemas.openxmlformats.org/drawingml/2006/main" noGrp="1"/>
          </p:cNvSpPr>
          <p:nvPr/>
        </p:nvSpPr>
        <p:spPr>
          <a:xfrm xmlns:a="http://schemas.openxmlformats.org/drawingml/2006/main" flipV="0">
            <a:off x="7162800" y="3124200"/>
            <a:ext cx="1295400" cy="953"/>
          </a:xfrm>
          <a:prstGeom xmlns:a="http://schemas.openxmlformats.org/drawingml/2006/main" prst="line">
            <a:avLst/>
          </a:prstGeom>
          <a:noFill xmlns:a="http://schemas.openxmlformats.org/drawingml/2006/main"/>
          <a:ln xmlns:a="http://schemas.openxmlformats.org/drawingml/2006/main" w="28575">
            <a:solidFill>
              <a:srgbClr val="0F6E73"/>
            </a:solidFill>
            <a:prstDash val="solid"/>
          </a:ln>
        </p:spPr>
      </p:sp>
      <p:sp>
        <p:nvSpPr>
          <p:cNvPr id="44" name="o43">
            <a:extLst xmlns:a="http://schemas.openxmlformats.org/drawingml/2006/main">
              <a:ext uri="{FF2B5EF4-FFF2-40B4-BE49-F238E27FC236}">
                <a16:creationId xmlns:a16="http://schemas.microsoft.com/office/drawing/2014/main" id="{92404106-48A2-48D3-8178-1E758AE4093A}"/>
              </a:ext>
            </a:extLst>
          </p:cNvPr>
          <p:cNvSpPr>
            <a:spLocks xmlns:a="http://schemas.openxmlformats.org/drawingml/2006/main" noGrp="1"/>
          </p:cNvSpPr>
          <p:nvPr/>
        </p:nvSpPr>
        <p:spPr>
          <a:xfrm xmlns:a="http://schemas.openxmlformats.org/drawingml/2006/main">
            <a:off x="5095875" y="4019550"/>
            <a:ext cx="64865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1">
                <a:solidFill>
                  <a:srgbClr val="0F6E73"/>
                </a:solidFill>
                <a:latin typeface="Noto Sans SC"/>
                <a:ea typeface="Noto Sans SC"/>
                <a:cs typeface="Noto Sans SC"/>
              </a:defRPr>
            </a:defPPr>
            <a:lvl1pPr algn="l">
              <a:defRPr sz="1725" b="1">
                <a:solidFill>
                  <a:srgbClr val="0F6E73"/>
                </a:solidFill>
                <a:latin typeface="Noto Sans SC"/>
                <a:ea typeface="Noto Sans SC"/>
                <a:cs typeface="Noto Sans SC"/>
              </a:defRPr>
            </a:lvl1pPr>
            <a:lvl2pPr algn="l">
              <a:defRPr sz="1725" b="1">
                <a:solidFill>
                  <a:srgbClr val="0F6E73"/>
                </a:solidFill>
                <a:latin typeface="Noto Sans SC"/>
                <a:ea typeface="Noto Sans SC"/>
                <a:cs typeface="Noto Sans SC"/>
              </a:defRPr>
            </a:lvl2pPr>
            <a:lvl3pPr algn="l">
              <a:defRPr sz="1725" b="1">
                <a:solidFill>
                  <a:srgbClr val="0F6E73"/>
                </a:solidFill>
                <a:latin typeface="Noto Sans SC"/>
                <a:ea typeface="Noto Sans SC"/>
                <a:cs typeface="Noto Sans SC"/>
              </a:defRPr>
            </a:lvl3pPr>
            <a:lvl4pPr algn="l">
              <a:defRPr sz="1725" b="1">
                <a:solidFill>
                  <a:srgbClr val="0F6E73"/>
                </a:solidFill>
                <a:latin typeface="Noto Sans SC"/>
                <a:ea typeface="Noto Sans SC"/>
                <a:cs typeface="Noto Sans SC"/>
              </a:defRPr>
            </a:lvl4pPr>
            <a:lvl5pPr algn="l">
              <a:defRPr sz="1725" b="1">
                <a:solidFill>
                  <a:srgbClr val="0F6E73"/>
                </a:solidFill>
                <a:latin typeface="Noto Sans SC"/>
                <a:ea typeface="Noto Sans SC"/>
                <a:cs typeface="Noto Sans SC"/>
              </a:defRPr>
            </a:lvl5pPr>
            <a:lvl6pPr algn="l">
              <a:defRPr sz="1725" b="1">
                <a:solidFill>
                  <a:srgbClr val="0F6E73"/>
                </a:solidFill>
                <a:latin typeface="Noto Sans SC"/>
                <a:ea typeface="Noto Sans SC"/>
                <a:cs typeface="Noto Sans SC"/>
              </a:defRPr>
            </a:lvl6pPr>
            <a:lvl7pPr algn="l">
              <a:defRPr sz="1725" b="1">
                <a:solidFill>
                  <a:srgbClr val="0F6E73"/>
                </a:solidFill>
                <a:latin typeface="Noto Sans SC"/>
                <a:ea typeface="Noto Sans SC"/>
                <a:cs typeface="Noto Sans SC"/>
              </a:defRPr>
            </a:lvl7pPr>
            <a:lvl8pPr algn="l">
              <a:defRPr sz="1725" b="1">
                <a:solidFill>
                  <a:srgbClr val="0F6E73"/>
                </a:solidFill>
                <a:latin typeface="Noto Sans SC"/>
                <a:ea typeface="Noto Sans SC"/>
                <a:cs typeface="Noto Sans SC"/>
              </a:defRPr>
            </a:lvl8pPr>
            <a:lvl9pPr algn="l">
              <a:defRPr sz="1725" b="1">
                <a:solidFill>
                  <a:srgbClr val="0F6E73"/>
                </a:solidFill>
                <a:latin typeface="Noto Sans SC"/>
                <a:ea typeface="Noto Sans SC"/>
                <a:cs typeface="Noto Sans SC"/>
              </a:defRPr>
            </a:lvl9pPr>
          </a:lstStyle>
          <a:p xmlns:a="http://schemas.openxmlformats.org/drawingml/2006/main">
            <a:pPr algn="l">
              <a:defRPr sz="1725" b="1">
                <a:solidFill>
                  <a:srgbClr val="0F6E73"/>
                </a:solidFill>
                <a:latin typeface="Noto Sans SC"/>
                <a:ea typeface="Noto Sans SC"/>
                <a:cs typeface="Noto Sans SC"/>
              </a:defRPr>
            </a:pPr>
            <a:r>
              <a:rPr sz="1725" b="1">
                <a:solidFill>
                  <a:srgbClr val="0F6E73"/>
                </a:solidFill>
                <a:latin typeface="Noto Sans SC"/>
                <a:ea typeface="Noto Sans SC"/>
                <a:cs typeface="Noto Sans SC"/>
              </a:rPr>
              <a:t>A 与 C 不直接相邻，仍通过 B 连通</a:t>
            </a:r>
          </a:p>
        </p:txBody>
      </p:sp>
      <p:sp>
        <p:nvSpPr>
          <p:cNvPr id="45" name="o44">
            <a:extLst xmlns:a="http://schemas.openxmlformats.org/drawingml/2006/main">
              <a:ext uri="{FF2B5EF4-FFF2-40B4-BE49-F238E27FC236}">
                <a16:creationId xmlns:a16="http://schemas.microsoft.com/office/drawing/2014/main" id="{E91EE22F-C895-4E66-BD16-3782C4B8B65A}"/>
              </a:ext>
            </a:extLst>
          </p:cNvPr>
          <p:cNvSpPr>
            <a:spLocks xmlns:a="http://schemas.openxmlformats.org/drawingml/2006/main" noGrp="1"/>
          </p:cNvSpPr>
          <p:nvPr/>
        </p:nvSpPr>
        <p:spPr>
          <a:xfrm xmlns:a="http://schemas.openxmlformats.org/drawingml/2006/main">
            <a:off x="5095875" y="4705350"/>
            <a:ext cx="6486525" cy="1085850"/>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46" name="line-42">
            <a:extLst xmlns:a="http://schemas.openxmlformats.org/drawingml/2006/main">
              <a:ext uri="{FF2B5EF4-FFF2-40B4-BE49-F238E27FC236}">
                <a16:creationId xmlns:a16="http://schemas.microsoft.com/office/drawing/2014/main" id="{9320256E-B611-480F-AD0A-3B8044EA2F6A}"/>
              </a:ext>
            </a:extLst>
          </p:cNvPr>
          <p:cNvSpPr>
            <a:spLocks xmlns:a="http://schemas.openxmlformats.org/drawingml/2006/main" noGrp="1"/>
          </p:cNvSpPr>
          <p:nvPr/>
        </p:nvSpPr>
        <p:spPr>
          <a:xfrm xmlns:a="http://schemas.openxmlformats.org/drawingml/2006/main" flipV="0">
            <a:off x="5095875" y="4705350"/>
            <a:ext cx="6486525" cy="953"/>
          </a:xfrm>
          <a:prstGeom xmlns:a="http://schemas.openxmlformats.org/drawingml/2006/main" prst="line">
            <a:avLst/>
          </a:prstGeom>
          <a:noFill xmlns:a="http://schemas.openxmlformats.org/drawingml/2006/main"/>
          <a:ln xmlns:a="http://schemas.openxmlformats.org/drawingml/2006/main" w="28575">
            <a:solidFill>
              <a:srgbClr val="32668E"/>
            </a:solidFill>
            <a:prstDash val="solid"/>
          </a:ln>
        </p:spPr>
      </p:sp>
      <p:sp>
        <p:nvSpPr>
          <p:cNvPr id="47" name="o46">
            <a:extLst xmlns:a="http://schemas.openxmlformats.org/drawingml/2006/main">
              <a:ext uri="{FF2B5EF4-FFF2-40B4-BE49-F238E27FC236}">
                <a16:creationId xmlns:a16="http://schemas.microsoft.com/office/drawing/2014/main" id="{7670010C-BD01-4B76-BA3A-F44180CE2D65}"/>
              </a:ext>
            </a:extLst>
          </p:cNvPr>
          <p:cNvSpPr>
            <a:spLocks xmlns:a="http://schemas.openxmlformats.org/drawingml/2006/main" noGrp="1"/>
          </p:cNvSpPr>
          <p:nvPr/>
        </p:nvSpPr>
        <p:spPr>
          <a:xfrm xmlns:a="http://schemas.openxmlformats.org/drawingml/2006/main">
            <a:off x="5248275" y="4800600"/>
            <a:ext cx="6181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32668E"/>
                </a:solidFill>
                <a:latin typeface="Noto Sans SC"/>
                <a:ea typeface="Noto Sans SC"/>
                <a:cs typeface="Noto Sans SC"/>
              </a:defRPr>
            </a:defPPr>
            <a:lvl1pPr algn="l">
              <a:defRPr sz="1650" b="1">
                <a:solidFill>
                  <a:srgbClr val="32668E"/>
                </a:solidFill>
                <a:latin typeface="Noto Sans SC"/>
                <a:ea typeface="Noto Sans SC"/>
                <a:cs typeface="Noto Sans SC"/>
              </a:defRPr>
            </a:lvl1pPr>
            <a:lvl2pPr algn="l">
              <a:defRPr sz="1650" b="1">
                <a:solidFill>
                  <a:srgbClr val="32668E"/>
                </a:solidFill>
                <a:latin typeface="Noto Sans SC"/>
                <a:ea typeface="Noto Sans SC"/>
                <a:cs typeface="Noto Sans SC"/>
              </a:defRPr>
            </a:lvl2pPr>
            <a:lvl3pPr algn="l">
              <a:defRPr sz="1650" b="1">
                <a:solidFill>
                  <a:srgbClr val="32668E"/>
                </a:solidFill>
                <a:latin typeface="Noto Sans SC"/>
                <a:ea typeface="Noto Sans SC"/>
                <a:cs typeface="Noto Sans SC"/>
              </a:defRPr>
            </a:lvl3pPr>
            <a:lvl4pPr algn="l">
              <a:defRPr sz="1650" b="1">
                <a:solidFill>
                  <a:srgbClr val="32668E"/>
                </a:solidFill>
                <a:latin typeface="Noto Sans SC"/>
                <a:ea typeface="Noto Sans SC"/>
                <a:cs typeface="Noto Sans SC"/>
              </a:defRPr>
            </a:lvl4pPr>
            <a:lvl5pPr algn="l">
              <a:defRPr sz="1650" b="1">
                <a:solidFill>
                  <a:srgbClr val="32668E"/>
                </a:solidFill>
                <a:latin typeface="Noto Sans SC"/>
                <a:ea typeface="Noto Sans SC"/>
                <a:cs typeface="Noto Sans SC"/>
              </a:defRPr>
            </a:lvl5pPr>
            <a:lvl6pPr algn="l">
              <a:defRPr sz="1650" b="1">
                <a:solidFill>
                  <a:srgbClr val="32668E"/>
                </a:solidFill>
                <a:latin typeface="Noto Sans SC"/>
                <a:ea typeface="Noto Sans SC"/>
                <a:cs typeface="Noto Sans SC"/>
              </a:defRPr>
            </a:lvl6pPr>
            <a:lvl7pPr algn="l">
              <a:defRPr sz="1650" b="1">
                <a:solidFill>
                  <a:srgbClr val="32668E"/>
                </a:solidFill>
                <a:latin typeface="Noto Sans SC"/>
                <a:ea typeface="Noto Sans SC"/>
                <a:cs typeface="Noto Sans SC"/>
              </a:defRPr>
            </a:lvl7pPr>
            <a:lvl8pPr algn="l">
              <a:defRPr sz="1650" b="1">
                <a:solidFill>
                  <a:srgbClr val="32668E"/>
                </a:solidFill>
                <a:latin typeface="Noto Sans SC"/>
                <a:ea typeface="Noto Sans SC"/>
                <a:cs typeface="Noto Sans SC"/>
              </a:defRPr>
            </a:lvl8pPr>
            <a:lvl9pPr algn="l">
              <a:defRPr sz="1650" b="1">
                <a:solidFill>
                  <a:srgbClr val="32668E"/>
                </a:solidFill>
                <a:latin typeface="Noto Sans SC"/>
                <a:ea typeface="Noto Sans SC"/>
                <a:cs typeface="Noto Sans SC"/>
              </a:defRPr>
            </a:lvl9pPr>
          </a:lstStyle>
          <a:p xmlns:a="http://schemas.openxmlformats.org/drawingml/2006/main">
            <a:pPr algn="l">
              <a:defRPr sz="1650" b="1">
                <a:solidFill>
                  <a:srgbClr val="32668E"/>
                </a:solidFill>
                <a:latin typeface="Noto Sans SC"/>
                <a:ea typeface="Noto Sans SC"/>
                <a:cs typeface="Noto Sans SC"/>
              </a:defRPr>
            </a:pPr>
            <a:r>
              <a:rPr sz="1650" b="1">
                <a:solidFill>
                  <a:srgbClr val="32668E"/>
                </a:solidFill>
                <a:latin typeface="Noto Sans SC"/>
                <a:ea typeface="Noto Sans SC"/>
                <a:cs typeface="Noto Sans SC"/>
              </a:rPr>
              <a:t>当前参数的直接含义</a:t>
            </a:r>
          </a:p>
        </p:txBody>
      </p:sp>
      <p:sp>
        <p:nvSpPr>
          <p:cNvPr id="48" name="o47">
            <a:extLst xmlns:a="http://schemas.openxmlformats.org/drawingml/2006/main">
              <a:ext uri="{FF2B5EF4-FFF2-40B4-BE49-F238E27FC236}">
                <a16:creationId xmlns:a16="http://schemas.microsoft.com/office/drawing/2014/main" id="{695BD020-9A83-488C-A539-2BE99C5BDCD9}"/>
              </a:ext>
            </a:extLst>
          </p:cNvPr>
          <p:cNvSpPr>
            <a:spLocks xmlns:a="http://schemas.openxmlformats.org/drawingml/2006/main" noGrp="1"/>
          </p:cNvSpPr>
          <p:nvPr/>
        </p:nvSpPr>
        <p:spPr>
          <a:xfrm xmlns:a="http://schemas.openxmlformats.org/drawingml/2006/main">
            <a:off x="5248275" y="5153025"/>
            <a:ext cx="618172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36A"/>
                </a:solidFill>
                <a:latin typeface="Noto Sans SC"/>
                <a:ea typeface="Noto Sans SC"/>
                <a:cs typeface="Noto Sans SC"/>
              </a:defRPr>
            </a:defPPr>
            <a:lvl1pPr algn="l">
              <a:defRPr sz="1425" b="0">
                <a:solidFill>
                  <a:srgbClr val="46536A"/>
                </a:solidFill>
                <a:latin typeface="Noto Sans SC"/>
                <a:ea typeface="Noto Sans SC"/>
                <a:cs typeface="Noto Sans SC"/>
              </a:defRPr>
            </a:lvl1pPr>
            <a:lvl2pPr algn="l">
              <a:defRPr sz="1425" b="0">
                <a:solidFill>
                  <a:srgbClr val="46536A"/>
                </a:solidFill>
                <a:latin typeface="Noto Sans SC"/>
                <a:ea typeface="Noto Sans SC"/>
                <a:cs typeface="Noto Sans SC"/>
              </a:defRPr>
            </a:lvl2pPr>
            <a:lvl3pPr algn="l">
              <a:defRPr sz="1425" b="0">
                <a:solidFill>
                  <a:srgbClr val="46536A"/>
                </a:solidFill>
                <a:latin typeface="Noto Sans SC"/>
                <a:ea typeface="Noto Sans SC"/>
                <a:cs typeface="Noto Sans SC"/>
              </a:defRPr>
            </a:lvl3pPr>
            <a:lvl4pPr algn="l">
              <a:defRPr sz="1425" b="0">
                <a:solidFill>
                  <a:srgbClr val="46536A"/>
                </a:solidFill>
                <a:latin typeface="Noto Sans SC"/>
                <a:ea typeface="Noto Sans SC"/>
                <a:cs typeface="Noto Sans SC"/>
              </a:defRPr>
            </a:lvl4pPr>
            <a:lvl5pPr algn="l">
              <a:defRPr sz="1425" b="0">
                <a:solidFill>
                  <a:srgbClr val="46536A"/>
                </a:solidFill>
                <a:latin typeface="Noto Sans SC"/>
                <a:ea typeface="Noto Sans SC"/>
                <a:cs typeface="Noto Sans SC"/>
              </a:defRPr>
            </a:lvl5pPr>
            <a:lvl6pPr algn="l">
              <a:defRPr sz="1425" b="0">
                <a:solidFill>
                  <a:srgbClr val="46536A"/>
                </a:solidFill>
                <a:latin typeface="Noto Sans SC"/>
                <a:ea typeface="Noto Sans SC"/>
                <a:cs typeface="Noto Sans SC"/>
              </a:defRPr>
            </a:lvl6pPr>
            <a:lvl7pPr algn="l">
              <a:defRPr sz="1425" b="0">
                <a:solidFill>
                  <a:srgbClr val="46536A"/>
                </a:solidFill>
                <a:latin typeface="Noto Sans SC"/>
                <a:ea typeface="Noto Sans SC"/>
                <a:cs typeface="Noto Sans SC"/>
              </a:defRPr>
            </a:lvl7pPr>
            <a:lvl8pPr algn="l">
              <a:defRPr sz="1425" b="0">
                <a:solidFill>
                  <a:srgbClr val="46536A"/>
                </a:solidFill>
                <a:latin typeface="Noto Sans SC"/>
                <a:ea typeface="Noto Sans SC"/>
                <a:cs typeface="Noto Sans SC"/>
              </a:defRPr>
            </a:lvl8pPr>
            <a:lvl9pPr algn="l">
              <a:defRPr sz="1425" b="0">
                <a:solidFill>
                  <a:srgbClr val="46536A"/>
                </a:solidFill>
                <a:latin typeface="Noto Sans SC"/>
                <a:ea typeface="Noto Sans SC"/>
                <a:cs typeface="Noto Sans SC"/>
              </a:defRPr>
            </a:lvl9pPr>
          </a:lstStyle>
          <a:p xmlns:a="http://schemas.openxmlformats.org/drawingml/2006/main">
            <a:pPr algn="l">
              <a:defRPr sz="1425" b="0">
                <a:solidFill>
                  <a:srgbClr val="46536A"/>
                </a:solidFill>
                <a:latin typeface="Noto Sans SC"/>
                <a:ea typeface="Noto Sans SC"/>
                <a:cs typeface="Noto Sans SC"/>
              </a:defRPr>
            </a:pPr>
            <a:r>
              <a:rPr sz="1425" b="0">
                <a:solidFill>
                  <a:srgbClr val="46536A"/>
                </a:solidFill>
                <a:latin typeface="Noto Sans SC"/>
                <a:ea typeface="Noto Sans SC"/>
                <a:cs typeface="Noto Sans SC"/>
              </a:rPr>
              <a:t>min_samples = 1：自身即可满足核心条件</a:t>
            </a:r>
          </a:p>
          <a:p xmlns:a="http://schemas.openxmlformats.org/drawingml/2006/main">
            <a:pPr algn="l">
              <a:defRPr sz="1425" b="0">
                <a:solidFill>
                  <a:srgbClr val="46536A"/>
                </a:solidFill>
                <a:latin typeface="Noto Sans SC"/>
                <a:ea typeface="Noto Sans SC"/>
                <a:cs typeface="Noto Sans SC"/>
              </a:defRPr>
            </a:pPr>
            <a:r>
              <a:rPr sz="1425" b="0">
                <a:solidFill>
                  <a:srgbClr val="46536A"/>
                </a:solidFill>
                <a:latin typeface="Noto Sans SC"/>
                <a:ea typeface="Noto Sans SC"/>
                <a:cs typeface="Noto Sans SC"/>
              </a:rPr>
              <a:t>A/B/C 同簇；D 保留为单目标簇</a:t>
            </a:r>
          </a:p>
        </p:txBody>
      </p:sp>
      <p:sp>
        <p:nvSpPr>
          <p:cNvPr id="49" name="o48">
            <a:extLst xmlns:a="http://schemas.openxmlformats.org/drawingml/2006/main">
              <a:ext uri="{FF2B5EF4-FFF2-40B4-BE49-F238E27FC236}">
                <a16:creationId xmlns:a16="http://schemas.microsoft.com/office/drawing/2014/main" id="{B9B7FBAD-3F59-4AAC-B37A-0B56F1618C29}"/>
              </a:ext>
            </a:extLst>
          </p:cNvPr>
          <p:cNvSpPr>
            <a:spLocks xmlns:a="http://schemas.openxmlformats.org/drawingml/2006/main" noGrp="1"/>
          </p:cNvSpPr>
          <p:nvPr/>
        </p:nvSpPr>
        <p:spPr>
          <a:xfrm xmlns:a="http://schemas.openxmlformats.org/drawingml/2006/main">
            <a:off x="609600" y="5381625"/>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0">
                <a:solidFill>
                  <a:srgbClr val="B85A1E"/>
                </a:solidFill>
                <a:latin typeface="Noto Sans SC"/>
                <a:ea typeface="Noto Sans SC"/>
                <a:cs typeface="Noto Sans SC"/>
              </a:defRPr>
            </a:defPPr>
            <a:lvl1pPr algn="l">
              <a:defRPr sz="1425" b="0">
                <a:solidFill>
                  <a:srgbClr val="B85A1E"/>
                </a:solidFill>
                <a:latin typeface="Noto Sans SC"/>
                <a:ea typeface="Noto Sans SC"/>
                <a:cs typeface="Noto Sans SC"/>
              </a:defRPr>
            </a:lvl1pPr>
            <a:lvl2pPr algn="l">
              <a:defRPr sz="1425" b="0">
                <a:solidFill>
                  <a:srgbClr val="B85A1E"/>
                </a:solidFill>
                <a:latin typeface="Noto Sans SC"/>
                <a:ea typeface="Noto Sans SC"/>
                <a:cs typeface="Noto Sans SC"/>
              </a:defRPr>
            </a:lvl2pPr>
            <a:lvl3pPr algn="l">
              <a:defRPr sz="1425" b="0">
                <a:solidFill>
                  <a:srgbClr val="B85A1E"/>
                </a:solidFill>
                <a:latin typeface="Noto Sans SC"/>
                <a:ea typeface="Noto Sans SC"/>
                <a:cs typeface="Noto Sans SC"/>
              </a:defRPr>
            </a:lvl3pPr>
            <a:lvl4pPr algn="l">
              <a:defRPr sz="1425" b="0">
                <a:solidFill>
                  <a:srgbClr val="B85A1E"/>
                </a:solidFill>
                <a:latin typeface="Noto Sans SC"/>
                <a:ea typeface="Noto Sans SC"/>
                <a:cs typeface="Noto Sans SC"/>
              </a:defRPr>
            </a:lvl4pPr>
            <a:lvl5pPr algn="l">
              <a:defRPr sz="1425" b="0">
                <a:solidFill>
                  <a:srgbClr val="B85A1E"/>
                </a:solidFill>
                <a:latin typeface="Noto Sans SC"/>
                <a:ea typeface="Noto Sans SC"/>
                <a:cs typeface="Noto Sans SC"/>
              </a:defRPr>
            </a:lvl5pPr>
            <a:lvl6pPr algn="l">
              <a:defRPr sz="1425" b="0">
                <a:solidFill>
                  <a:srgbClr val="B85A1E"/>
                </a:solidFill>
                <a:latin typeface="Noto Sans SC"/>
                <a:ea typeface="Noto Sans SC"/>
                <a:cs typeface="Noto Sans SC"/>
              </a:defRPr>
            </a:lvl6pPr>
            <a:lvl7pPr algn="l">
              <a:defRPr sz="1425" b="0">
                <a:solidFill>
                  <a:srgbClr val="B85A1E"/>
                </a:solidFill>
                <a:latin typeface="Noto Sans SC"/>
                <a:ea typeface="Noto Sans SC"/>
                <a:cs typeface="Noto Sans SC"/>
              </a:defRPr>
            </a:lvl7pPr>
            <a:lvl8pPr algn="l">
              <a:defRPr sz="1425" b="0">
                <a:solidFill>
                  <a:srgbClr val="B85A1E"/>
                </a:solidFill>
                <a:latin typeface="Noto Sans SC"/>
                <a:ea typeface="Noto Sans SC"/>
                <a:cs typeface="Noto Sans SC"/>
              </a:defRPr>
            </a:lvl8pPr>
            <a:lvl9pPr algn="l">
              <a:defRPr sz="1425" b="0">
                <a:solidFill>
                  <a:srgbClr val="B85A1E"/>
                </a:solidFill>
                <a:latin typeface="Noto Sans SC"/>
                <a:ea typeface="Noto Sans SC"/>
                <a:cs typeface="Noto Sans SC"/>
              </a:defRPr>
            </a:lvl9pPr>
          </a:lstStyle>
          <a:p xmlns:a="http://schemas.openxmlformats.org/drawingml/2006/main">
            <a:pPr algn="l">
              <a:defRPr sz="1425" b="0">
                <a:solidFill>
                  <a:srgbClr val="B85A1E"/>
                </a:solidFill>
                <a:latin typeface="Noto Sans SC"/>
                <a:ea typeface="Noto Sans SC"/>
                <a:cs typeface="Noto Sans SC"/>
              </a:defRPr>
            </a:pPr>
            <a:r>
              <a:rPr sz="1425" b="0">
                <a:solidFill>
                  <a:srgbClr val="B85A1E"/>
                </a:solidFill>
                <a:latin typeface="Noto Sans SC"/>
                <a:ea typeface="Noto Sans SC"/>
                <a:cs typeface="Noto Sans SC"/>
              </a:rPr>
              <a:t>矩阵数值仅用于机制说明</a:t>
            </a:r>
          </a:p>
        </p:txBody>
      </p:sp>
      <p:sp xmlns:a="http://schemas.openxmlformats.org/drawingml/2006/main" xmlns:m="http://schemas.openxmlformats.org/officeDocument/2006/math" xmlns:w="http://schemas.openxmlformats.org/wordprocessingml/2006/main" xmlns:a14="http://schemas.microsoft.com/office/drawing/2010/main" xmlns:r="http://schemas.openxmlformats.org/officeDocument/2006/relationships" xmlns:rel="http://schemas.openxmlformats.org/package/2006/relationships" xmlns:ct="http://schemas.openxmlformats.org/package/2006/content-types">
        <p:nvSpPr>
          <p:cNvPr id="7001" name="latex-equation-7001"/>
          <p:cNvSpPr txBox="1">
            <a:spLocks noGrp="1"/>
          </p:cNvSpPr>
          <p:nvPr/>
        </p:nvSpPr>
        <p:spPr>
          <a:xfrm>
            <a:off x="609600" y="1390650"/>
            <a:ext cx="10972800" cy="666750"/>
          </a:xfrm>
          <a:prstGeom prst="rect">
            <a:avLst/>
          </a:prstGeom>
          <a:noFill/>
          <a:ln>
            <a:noFill/>
          </a:ln>
        </p:spPr>
        <p:txBody>
          <a:bodyPr wrap="none" lIns="0" tIns="0" rIns="0" bIns="0" anchor="ctr">
            <a:noAutofit/>
          </a:bodyPr>
          <a:lstStyle/>
          <a:p>
            <a:pPr algn="ctr"/>
            <a14:m>
              <m:oMathPara>
                <m:oMath>
                  <m:sSub>
                    <m:e>
                      <m:r>
                        <w:rPr>
                          <w:sz w:val="44"/>
                          <w:rFonts w:ascii="Cambria Math" w:hAnsi="Cambria Math" w:eastAsia="Cambria Math"/>
                        </w:rPr>
                        <m:rPr>
                          <m:scr m:val="script"/>
                        </m:rPr>
                        <m:t>N</m:t>
                      </m:r>
                    </m:e>
                    <m:sub>
                      <m:r>
                        <w:rPr>
                          <w:sz w:val="44"/>
                          <w:rFonts w:ascii="Cambria Math" w:hAnsi="Cambria Math" w:eastAsia="Cambria Math"/>
                        </w:rPr>
                        <m:t>ε</m:t>
                      </m:r>
                    </m:sub>
                  </m:sSub>
                  <m:r>
                    <w:rPr>
                      <w:sz w:val="44"/>
                      <w:rFonts w:ascii="Cambria Math" w:hAnsi="Cambria Math" w:eastAsia="Cambria Math"/>
                    </w:rPr>
                    <m:t>(i)={j:</m:t>
                  </m:r>
                  <m:sSub>
                    <m:e>
                      <m:r>
                        <w:rPr>
                          <w:sz w:val="44"/>
                          <w:rFonts w:ascii="Cambria Math" w:hAnsi="Cambria Math" w:eastAsia="Cambria Math"/>
                        </w:rPr>
                        <m:t>D</m:t>
                      </m:r>
                    </m:e>
                    <m:sub>
                      <m:r>
                        <w:rPr>
                          <w:sz w:val="44"/>
                          <w:rFonts w:ascii="Cambria Math" w:hAnsi="Cambria Math" w:eastAsia="Cambria Math"/>
                        </w:rPr>
                        <m:t>ij</m:t>
                      </m:r>
                    </m:sub>
                  </m:sSub>
                  <m:r>
                    <w:rPr>
                      <w:sz w:val="44"/>
                      <w:rFonts w:ascii="Cambria Math" w:hAnsi="Cambria Math" w:eastAsia="Cambria Math"/>
                    </w:rPr>
                    <m:t>≤ε},</m:t>
                  </m:r>
                  <m:r>
                    <w:rPr>
                      <w:sz w:val="44"/>
                      <w:rFonts w:ascii="Cambria Math" w:hAnsi="Cambria Math" w:eastAsia="Cambria Math"/>
                    </w:rPr>
                    <m:t>ε=1.5</m:t>
                  </m:r>
                </m:oMath>
              </m:oMathPara>
            </a14:m>
            <a:endParaRPr sz="2200"/>
          </a:p>
        </p:txBody>
      </p:sp>
    </p:spTree>
    <p:extLst>
      <p:ext uri="{BB962C8B-B14F-4D97-AF65-F5344CB8AC3E}">
        <p14:creationId xmlns:p14="http://schemas.microsoft.com/office/powerpoint/2010/main" val="1247678904"/>
      </p:ext>
    </p:extLst>
  </p:cSld>
</p:sld>
</file>

<file path=ppt/slides/slide13.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26" name="o0">
            <a:extLst xmlns:a="http://schemas.openxmlformats.org/drawingml/2006/main">
              <a:ext uri="{FF2B5EF4-FFF2-40B4-BE49-F238E27FC236}">
                <a16:creationId xmlns:a16="http://schemas.microsoft.com/office/drawing/2014/main" id="{FB19BC21-1822-4487-BA64-BA3052DBB020}"/>
              </a:ext>
            </a:extLst>
          </p:cNvPr>
          <p:cNvSpPr>
            <a:spLocks xmlns:a="http://schemas.openxmlformats.org/drawingml/2006/main" noGrp="1"/>
          </p:cNvSpPr>
          <p:nvPr/>
        </p:nvSpPr>
        <p:spPr>
          <a:xfrm xmlns:a="http://schemas.openxmlformats.org/drawingml/2006/main">
            <a:off x="609600" y="219075"/>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B85A1E"/>
                </a:solidFill>
                <a:latin typeface="Noto Sans SC"/>
                <a:ea typeface="Noto Sans SC"/>
                <a:cs typeface="Noto Sans SC"/>
              </a:defRPr>
            </a:defPPr>
            <a:lvl1pPr algn="l">
              <a:defRPr sz="1275" b="1">
                <a:solidFill>
                  <a:srgbClr val="B85A1E"/>
                </a:solidFill>
                <a:latin typeface="Noto Sans SC"/>
                <a:ea typeface="Noto Sans SC"/>
                <a:cs typeface="Noto Sans SC"/>
              </a:defRPr>
            </a:lvl1pPr>
            <a:lvl2pPr algn="l">
              <a:defRPr sz="1275" b="1">
                <a:solidFill>
                  <a:srgbClr val="B85A1E"/>
                </a:solidFill>
                <a:latin typeface="Noto Sans SC"/>
                <a:ea typeface="Noto Sans SC"/>
                <a:cs typeface="Noto Sans SC"/>
              </a:defRPr>
            </a:lvl2pPr>
            <a:lvl3pPr algn="l">
              <a:defRPr sz="1275" b="1">
                <a:solidFill>
                  <a:srgbClr val="B85A1E"/>
                </a:solidFill>
                <a:latin typeface="Noto Sans SC"/>
                <a:ea typeface="Noto Sans SC"/>
                <a:cs typeface="Noto Sans SC"/>
              </a:defRPr>
            </a:lvl3pPr>
            <a:lvl4pPr algn="l">
              <a:defRPr sz="1275" b="1">
                <a:solidFill>
                  <a:srgbClr val="B85A1E"/>
                </a:solidFill>
                <a:latin typeface="Noto Sans SC"/>
                <a:ea typeface="Noto Sans SC"/>
                <a:cs typeface="Noto Sans SC"/>
              </a:defRPr>
            </a:lvl4pPr>
            <a:lvl5pPr algn="l">
              <a:defRPr sz="1275" b="1">
                <a:solidFill>
                  <a:srgbClr val="B85A1E"/>
                </a:solidFill>
                <a:latin typeface="Noto Sans SC"/>
                <a:ea typeface="Noto Sans SC"/>
                <a:cs typeface="Noto Sans SC"/>
              </a:defRPr>
            </a:lvl5pPr>
            <a:lvl6pPr algn="l">
              <a:defRPr sz="1275" b="1">
                <a:solidFill>
                  <a:srgbClr val="B85A1E"/>
                </a:solidFill>
                <a:latin typeface="Noto Sans SC"/>
                <a:ea typeface="Noto Sans SC"/>
                <a:cs typeface="Noto Sans SC"/>
              </a:defRPr>
            </a:lvl6pPr>
            <a:lvl7pPr algn="l">
              <a:defRPr sz="1275" b="1">
                <a:solidFill>
                  <a:srgbClr val="B85A1E"/>
                </a:solidFill>
                <a:latin typeface="Noto Sans SC"/>
                <a:ea typeface="Noto Sans SC"/>
                <a:cs typeface="Noto Sans SC"/>
              </a:defRPr>
            </a:lvl7pPr>
            <a:lvl8pPr algn="l">
              <a:defRPr sz="1275" b="1">
                <a:solidFill>
                  <a:srgbClr val="B85A1E"/>
                </a:solidFill>
                <a:latin typeface="Noto Sans SC"/>
                <a:ea typeface="Noto Sans SC"/>
                <a:cs typeface="Noto Sans SC"/>
              </a:defRPr>
            </a:lvl8pPr>
            <a:lvl9pPr algn="l">
              <a:defRPr sz="1275" b="1">
                <a:solidFill>
                  <a:srgbClr val="B85A1E"/>
                </a:solidFill>
                <a:latin typeface="Noto Sans SC"/>
                <a:ea typeface="Noto Sans SC"/>
                <a:cs typeface="Noto Sans SC"/>
              </a:defRPr>
            </a:lvl9pPr>
          </a:lstStyle>
          <a:p xmlns:a="http://schemas.openxmlformats.org/drawingml/2006/main">
            <a:pPr algn="l">
              <a:defRPr sz="1275" b="1">
                <a:solidFill>
                  <a:srgbClr val="B85A1E"/>
                </a:solidFill>
                <a:latin typeface="Noto Sans SC"/>
                <a:ea typeface="Noto Sans SC"/>
                <a:cs typeface="Noto Sans SC"/>
              </a:defRPr>
            </a:pPr>
            <a:r>
              <a:rPr sz="1275" b="1">
                <a:solidFill>
                  <a:srgbClr val="B85A1E"/>
                </a:solidFill>
                <a:latin typeface="Noto Sans SC"/>
                <a:ea typeface="Noto Sans SC"/>
                <a:cs typeface="Noto Sans SC"/>
              </a:rPr>
              <a:t>优化 · 回退分组</a:t>
            </a:r>
          </a:p>
        </p:txBody>
      </p:sp>
      <p:sp>
        <p:nvSpPr>
          <p:cNvPr id="2" name="o1">
            <a:extLst xmlns:a="http://schemas.openxmlformats.org/drawingml/2006/main">
              <a:ext uri="{FF2B5EF4-FFF2-40B4-BE49-F238E27FC236}">
                <a16:creationId xmlns:a16="http://schemas.microsoft.com/office/drawing/2014/main" id="{92840509-E733-433A-877D-5126A91CA93B}"/>
              </a:ext>
            </a:extLst>
          </p:cNvPr>
          <p:cNvSpPr>
            <a:spLocks xmlns:a="http://schemas.openxmlformats.org/drawingml/2006/main" noGrp="1"/>
          </p:cNvSpPr>
          <p:nvPr/>
        </p:nvSpPr>
        <p:spPr>
          <a:xfrm xmlns:a="http://schemas.openxmlformats.org/drawingml/2006/main">
            <a:off x="609600" y="6000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700" b="1">
                <a:solidFill>
                  <a:srgbClr val="16243A"/>
                </a:solidFill>
                <a:latin typeface="Noto Serif SC"/>
                <a:ea typeface="Noto Serif SC"/>
                <a:cs typeface="Noto Serif SC"/>
              </a:defRPr>
            </a:defPPr>
            <a:lvl1pPr algn="l">
              <a:defRPr sz="2700" b="1">
                <a:solidFill>
                  <a:srgbClr val="16243A"/>
                </a:solidFill>
                <a:latin typeface="Noto Serif SC"/>
                <a:ea typeface="Noto Serif SC"/>
                <a:cs typeface="Noto Serif SC"/>
              </a:defRPr>
            </a:lvl1pPr>
            <a:lvl2pPr algn="l">
              <a:defRPr sz="2700" b="1">
                <a:solidFill>
                  <a:srgbClr val="16243A"/>
                </a:solidFill>
                <a:latin typeface="Noto Serif SC"/>
                <a:ea typeface="Noto Serif SC"/>
                <a:cs typeface="Noto Serif SC"/>
              </a:defRPr>
            </a:lvl2pPr>
            <a:lvl3pPr algn="l">
              <a:defRPr sz="2700" b="1">
                <a:solidFill>
                  <a:srgbClr val="16243A"/>
                </a:solidFill>
                <a:latin typeface="Noto Serif SC"/>
                <a:ea typeface="Noto Serif SC"/>
                <a:cs typeface="Noto Serif SC"/>
              </a:defRPr>
            </a:lvl3pPr>
            <a:lvl4pPr algn="l">
              <a:defRPr sz="2700" b="1">
                <a:solidFill>
                  <a:srgbClr val="16243A"/>
                </a:solidFill>
                <a:latin typeface="Noto Serif SC"/>
                <a:ea typeface="Noto Serif SC"/>
                <a:cs typeface="Noto Serif SC"/>
              </a:defRPr>
            </a:lvl4pPr>
            <a:lvl5pPr algn="l">
              <a:defRPr sz="2700" b="1">
                <a:solidFill>
                  <a:srgbClr val="16243A"/>
                </a:solidFill>
                <a:latin typeface="Noto Serif SC"/>
                <a:ea typeface="Noto Serif SC"/>
                <a:cs typeface="Noto Serif SC"/>
              </a:defRPr>
            </a:lvl5pPr>
            <a:lvl6pPr algn="l">
              <a:defRPr sz="2700" b="1">
                <a:solidFill>
                  <a:srgbClr val="16243A"/>
                </a:solidFill>
                <a:latin typeface="Noto Serif SC"/>
                <a:ea typeface="Noto Serif SC"/>
                <a:cs typeface="Noto Serif SC"/>
              </a:defRPr>
            </a:lvl6pPr>
            <a:lvl7pPr algn="l">
              <a:defRPr sz="2700" b="1">
                <a:solidFill>
                  <a:srgbClr val="16243A"/>
                </a:solidFill>
                <a:latin typeface="Noto Serif SC"/>
                <a:ea typeface="Noto Serif SC"/>
                <a:cs typeface="Noto Serif SC"/>
              </a:defRPr>
            </a:lvl7pPr>
            <a:lvl8pPr algn="l">
              <a:defRPr sz="2700" b="1">
                <a:solidFill>
                  <a:srgbClr val="16243A"/>
                </a:solidFill>
                <a:latin typeface="Noto Serif SC"/>
                <a:ea typeface="Noto Serif SC"/>
                <a:cs typeface="Noto Serif SC"/>
              </a:defRPr>
            </a:lvl8pPr>
            <a:lvl9pPr algn="l">
              <a:defRPr sz="2700" b="1">
                <a:solidFill>
                  <a:srgbClr val="16243A"/>
                </a:solidFill>
                <a:latin typeface="Noto Serif SC"/>
                <a:ea typeface="Noto Serif SC"/>
                <a:cs typeface="Noto Serif SC"/>
              </a:defRPr>
            </a:lvl9pPr>
          </a:lstStyle>
          <a:p xmlns:a="http://schemas.openxmlformats.org/drawingml/2006/main">
            <a:pPr algn="l">
              <a:defRPr sz="2700" b="1">
                <a:solidFill>
                  <a:srgbClr val="16243A"/>
                </a:solidFill>
                <a:latin typeface="Noto Serif SC"/>
                <a:ea typeface="Noto Serif SC"/>
                <a:cs typeface="Noto Serif SC"/>
              </a:defRPr>
            </a:pPr>
            <a:r>
              <a:rPr sz="2700" b="1">
                <a:solidFill>
                  <a:srgbClr val="16243A"/>
                </a:solidFill>
                <a:latin typeface="Noto Serif SC"/>
                <a:ea typeface="Noto Serif SC"/>
                <a:cs typeface="Noto Serif SC"/>
              </a:rPr>
              <a:t>KD-tree 缩小回退候选集合，收益取决于布局</a:t>
            </a:r>
          </a:p>
        </p:txBody>
      </p:sp>
      <p:sp>
        <p:nvSpPr>
          <p:cNvPr id="3" name="line-2">
            <a:extLst xmlns:a="http://schemas.openxmlformats.org/drawingml/2006/main">
              <a:ext uri="{FF2B5EF4-FFF2-40B4-BE49-F238E27FC236}">
                <a16:creationId xmlns:a16="http://schemas.microsoft.com/office/drawing/2014/main" id="{EC43831F-2E8F-4D1A-8EF9-E2BD2DD5C442}"/>
              </a:ext>
            </a:extLst>
          </p:cNvPr>
          <p:cNvSpPr>
            <a:spLocks xmlns:a="http://schemas.openxmlformats.org/drawingml/2006/main" noGrp="1"/>
          </p:cNvSpPr>
          <p:nvPr/>
        </p:nvSpPr>
        <p:spPr>
          <a:xfrm xmlns:a="http://schemas.openxmlformats.org/drawingml/2006/main" flipV="0">
            <a:off x="609600" y="1200150"/>
            <a:ext cx="10972800" cy="953"/>
          </a:xfrm>
          <a:prstGeom xmlns:a="http://schemas.openxmlformats.org/drawingml/2006/main" prst="line">
            <a:avLst/>
          </a:prstGeom>
          <a:noFill xmlns:a="http://schemas.openxmlformats.org/drawingml/2006/main"/>
          <a:ln xmlns:a="http://schemas.openxmlformats.org/drawingml/2006/main" w="14288">
            <a:solidFill>
              <a:srgbClr val="D5DAE0"/>
            </a:solidFill>
            <a:prstDash val="solid"/>
          </a:ln>
        </p:spPr>
      </p:sp>
      <p:sp>
        <p:nvSpPr>
          <p:cNvPr id="4" name="o3">
            <a:extLst xmlns:a="http://schemas.openxmlformats.org/drawingml/2006/main">
              <a:ext uri="{FF2B5EF4-FFF2-40B4-BE49-F238E27FC236}">
                <a16:creationId xmlns:a16="http://schemas.microsoft.com/office/drawing/2014/main" id="{902ADF73-991E-4C94-B88C-7AE7A976FC41}"/>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00" b="0">
                <a:solidFill>
                  <a:srgbClr val="6B7689"/>
                </a:solidFill>
                <a:latin typeface="Noto Sans SC"/>
                <a:ea typeface="Noto Sans SC"/>
                <a:cs typeface="Noto Sans SC"/>
              </a:defRPr>
            </a:defPPr>
            <a:lvl1pPr algn="l">
              <a:defRPr sz="900" b="0">
                <a:solidFill>
                  <a:srgbClr val="6B7689"/>
                </a:solidFill>
                <a:latin typeface="Noto Sans SC"/>
                <a:ea typeface="Noto Sans SC"/>
                <a:cs typeface="Noto Sans SC"/>
              </a:defRPr>
            </a:lvl1pPr>
            <a:lvl2pPr algn="l">
              <a:defRPr sz="900" b="0">
                <a:solidFill>
                  <a:srgbClr val="6B7689"/>
                </a:solidFill>
                <a:latin typeface="Noto Sans SC"/>
                <a:ea typeface="Noto Sans SC"/>
                <a:cs typeface="Noto Sans SC"/>
              </a:defRPr>
            </a:lvl2pPr>
            <a:lvl3pPr algn="l">
              <a:defRPr sz="900" b="0">
                <a:solidFill>
                  <a:srgbClr val="6B7689"/>
                </a:solidFill>
                <a:latin typeface="Noto Sans SC"/>
                <a:ea typeface="Noto Sans SC"/>
                <a:cs typeface="Noto Sans SC"/>
              </a:defRPr>
            </a:lvl3pPr>
            <a:lvl4pPr algn="l">
              <a:defRPr sz="900" b="0">
                <a:solidFill>
                  <a:srgbClr val="6B7689"/>
                </a:solidFill>
                <a:latin typeface="Noto Sans SC"/>
                <a:ea typeface="Noto Sans SC"/>
                <a:cs typeface="Noto Sans SC"/>
              </a:defRPr>
            </a:lvl4pPr>
            <a:lvl5pPr algn="l">
              <a:defRPr sz="900" b="0">
                <a:solidFill>
                  <a:srgbClr val="6B7689"/>
                </a:solidFill>
                <a:latin typeface="Noto Sans SC"/>
                <a:ea typeface="Noto Sans SC"/>
                <a:cs typeface="Noto Sans SC"/>
              </a:defRPr>
            </a:lvl5pPr>
            <a:lvl6pPr algn="l">
              <a:defRPr sz="900" b="0">
                <a:solidFill>
                  <a:srgbClr val="6B7689"/>
                </a:solidFill>
                <a:latin typeface="Noto Sans SC"/>
                <a:ea typeface="Noto Sans SC"/>
                <a:cs typeface="Noto Sans SC"/>
              </a:defRPr>
            </a:lvl6pPr>
            <a:lvl7pPr algn="l">
              <a:defRPr sz="900" b="0">
                <a:solidFill>
                  <a:srgbClr val="6B7689"/>
                </a:solidFill>
                <a:latin typeface="Noto Sans SC"/>
                <a:ea typeface="Noto Sans SC"/>
                <a:cs typeface="Noto Sans SC"/>
              </a:defRPr>
            </a:lvl7pPr>
            <a:lvl8pPr algn="l">
              <a:defRPr sz="900" b="0">
                <a:solidFill>
                  <a:srgbClr val="6B7689"/>
                </a:solidFill>
                <a:latin typeface="Noto Sans SC"/>
                <a:ea typeface="Noto Sans SC"/>
                <a:cs typeface="Noto Sans SC"/>
              </a:defRPr>
            </a:lvl8pPr>
            <a:lvl9pPr algn="l">
              <a:defRPr sz="900" b="0">
                <a:solidFill>
                  <a:srgbClr val="6B7689"/>
                </a:solidFill>
                <a:latin typeface="Noto Sans SC"/>
                <a:ea typeface="Noto Sans SC"/>
                <a:cs typeface="Noto Sans SC"/>
              </a:defRPr>
            </a:lvl9pPr>
          </a:lstStyle>
          <a:p xmlns:a="http://schemas.openxmlformats.org/drawingml/2006/main">
            <a:pPr algn="l">
              <a:defRPr sz="900" b="0">
                <a:solidFill>
                  <a:srgbClr val="6B7689"/>
                </a:solidFill>
                <a:latin typeface="Noto Sans SC"/>
                <a:ea typeface="Noto Sans SC"/>
                <a:cs typeface="Noto Sans SC"/>
              </a:defRPr>
            </a:pPr>
            <a:r>
              <a:rPr sz="900" b="0">
                <a:solidFill>
                  <a:srgbClr val="6B7689"/>
                </a:solidFill>
                <a:latin typeface="Noto Sans SC"/>
                <a:ea typeface="Noto Sans SC"/>
                <a:cs typeface="Noto Sans SC"/>
              </a:rPr>
              <a:t>results.json:components.fallback；engine.py:_clusters</a:t>
            </a:r>
          </a:p>
        </p:txBody>
      </p:sp>
      <p:sp>
        <p:nvSpPr>
          <p:cNvPr id="5" name="o4">
            <a:extLst xmlns:a="http://schemas.openxmlformats.org/drawingml/2006/main">
              <a:ext uri="{FF2B5EF4-FFF2-40B4-BE49-F238E27FC236}">
                <a16:creationId xmlns:a16="http://schemas.microsoft.com/office/drawing/2014/main" id="{4F7B47BA-A549-44E5-971E-52FF092E830B}"/>
              </a:ext>
            </a:extLst>
          </p:cNvPr>
          <p:cNvSpPr>
            <a:spLocks xmlns:a="http://schemas.openxmlformats.org/drawingml/2006/main" noGrp="1"/>
          </p:cNvSpPr>
          <p:nvPr/>
        </p:nvSpPr>
        <p:spPr>
          <a:xfrm xmlns:a="http://schemas.openxmlformats.org/drawingml/2006/main">
            <a:off x="10896600" y="6505575"/>
            <a:ext cx="68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6B7689"/>
                </a:solidFill>
                <a:latin typeface="Noto Sans SC"/>
                <a:ea typeface="Noto Sans SC"/>
                <a:cs typeface="Noto Sans SC"/>
              </a:defRPr>
            </a:defPPr>
            <a:lvl1pPr algn="r">
              <a:defRPr sz="1200" b="0">
                <a:solidFill>
                  <a:srgbClr val="6B7689"/>
                </a:solidFill>
                <a:latin typeface="Noto Sans SC"/>
                <a:ea typeface="Noto Sans SC"/>
                <a:cs typeface="Noto Sans SC"/>
              </a:defRPr>
            </a:lvl1pPr>
            <a:lvl2pPr algn="r">
              <a:defRPr sz="1200" b="0">
                <a:solidFill>
                  <a:srgbClr val="6B7689"/>
                </a:solidFill>
                <a:latin typeface="Noto Sans SC"/>
                <a:ea typeface="Noto Sans SC"/>
                <a:cs typeface="Noto Sans SC"/>
              </a:defRPr>
            </a:lvl2pPr>
            <a:lvl3pPr algn="r">
              <a:defRPr sz="1200" b="0">
                <a:solidFill>
                  <a:srgbClr val="6B7689"/>
                </a:solidFill>
                <a:latin typeface="Noto Sans SC"/>
                <a:ea typeface="Noto Sans SC"/>
                <a:cs typeface="Noto Sans SC"/>
              </a:defRPr>
            </a:lvl3pPr>
            <a:lvl4pPr algn="r">
              <a:defRPr sz="1200" b="0">
                <a:solidFill>
                  <a:srgbClr val="6B7689"/>
                </a:solidFill>
                <a:latin typeface="Noto Sans SC"/>
                <a:ea typeface="Noto Sans SC"/>
                <a:cs typeface="Noto Sans SC"/>
              </a:defRPr>
            </a:lvl4pPr>
            <a:lvl5pPr algn="r">
              <a:defRPr sz="1200" b="0">
                <a:solidFill>
                  <a:srgbClr val="6B7689"/>
                </a:solidFill>
                <a:latin typeface="Noto Sans SC"/>
                <a:ea typeface="Noto Sans SC"/>
                <a:cs typeface="Noto Sans SC"/>
              </a:defRPr>
            </a:lvl5pPr>
            <a:lvl6pPr algn="r">
              <a:defRPr sz="1200" b="0">
                <a:solidFill>
                  <a:srgbClr val="6B7689"/>
                </a:solidFill>
                <a:latin typeface="Noto Sans SC"/>
                <a:ea typeface="Noto Sans SC"/>
                <a:cs typeface="Noto Sans SC"/>
              </a:defRPr>
            </a:lvl6pPr>
            <a:lvl7pPr algn="r">
              <a:defRPr sz="1200" b="0">
                <a:solidFill>
                  <a:srgbClr val="6B7689"/>
                </a:solidFill>
                <a:latin typeface="Noto Sans SC"/>
                <a:ea typeface="Noto Sans SC"/>
                <a:cs typeface="Noto Sans SC"/>
              </a:defRPr>
            </a:lvl7pPr>
            <a:lvl8pPr algn="r">
              <a:defRPr sz="1200" b="0">
                <a:solidFill>
                  <a:srgbClr val="6B7689"/>
                </a:solidFill>
                <a:latin typeface="Noto Sans SC"/>
                <a:ea typeface="Noto Sans SC"/>
                <a:cs typeface="Noto Sans SC"/>
              </a:defRPr>
            </a:lvl8pPr>
            <a:lvl9pPr algn="r">
              <a:defRPr sz="1200" b="0">
                <a:solidFill>
                  <a:srgbClr val="6B7689"/>
                </a:solidFill>
                <a:latin typeface="Noto Sans SC"/>
                <a:ea typeface="Noto Sans SC"/>
                <a:cs typeface="Noto Sans SC"/>
              </a:defRPr>
            </a:lvl9pPr>
          </a:lstStyle>
          <a:p xmlns:a="http://schemas.openxmlformats.org/drawingml/2006/main">
            <a:pPr algn="r">
              <a:defRPr sz="1200" b="0">
                <a:solidFill>
                  <a:srgbClr val="6B7689"/>
                </a:solidFill>
                <a:latin typeface="Noto Sans SC"/>
                <a:ea typeface="Noto Sans SC"/>
                <a:cs typeface="Noto Sans SC"/>
              </a:defRPr>
            </a:pPr>
            <a:r>
              <a:rPr sz="1200" b="0">
                <a:solidFill>
                  <a:srgbClr val="6B7689"/>
                </a:solidFill>
                <a:latin typeface="Noto Sans SC"/>
                <a:ea typeface="Noto Sans SC"/>
                <a:cs typeface="Noto Sans SC"/>
              </a:rPr>
              <a:t>13 / 39</a:t>
            </a:r>
          </a:p>
        </p:txBody>
      </p:sp>
      <p:sp>
        <p:nvSpPr>
          <p:cNvPr id="6" name="o5">
            <a:extLst xmlns:a="http://schemas.openxmlformats.org/drawingml/2006/main">
              <a:ext uri="{FF2B5EF4-FFF2-40B4-BE49-F238E27FC236}">
                <a16:creationId xmlns:a16="http://schemas.microsoft.com/office/drawing/2014/main" id="{FBF77CDD-70B6-4707-B7EC-AE369813C3FC}"/>
              </a:ext>
            </a:extLst>
          </p:cNvPr>
          <p:cNvSpPr>
            <a:spLocks xmlns:a="http://schemas.openxmlformats.org/drawingml/2006/main" noGrp="1"/>
          </p:cNvSpPr>
          <p:nvPr/>
        </p:nvSpPr>
        <p:spPr>
          <a:xfrm xmlns:a="http://schemas.openxmlformats.org/drawingml/2006/main">
            <a:off x="609600" y="5981700"/>
            <a:ext cx="10972800" cy="428625"/>
          </a:xfrm>
          <a:prstGeom xmlns:a="http://schemas.openxmlformats.org/drawingml/2006/main" prst="roundRect">
            <a:avLst>
              <a:gd name="adj" fmla="val 17778"/>
            </a:avLst>
          </a:prstGeom>
          <a:solidFill xmlns:a="http://schemas.openxmlformats.org/drawingml/2006/main">
            <a:srgbClr val="D6E6E5"/>
          </a:solidFill>
          <a:ln xmlns:a="http://schemas.openxmlformats.org/drawingml/2006/main" w="0">
            <a:noFill/>
            <a:prstDash val="solid"/>
          </a:ln>
        </p:spPr>
      </p:sp>
      <p:sp>
        <p:nvSpPr>
          <p:cNvPr id="7" name="o6">
            <a:extLst xmlns:a="http://schemas.openxmlformats.org/drawingml/2006/main">
              <a:ext uri="{FF2B5EF4-FFF2-40B4-BE49-F238E27FC236}">
                <a16:creationId xmlns:a16="http://schemas.microsoft.com/office/drawing/2014/main" id="{E546C6F9-CC70-4CBA-972C-E5B24186EF1A}"/>
              </a:ext>
            </a:extLst>
          </p:cNvPr>
          <p:cNvSpPr>
            <a:spLocks xmlns:a="http://schemas.openxmlformats.org/drawingml/2006/main" noGrp="1"/>
          </p:cNvSpPr>
          <p:nvPr/>
        </p:nvSpPr>
        <p:spPr>
          <a:xfrm xmlns:a="http://schemas.openxmlformats.org/drawingml/2006/main">
            <a:off x="781050" y="6029325"/>
            <a:ext cx="10629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75" b="1">
                <a:solidFill>
                  <a:srgbClr val="0F6E73"/>
                </a:solidFill>
                <a:latin typeface="Noto Sans SC"/>
                <a:ea typeface="Noto Sans SC"/>
                <a:cs typeface="Noto Sans SC"/>
              </a:defRPr>
            </a:defPPr>
            <a:lvl1pPr algn="l">
              <a:defRPr sz="1575" b="1">
                <a:solidFill>
                  <a:srgbClr val="0F6E73"/>
                </a:solidFill>
                <a:latin typeface="Noto Sans SC"/>
                <a:ea typeface="Noto Sans SC"/>
                <a:cs typeface="Noto Sans SC"/>
              </a:defRPr>
            </a:lvl1pPr>
            <a:lvl2pPr algn="l">
              <a:defRPr sz="1575" b="1">
                <a:solidFill>
                  <a:srgbClr val="0F6E73"/>
                </a:solidFill>
                <a:latin typeface="Noto Sans SC"/>
                <a:ea typeface="Noto Sans SC"/>
                <a:cs typeface="Noto Sans SC"/>
              </a:defRPr>
            </a:lvl2pPr>
            <a:lvl3pPr algn="l">
              <a:defRPr sz="1575" b="1">
                <a:solidFill>
                  <a:srgbClr val="0F6E73"/>
                </a:solidFill>
                <a:latin typeface="Noto Sans SC"/>
                <a:ea typeface="Noto Sans SC"/>
                <a:cs typeface="Noto Sans SC"/>
              </a:defRPr>
            </a:lvl3pPr>
            <a:lvl4pPr algn="l">
              <a:defRPr sz="1575" b="1">
                <a:solidFill>
                  <a:srgbClr val="0F6E73"/>
                </a:solidFill>
                <a:latin typeface="Noto Sans SC"/>
                <a:ea typeface="Noto Sans SC"/>
                <a:cs typeface="Noto Sans SC"/>
              </a:defRPr>
            </a:lvl4pPr>
            <a:lvl5pPr algn="l">
              <a:defRPr sz="1575" b="1">
                <a:solidFill>
                  <a:srgbClr val="0F6E73"/>
                </a:solidFill>
                <a:latin typeface="Noto Sans SC"/>
                <a:ea typeface="Noto Sans SC"/>
                <a:cs typeface="Noto Sans SC"/>
              </a:defRPr>
            </a:lvl5pPr>
            <a:lvl6pPr algn="l">
              <a:defRPr sz="1575" b="1">
                <a:solidFill>
                  <a:srgbClr val="0F6E73"/>
                </a:solidFill>
                <a:latin typeface="Noto Sans SC"/>
                <a:ea typeface="Noto Sans SC"/>
                <a:cs typeface="Noto Sans SC"/>
              </a:defRPr>
            </a:lvl6pPr>
            <a:lvl7pPr algn="l">
              <a:defRPr sz="1575" b="1">
                <a:solidFill>
                  <a:srgbClr val="0F6E73"/>
                </a:solidFill>
                <a:latin typeface="Noto Sans SC"/>
                <a:ea typeface="Noto Sans SC"/>
                <a:cs typeface="Noto Sans SC"/>
              </a:defRPr>
            </a:lvl7pPr>
            <a:lvl8pPr algn="l">
              <a:defRPr sz="1575" b="1">
                <a:solidFill>
                  <a:srgbClr val="0F6E73"/>
                </a:solidFill>
                <a:latin typeface="Noto Sans SC"/>
                <a:ea typeface="Noto Sans SC"/>
                <a:cs typeface="Noto Sans SC"/>
              </a:defRPr>
            </a:lvl8pPr>
            <a:lvl9pPr algn="l">
              <a:defRPr sz="1575" b="1">
                <a:solidFill>
                  <a:srgbClr val="0F6E73"/>
                </a:solidFill>
                <a:latin typeface="Noto Sans SC"/>
                <a:ea typeface="Noto Sans SC"/>
                <a:cs typeface="Noto Sans SC"/>
              </a:defRPr>
            </a:lvl9pPr>
          </a:lstStyle>
          <a:p xmlns:a="http://schemas.openxmlformats.org/drawingml/2006/main">
            <a:pPr algn="l">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分散布局收益明显，密集布局可退化；本页指标不属于正常 DBSCAN 加速。</a:t>
            </a:r>
          </a:p>
        </p:txBody>
      </p:sp>
      <p:sp>
        <p:nvSpPr>
          <p:cNvPr id="8" name="o7">
            <a:extLst xmlns:a="http://schemas.openxmlformats.org/drawingml/2006/main">
              <a:ext uri="{FF2B5EF4-FFF2-40B4-BE49-F238E27FC236}">
                <a16:creationId xmlns:a16="http://schemas.microsoft.com/office/drawing/2014/main" id="{73A2C88A-11DA-4605-AE2F-CE8EF390743D}"/>
              </a:ext>
            </a:extLst>
          </p:cNvPr>
          <p:cNvSpPr>
            <a:spLocks xmlns:a="http://schemas.openxmlformats.org/drawingml/2006/main" noGrp="1"/>
          </p:cNvSpPr>
          <p:nvPr/>
        </p:nvSpPr>
        <p:spPr>
          <a:xfrm xmlns:a="http://schemas.openxmlformats.org/drawingml/2006/main">
            <a:off x="609600" y="1504950"/>
            <a:ext cx="3492500" cy="695325"/>
          </a:xfrm>
          <a:prstGeom xmlns:a="http://schemas.openxmlformats.org/drawingml/2006/main" prst="roundRect">
            <a:avLst>
              <a:gd name="adj" fmla="val 10959"/>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适配器无可用分组</a:t>
            </a:r>
          </a:p>
        </p:txBody>
      </p:sp>
      <p:sp>
        <p:nvSpPr>
          <p:cNvPr id="9" name="line-7">
            <a:extLst xmlns:a="http://schemas.openxmlformats.org/drawingml/2006/main">
              <a:ext uri="{FF2B5EF4-FFF2-40B4-BE49-F238E27FC236}">
                <a16:creationId xmlns:a16="http://schemas.microsoft.com/office/drawing/2014/main" id="{75C67629-1B48-4A93-BDDB-63BA9CEC4921}"/>
              </a:ext>
            </a:extLst>
          </p:cNvPr>
          <p:cNvSpPr>
            <a:spLocks xmlns:a="http://schemas.openxmlformats.org/drawingml/2006/main" noGrp="1"/>
          </p:cNvSpPr>
          <p:nvPr/>
        </p:nvSpPr>
        <p:spPr>
          <a:xfrm xmlns:a="http://schemas.openxmlformats.org/drawingml/2006/main" flipV="0">
            <a:off x="4130675" y="1852613"/>
            <a:ext cx="180975"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0" name="line-7">
            <a:extLst xmlns:a="http://schemas.openxmlformats.org/drawingml/2006/main">
              <a:ext uri="{FF2B5EF4-FFF2-40B4-BE49-F238E27FC236}">
                <a16:creationId xmlns:a16="http://schemas.microsoft.com/office/drawing/2014/main" id="{D4BA59F7-852B-455A-88B8-F08D63C47124}"/>
              </a:ext>
            </a:extLst>
          </p:cNvPr>
          <p:cNvSpPr>
            <a:spLocks xmlns:a="http://schemas.openxmlformats.org/drawingml/2006/main" noGrp="1"/>
          </p:cNvSpPr>
          <p:nvPr/>
        </p:nvSpPr>
        <p:spPr>
          <a:xfrm xmlns:a="http://schemas.openxmlformats.org/drawingml/2006/main" flipV="1">
            <a:off x="4236419" y="1852613"/>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1" name="line-7">
            <a:extLst xmlns:a="http://schemas.openxmlformats.org/drawingml/2006/main">
              <a:ext uri="{FF2B5EF4-FFF2-40B4-BE49-F238E27FC236}">
                <a16:creationId xmlns:a16="http://schemas.microsoft.com/office/drawing/2014/main" id="{9C741C63-A7A6-4B2E-8494-F2535E93DF75}"/>
              </a:ext>
            </a:extLst>
          </p:cNvPr>
          <p:cNvSpPr>
            <a:spLocks xmlns:a="http://schemas.openxmlformats.org/drawingml/2006/main" noGrp="1"/>
          </p:cNvSpPr>
          <p:nvPr/>
        </p:nvSpPr>
        <p:spPr>
          <a:xfrm xmlns:a="http://schemas.openxmlformats.org/drawingml/2006/main" flipV="0">
            <a:off x="4236419" y="1811514"/>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2" name="o11">
            <a:extLst xmlns:a="http://schemas.openxmlformats.org/drawingml/2006/main">
              <a:ext uri="{FF2B5EF4-FFF2-40B4-BE49-F238E27FC236}">
                <a16:creationId xmlns:a16="http://schemas.microsoft.com/office/drawing/2014/main" id="{A0B2D488-A3D8-41D5-B162-119185CCD34E}"/>
              </a:ext>
            </a:extLst>
          </p:cNvPr>
          <p:cNvSpPr>
            <a:spLocks xmlns:a="http://schemas.openxmlformats.org/drawingml/2006/main" noGrp="1"/>
          </p:cNvSpPr>
          <p:nvPr/>
        </p:nvSpPr>
        <p:spPr>
          <a:xfrm xmlns:a="http://schemas.openxmlformats.org/drawingml/2006/main">
            <a:off x="4349750" y="1504950"/>
            <a:ext cx="3492500" cy="695325"/>
          </a:xfrm>
          <a:prstGeom xmlns:a="http://schemas.openxmlformats.org/drawingml/2006/main" prst="roundRect">
            <a:avLst>
              <a:gd name="adj" fmla="val 10959"/>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KD-tree 候选搜索</a:t>
            </a:r>
          </a:p>
        </p:txBody>
      </p:sp>
      <p:sp>
        <p:nvSpPr>
          <p:cNvPr id="13" name="line-8">
            <a:extLst xmlns:a="http://schemas.openxmlformats.org/drawingml/2006/main">
              <a:ext uri="{FF2B5EF4-FFF2-40B4-BE49-F238E27FC236}">
                <a16:creationId xmlns:a16="http://schemas.microsoft.com/office/drawing/2014/main" id="{9C9E8EA3-A8EF-4BAC-871C-DE3BDC858956}"/>
              </a:ext>
            </a:extLst>
          </p:cNvPr>
          <p:cNvSpPr>
            <a:spLocks xmlns:a="http://schemas.openxmlformats.org/drawingml/2006/main" noGrp="1"/>
          </p:cNvSpPr>
          <p:nvPr/>
        </p:nvSpPr>
        <p:spPr>
          <a:xfrm xmlns:a="http://schemas.openxmlformats.org/drawingml/2006/main" flipV="0">
            <a:off x="7870825" y="1852613"/>
            <a:ext cx="180975"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4" name="line-8">
            <a:extLst xmlns:a="http://schemas.openxmlformats.org/drawingml/2006/main">
              <a:ext uri="{FF2B5EF4-FFF2-40B4-BE49-F238E27FC236}">
                <a16:creationId xmlns:a16="http://schemas.microsoft.com/office/drawing/2014/main" id="{80A346B8-740F-4FB6-80A0-BFD7943E5BBA}"/>
              </a:ext>
            </a:extLst>
          </p:cNvPr>
          <p:cNvSpPr>
            <a:spLocks xmlns:a="http://schemas.openxmlformats.org/drawingml/2006/main" noGrp="1"/>
          </p:cNvSpPr>
          <p:nvPr/>
        </p:nvSpPr>
        <p:spPr>
          <a:xfrm xmlns:a="http://schemas.openxmlformats.org/drawingml/2006/main" flipV="1">
            <a:off x="7976569" y="1852613"/>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5" name="line-8">
            <a:extLst xmlns:a="http://schemas.openxmlformats.org/drawingml/2006/main">
              <a:ext uri="{FF2B5EF4-FFF2-40B4-BE49-F238E27FC236}">
                <a16:creationId xmlns:a16="http://schemas.microsoft.com/office/drawing/2014/main" id="{A83892AB-77FD-4743-BF98-853235E593F8}"/>
              </a:ext>
            </a:extLst>
          </p:cNvPr>
          <p:cNvSpPr>
            <a:spLocks xmlns:a="http://schemas.openxmlformats.org/drawingml/2006/main" noGrp="1"/>
          </p:cNvSpPr>
          <p:nvPr/>
        </p:nvSpPr>
        <p:spPr>
          <a:xfrm xmlns:a="http://schemas.openxmlformats.org/drawingml/2006/main" flipV="0">
            <a:off x="7976569" y="1811514"/>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6" name="o15">
            <a:extLst xmlns:a="http://schemas.openxmlformats.org/drawingml/2006/main">
              <a:ext uri="{FF2B5EF4-FFF2-40B4-BE49-F238E27FC236}">
                <a16:creationId xmlns:a16="http://schemas.microsoft.com/office/drawing/2014/main" id="{69924FCD-2DEB-4A23-83CE-49A7AE6C96C6}"/>
              </a:ext>
            </a:extLst>
          </p:cNvPr>
          <p:cNvSpPr>
            <a:spLocks xmlns:a="http://schemas.openxmlformats.org/drawingml/2006/main" noGrp="1"/>
          </p:cNvSpPr>
          <p:nvPr/>
        </p:nvSpPr>
        <p:spPr>
          <a:xfrm xmlns:a="http://schemas.openxmlformats.org/drawingml/2006/main">
            <a:off x="8089900" y="1504950"/>
            <a:ext cx="3492500" cy="695325"/>
          </a:xfrm>
          <a:prstGeom xmlns:a="http://schemas.openxmlformats.org/drawingml/2006/main" prst="roundRect">
            <a:avLst>
              <a:gd name="adj" fmla="val 10959"/>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精确距离／航向检查</a:t>
            </a:r>
          </a:p>
        </p:txBody>
      </p:sp>
      <p:sp>
        <p:nvSpPr>
          <p:cNvPr id="17" name="o16">
            <a:extLst xmlns:a="http://schemas.openxmlformats.org/drawingml/2006/main">
              <a:ext uri="{FF2B5EF4-FFF2-40B4-BE49-F238E27FC236}">
                <a16:creationId xmlns:a16="http://schemas.microsoft.com/office/drawing/2014/main" id="{9B130627-7D41-4B9C-BC60-7F1865985C7D}"/>
              </a:ext>
            </a:extLst>
          </p:cNvPr>
          <p:cNvSpPr>
            <a:spLocks xmlns:a="http://schemas.openxmlformats.org/drawingml/2006/main" noGrp="1"/>
          </p:cNvSpPr>
          <p:nvPr/>
        </p:nvSpPr>
        <p:spPr>
          <a:xfrm xmlns:a="http://schemas.openxmlformats.org/drawingml/2006/main">
            <a:off x="609600" y="2857500"/>
            <a:ext cx="4286250" cy="1714500"/>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18" name="line-10">
            <a:extLst xmlns:a="http://schemas.openxmlformats.org/drawingml/2006/main">
              <a:ext uri="{FF2B5EF4-FFF2-40B4-BE49-F238E27FC236}">
                <a16:creationId xmlns:a16="http://schemas.microsoft.com/office/drawing/2014/main" id="{6D4B4105-3D87-4E30-9622-ACEBDA03E0CF}"/>
              </a:ext>
            </a:extLst>
          </p:cNvPr>
          <p:cNvSpPr>
            <a:spLocks xmlns:a="http://schemas.openxmlformats.org/drawingml/2006/main" noGrp="1"/>
          </p:cNvSpPr>
          <p:nvPr/>
        </p:nvSpPr>
        <p:spPr>
          <a:xfrm xmlns:a="http://schemas.openxmlformats.org/drawingml/2006/main" flipV="0">
            <a:off x="609600" y="2857500"/>
            <a:ext cx="4286250" cy="953"/>
          </a:xfrm>
          <a:prstGeom xmlns:a="http://schemas.openxmlformats.org/drawingml/2006/main" prst="line">
            <a:avLst/>
          </a:prstGeom>
          <a:noFill xmlns:a="http://schemas.openxmlformats.org/drawingml/2006/main"/>
          <a:ln xmlns:a="http://schemas.openxmlformats.org/drawingml/2006/main" w="28575">
            <a:solidFill>
              <a:srgbClr val="32668E"/>
            </a:solidFill>
            <a:prstDash val="solid"/>
          </a:ln>
        </p:spPr>
      </p:sp>
      <p:sp>
        <p:nvSpPr>
          <p:cNvPr id="19" name="o18">
            <a:extLst xmlns:a="http://schemas.openxmlformats.org/drawingml/2006/main">
              <a:ext uri="{FF2B5EF4-FFF2-40B4-BE49-F238E27FC236}">
                <a16:creationId xmlns:a16="http://schemas.microsoft.com/office/drawing/2014/main" id="{EB3B0AAF-CA7E-4641-97E5-0B4DBD641DF5}"/>
              </a:ext>
            </a:extLst>
          </p:cNvPr>
          <p:cNvSpPr>
            <a:spLocks xmlns:a="http://schemas.openxmlformats.org/drawingml/2006/main" noGrp="1"/>
          </p:cNvSpPr>
          <p:nvPr/>
        </p:nvSpPr>
        <p:spPr>
          <a:xfrm xmlns:a="http://schemas.openxmlformats.org/drawingml/2006/main">
            <a:off x="762000" y="2952750"/>
            <a:ext cx="3981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32668E"/>
                </a:solidFill>
                <a:latin typeface="Noto Sans SC"/>
                <a:ea typeface="Noto Sans SC"/>
                <a:cs typeface="Noto Sans SC"/>
              </a:defRPr>
            </a:defPPr>
            <a:lvl1pPr algn="l">
              <a:defRPr sz="1800" b="1">
                <a:solidFill>
                  <a:srgbClr val="32668E"/>
                </a:solidFill>
                <a:latin typeface="Noto Sans SC"/>
                <a:ea typeface="Noto Sans SC"/>
                <a:cs typeface="Noto Sans SC"/>
              </a:defRPr>
            </a:lvl1pPr>
            <a:lvl2pPr algn="l">
              <a:defRPr sz="1800" b="1">
                <a:solidFill>
                  <a:srgbClr val="32668E"/>
                </a:solidFill>
                <a:latin typeface="Noto Sans SC"/>
                <a:ea typeface="Noto Sans SC"/>
                <a:cs typeface="Noto Sans SC"/>
              </a:defRPr>
            </a:lvl2pPr>
            <a:lvl3pPr algn="l">
              <a:defRPr sz="1800" b="1">
                <a:solidFill>
                  <a:srgbClr val="32668E"/>
                </a:solidFill>
                <a:latin typeface="Noto Sans SC"/>
                <a:ea typeface="Noto Sans SC"/>
                <a:cs typeface="Noto Sans SC"/>
              </a:defRPr>
            </a:lvl3pPr>
            <a:lvl4pPr algn="l">
              <a:defRPr sz="1800" b="1">
                <a:solidFill>
                  <a:srgbClr val="32668E"/>
                </a:solidFill>
                <a:latin typeface="Noto Sans SC"/>
                <a:ea typeface="Noto Sans SC"/>
                <a:cs typeface="Noto Sans SC"/>
              </a:defRPr>
            </a:lvl4pPr>
            <a:lvl5pPr algn="l">
              <a:defRPr sz="1800" b="1">
                <a:solidFill>
                  <a:srgbClr val="32668E"/>
                </a:solidFill>
                <a:latin typeface="Noto Sans SC"/>
                <a:ea typeface="Noto Sans SC"/>
                <a:cs typeface="Noto Sans SC"/>
              </a:defRPr>
            </a:lvl5pPr>
            <a:lvl6pPr algn="l">
              <a:defRPr sz="1800" b="1">
                <a:solidFill>
                  <a:srgbClr val="32668E"/>
                </a:solidFill>
                <a:latin typeface="Noto Sans SC"/>
                <a:ea typeface="Noto Sans SC"/>
                <a:cs typeface="Noto Sans SC"/>
              </a:defRPr>
            </a:lvl6pPr>
            <a:lvl7pPr algn="l">
              <a:defRPr sz="1800" b="1">
                <a:solidFill>
                  <a:srgbClr val="32668E"/>
                </a:solidFill>
                <a:latin typeface="Noto Sans SC"/>
                <a:ea typeface="Noto Sans SC"/>
                <a:cs typeface="Noto Sans SC"/>
              </a:defRPr>
            </a:lvl7pPr>
            <a:lvl8pPr algn="l">
              <a:defRPr sz="1800" b="1">
                <a:solidFill>
                  <a:srgbClr val="32668E"/>
                </a:solidFill>
                <a:latin typeface="Noto Sans SC"/>
                <a:ea typeface="Noto Sans SC"/>
                <a:cs typeface="Noto Sans SC"/>
              </a:defRPr>
            </a:lvl8pPr>
            <a:lvl9pPr algn="l">
              <a:defRPr sz="1800" b="1">
                <a:solidFill>
                  <a:srgbClr val="32668E"/>
                </a:solidFill>
                <a:latin typeface="Noto Sans SC"/>
                <a:ea typeface="Noto Sans SC"/>
                <a:cs typeface="Noto Sans SC"/>
              </a:defRPr>
            </a:lvl9pPr>
          </a:lstStyle>
          <a:p xmlns:a="http://schemas.openxmlformats.org/drawingml/2006/main">
            <a:pPr algn="l">
              <a:defRPr sz="1800" b="1">
                <a:solidFill>
                  <a:srgbClr val="32668E"/>
                </a:solidFill>
                <a:latin typeface="Noto Sans SC"/>
                <a:ea typeface="Noto Sans SC"/>
                <a:cs typeface="Noto Sans SC"/>
              </a:defRPr>
            </a:pPr>
            <a:r>
              <a:rPr sz="1800" b="1">
                <a:solidFill>
                  <a:srgbClr val="32668E"/>
                </a:solidFill>
                <a:latin typeface="Noto Sans SC"/>
                <a:ea typeface="Noto Sans SC"/>
                <a:cs typeface="Noto Sans SC"/>
              </a:rPr>
              <a:t>为何布局影响收益</a:t>
            </a:r>
          </a:p>
        </p:txBody>
      </p:sp>
      <p:sp>
        <p:nvSpPr>
          <p:cNvPr id="20" name="o19">
            <a:extLst xmlns:a="http://schemas.openxmlformats.org/drawingml/2006/main">
              <a:ext uri="{FF2B5EF4-FFF2-40B4-BE49-F238E27FC236}">
                <a16:creationId xmlns:a16="http://schemas.microsoft.com/office/drawing/2014/main" id="{D86DBF62-E71D-4D00-9C64-55CA796DA724}"/>
              </a:ext>
            </a:extLst>
          </p:cNvPr>
          <p:cNvSpPr>
            <a:spLocks xmlns:a="http://schemas.openxmlformats.org/drawingml/2006/main" noGrp="1"/>
          </p:cNvSpPr>
          <p:nvPr/>
        </p:nvSpPr>
        <p:spPr>
          <a:xfrm xmlns:a="http://schemas.openxmlformats.org/drawingml/2006/main">
            <a:off x="762000" y="3409950"/>
            <a:ext cx="39814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46536A"/>
                </a:solidFill>
                <a:latin typeface="Noto Sans SC"/>
                <a:ea typeface="Noto Sans SC"/>
                <a:cs typeface="Noto Sans SC"/>
              </a:defRPr>
            </a:defPPr>
            <a:lvl1pPr algn="l">
              <a:defRPr sz="1575" b="0">
                <a:solidFill>
                  <a:srgbClr val="46536A"/>
                </a:solidFill>
                <a:latin typeface="Noto Sans SC"/>
                <a:ea typeface="Noto Sans SC"/>
                <a:cs typeface="Noto Sans SC"/>
              </a:defRPr>
            </a:lvl1pPr>
            <a:lvl2pPr algn="l">
              <a:defRPr sz="1575" b="0">
                <a:solidFill>
                  <a:srgbClr val="46536A"/>
                </a:solidFill>
                <a:latin typeface="Noto Sans SC"/>
                <a:ea typeface="Noto Sans SC"/>
                <a:cs typeface="Noto Sans SC"/>
              </a:defRPr>
            </a:lvl2pPr>
            <a:lvl3pPr algn="l">
              <a:defRPr sz="1575" b="0">
                <a:solidFill>
                  <a:srgbClr val="46536A"/>
                </a:solidFill>
                <a:latin typeface="Noto Sans SC"/>
                <a:ea typeface="Noto Sans SC"/>
                <a:cs typeface="Noto Sans SC"/>
              </a:defRPr>
            </a:lvl3pPr>
            <a:lvl4pPr algn="l">
              <a:defRPr sz="1575" b="0">
                <a:solidFill>
                  <a:srgbClr val="46536A"/>
                </a:solidFill>
                <a:latin typeface="Noto Sans SC"/>
                <a:ea typeface="Noto Sans SC"/>
                <a:cs typeface="Noto Sans SC"/>
              </a:defRPr>
            </a:lvl4pPr>
            <a:lvl5pPr algn="l">
              <a:defRPr sz="1575" b="0">
                <a:solidFill>
                  <a:srgbClr val="46536A"/>
                </a:solidFill>
                <a:latin typeface="Noto Sans SC"/>
                <a:ea typeface="Noto Sans SC"/>
                <a:cs typeface="Noto Sans SC"/>
              </a:defRPr>
            </a:lvl5pPr>
            <a:lvl6pPr algn="l">
              <a:defRPr sz="1575" b="0">
                <a:solidFill>
                  <a:srgbClr val="46536A"/>
                </a:solidFill>
                <a:latin typeface="Noto Sans SC"/>
                <a:ea typeface="Noto Sans SC"/>
                <a:cs typeface="Noto Sans SC"/>
              </a:defRPr>
            </a:lvl6pPr>
            <a:lvl7pPr algn="l">
              <a:defRPr sz="1575" b="0">
                <a:solidFill>
                  <a:srgbClr val="46536A"/>
                </a:solidFill>
                <a:latin typeface="Noto Sans SC"/>
                <a:ea typeface="Noto Sans SC"/>
                <a:cs typeface="Noto Sans SC"/>
              </a:defRPr>
            </a:lvl7pPr>
            <a:lvl8pPr algn="l">
              <a:defRPr sz="1575" b="0">
                <a:solidFill>
                  <a:srgbClr val="46536A"/>
                </a:solidFill>
                <a:latin typeface="Noto Sans SC"/>
                <a:ea typeface="Noto Sans SC"/>
                <a:cs typeface="Noto Sans SC"/>
              </a:defRPr>
            </a:lvl8pPr>
            <a:lvl9pPr algn="l">
              <a:defRPr sz="1575" b="0">
                <a:solidFill>
                  <a:srgbClr val="46536A"/>
                </a:solidFill>
                <a:latin typeface="Noto Sans SC"/>
                <a:ea typeface="Noto Sans SC"/>
                <a:cs typeface="Noto Sans SC"/>
              </a:defRPr>
            </a:lvl9pPr>
          </a:lstStyle>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分散：大部分点对被排除</a:t>
            </a:r>
          </a:p>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密集：大量候选仍需精查</a:t>
            </a:r>
          </a:p>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超过 10 个目标才使用该路径</a:t>
            </a:r>
          </a:p>
        </p:txBody>
      </p:sp>
      <p:sp>
        <p:nvSpPr>
          <p:cNvPr id="21" name="o20">
            <a:extLst xmlns:a="http://schemas.openxmlformats.org/drawingml/2006/main">
              <a:ext uri="{FF2B5EF4-FFF2-40B4-BE49-F238E27FC236}">
                <a16:creationId xmlns:a16="http://schemas.microsoft.com/office/drawing/2014/main" id="{053C826E-8BED-4526-8BC6-236670D9B772}"/>
              </a:ext>
            </a:extLst>
          </p:cNvPr>
          <p:cNvSpPr>
            <a:spLocks xmlns:a="http://schemas.openxmlformats.org/drawingml/2006/main" noGrp="1"/>
          </p:cNvSpPr>
          <p:nvPr/>
        </p:nvSpPr>
        <p:spPr>
          <a:xfrm xmlns:a="http://schemas.openxmlformats.org/drawingml/2006/main">
            <a:off x="609600" y="4886325"/>
            <a:ext cx="4286250" cy="1028700"/>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22" name="line-13">
            <a:extLst xmlns:a="http://schemas.openxmlformats.org/drawingml/2006/main">
              <a:ext uri="{FF2B5EF4-FFF2-40B4-BE49-F238E27FC236}">
                <a16:creationId xmlns:a16="http://schemas.microsoft.com/office/drawing/2014/main" id="{9AB94AEE-800B-4F2B-9589-A9D0ADF00A1E}"/>
              </a:ext>
            </a:extLst>
          </p:cNvPr>
          <p:cNvSpPr>
            <a:spLocks xmlns:a="http://schemas.openxmlformats.org/drawingml/2006/main" noGrp="1"/>
          </p:cNvSpPr>
          <p:nvPr/>
        </p:nvSpPr>
        <p:spPr>
          <a:xfrm xmlns:a="http://schemas.openxmlformats.org/drawingml/2006/main" flipV="0">
            <a:off x="609600" y="4886325"/>
            <a:ext cx="4286250" cy="953"/>
          </a:xfrm>
          <a:prstGeom xmlns:a="http://schemas.openxmlformats.org/drawingml/2006/main" prst="line">
            <a:avLst/>
          </a:prstGeom>
          <a:noFill xmlns:a="http://schemas.openxmlformats.org/drawingml/2006/main"/>
          <a:ln xmlns:a="http://schemas.openxmlformats.org/drawingml/2006/main" w="28575">
            <a:solidFill>
              <a:srgbClr val="B85A1E"/>
            </a:solidFill>
            <a:prstDash val="solid"/>
          </a:ln>
        </p:spPr>
      </p:sp>
      <p:sp>
        <p:nvSpPr>
          <p:cNvPr id="23" name="o22">
            <a:extLst xmlns:a="http://schemas.openxmlformats.org/drawingml/2006/main">
              <a:ext uri="{FF2B5EF4-FFF2-40B4-BE49-F238E27FC236}">
                <a16:creationId xmlns:a16="http://schemas.microsoft.com/office/drawing/2014/main" id="{8344EBFD-8BDC-4B1D-91E6-E54C01114072}"/>
              </a:ext>
            </a:extLst>
          </p:cNvPr>
          <p:cNvSpPr>
            <a:spLocks xmlns:a="http://schemas.openxmlformats.org/drawingml/2006/main" noGrp="1"/>
          </p:cNvSpPr>
          <p:nvPr/>
        </p:nvSpPr>
        <p:spPr>
          <a:xfrm xmlns:a="http://schemas.openxmlformats.org/drawingml/2006/main">
            <a:off x="762000" y="4981575"/>
            <a:ext cx="3981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B85A1E"/>
                </a:solidFill>
                <a:latin typeface="Noto Sans SC"/>
                <a:ea typeface="Noto Sans SC"/>
                <a:cs typeface="Noto Sans SC"/>
              </a:defRPr>
            </a:defPPr>
            <a:lvl1pPr algn="l">
              <a:defRPr sz="1650" b="1">
                <a:solidFill>
                  <a:srgbClr val="B85A1E"/>
                </a:solidFill>
                <a:latin typeface="Noto Sans SC"/>
                <a:ea typeface="Noto Sans SC"/>
                <a:cs typeface="Noto Sans SC"/>
              </a:defRPr>
            </a:lvl1pPr>
            <a:lvl2pPr algn="l">
              <a:defRPr sz="1650" b="1">
                <a:solidFill>
                  <a:srgbClr val="B85A1E"/>
                </a:solidFill>
                <a:latin typeface="Noto Sans SC"/>
                <a:ea typeface="Noto Sans SC"/>
                <a:cs typeface="Noto Sans SC"/>
              </a:defRPr>
            </a:lvl2pPr>
            <a:lvl3pPr algn="l">
              <a:defRPr sz="1650" b="1">
                <a:solidFill>
                  <a:srgbClr val="B85A1E"/>
                </a:solidFill>
                <a:latin typeface="Noto Sans SC"/>
                <a:ea typeface="Noto Sans SC"/>
                <a:cs typeface="Noto Sans SC"/>
              </a:defRPr>
            </a:lvl3pPr>
            <a:lvl4pPr algn="l">
              <a:defRPr sz="1650" b="1">
                <a:solidFill>
                  <a:srgbClr val="B85A1E"/>
                </a:solidFill>
                <a:latin typeface="Noto Sans SC"/>
                <a:ea typeface="Noto Sans SC"/>
                <a:cs typeface="Noto Sans SC"/>
              </a:defRPr>
            </a:lvl4pPr>
            <a:lvl5pPr algn="l">
              <a:defRPr sz="1650" b="1">
                <a:solidFill>
                  <a:srgbClr val="B85A1E"/>
                </a:solidFill>
                <a:latin typeface="Noto Sans SC"/>
                <a:ea typeface="Noto Sans SC"/>
                <a:cs typeface="Noto Sans SC"/>
              </a:defRPr>
            </a:lvl5pPr>
            <a:lvl6pPr algn="l">
              <a:defRPr sz="1650" b="1">
                <a:solidFill>
                  <a:srgbClr val="B85A1E"/>
                </a:solidFill>
                <a:latin typeface="Noto Sans SC"/>
                <a:ea typeface="Noto Sans SC"/>
                <a:cs typeface="Noto Sans SC"/>
              </a:defRPr>
            </a:lvl6pPr>
            <a:lvl7pPr algn="l">
              <a:defRPr sz="1650" b="1">
                <a:solidFill>
                  <a:srgbClr val="B85A1E"/>
                </a:solidFill>
                <a:latin typeface="Noto Sans SC"/>
                <a:ea typeface="Noto Sans SC"/>
                <a:cs typeface="Noto Sans SC"/>
              </a:defRPr>
            </a:lvl7pPr>
            <a:lvl8pPr algn="l">
              <a:defRPr sz="1650" b="1">
                <a:solidFill>
                  <a:srgbClr val="B85A1E"/>
                </a:solidFill>
                <a:latin typeface="Noto Sans SC"/>
                <a:ea typeface="Noto Sans SC"/>
                <a:cs typeface="Noto Sans SC"/>
              </a:defRPr>
            </a:lvl8pPr>
            <a:lvl9pPr algn="l">
              <a:defRPr sz="1650" b="1">
                <a:solidFill>
                  <a:srgbClr val="B85A1E"/>
                </a:solidFill>
                <a:latin typeface="Noto Sans SC"/>
                <a:ea typeface="Noto Sans SC"/>
                <a:cs typeface="Noto Sans SC"/>
              </a:defRPr>
            </a:lvl9pPr>
          </a:lstStyle>
          <a:p xmlns:a="http://schemas.openxmlformats.org/drawingml/2006/main">
            <a:pPr algn="l">
              <a:defRPr sz="1650" b="1">
                <a:solidFill>
                  <a:srgbClr val="B85A1E"/>
                </a:solidFill>
                <a:latin typeface="Noto Sans SC"/>
                <a:ea typeface="Noto Sans SC"/>
                <a:cs typeface="Noto Sans SC"/>
              </a:defRPr>
            </a:pPr>
            <a:r>
              <a:rPr sz="1650" b="1">
                <a:solidFill>
                  <a:srgbClr val="B85A1E"/>
                </a:solidFill>
                <a:latin typeface="Noto Sans SC"/>
                <a:ea typeface="Noto Sans SC"/>
                <a:cs typeface="Noto Sans SC"/>
              </a:rPr>
              <a:t>一致性与测量范围</a:t>
            </a:r>
          </a:p>
        </p:txBody>
      </p:sp>
      <p:sp>
        <p:nvSpPr>
          <p:cNvPr id="24" name="o23">
            <a:extLst xmlns:a="http://schemas.openxmlformats.org/drawingml/2006/main">
              <a:ext uri="{FF2B5EF4-FFF2-40B4-BE49-F238E27FC236}">
                <a16:creationId xmlns:a16="http://schemas.microsoft.com/office/drawing/2014/main" id="{655A83E5-7483-47A4-B041-EFDEDC26C765}"/>
              </a:ext>
            </a:extLst>
          </p:cNvPr>
          <p:cNvSpPr>
            <a:spLocks xmlns:a="http://schemas.openxmlformats.org/drawingml/2006/main" noGrp="1"/>
          </p:cNvSpPr>
          <p:nvPr/>
        </p:nvSpPr>
        <p:spPr>
          <a:xfrm xmlns:a="http://schemas.openxmlformats.org/drawingml/2006/main">
            <a:off x="762000" y="5334000"/>
            <a:ext cx="39814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36A"/>
                </a:solidFill>
                <a:latin typeface="Noto Sans SC"/>
                <a:ea typeface="Noto Sans SC"/>
                <a:cs typeface="Noto Sans SC"/>
              </a:defRPr>
            </a:defPPr>
            <a:lvl1pPr algn="l">
              <a:defRPr sz="1425" b="0">
                <a:solidFill>
                  <a:srgbClr val="46536A"/>
                </a:solidFill>
                <a:latin typeface="Noto Sans SC"/>
                <a:ea typeface="Noto Sans SC"/>
                <a:cs typeface="Noto Sans SC"/>
              </a:defRPr>
            </a:lvl1pPr>
            <a:lvl2pPr algn="l">
              <a:defRPr sz="1425" b="0">
                <a:solidFill>
                  <a:srgbClr val="46536A"/>
                </a:solidFill>
                <a:latin typeface="Noto Sans SC"/>
                <a:ea typeface="Noto Sans SC"/>
                <a:cs typeface="Noto Sans SC"/>
              </a:defRPr>
            </a:lvl2pPr>
            <a:lvl3pPr algn="l">
              <a:defRPr sz="1425" b="0">
                <a:solidFill>
                  <a:srgbClr val="46536A"/>
                </a:solidFill>
                <a:latin typeface="Noto Sans SC"/>
                <a:ea typeface="Noto Sans SC"/>
                <a:cs typeface="Noto Sans SC"/>
              </a:defRPr>
            </a:lvl3pPr>
            <a:lvl4pPr algn="l">
              <a:defRPr sz="1425" b="0">
                <a:solidFill>
                  <a:srgbClr val="46536A"/>
                </a:solidFill>
                <a:latin typeface="Noto Sans SC"/>
                <a:ea typeface="Noto Sans SC"/>
                <a:cs typeface="Noto Sans SC"/>
              </a:defRPr>
            </a:lvl4pPr>
            <a:lvl5pPr algn="l">
              <a:defRPr sz="1425" b="0">
                <a:solidFill>
                  <a:srgbClr val="46536A"/>
                </a:solidFill>
                <a:latin typeface="Noto Sans SC"/>
                <a:ea typeface="Noto Sans SC"/>
                <a:cs typeface="Noto Sans SC"/>
              </a:defRPr>
            </a:lvl5pPr>
            <a:lvl6pPr algn="l">
              <a:defRPr sz="1425" b="0">
                <a:solidFill>
                  <a:srgbClr val="46536A"/>
                </a:solidFill>
                <a:latin typeface="Noto Sans SC"/>
                <a:ea typeface="Noto Sans SC"/>
                <a:cs typeface="Noto Sans SC"/>
              </a:defRPr>
            </a:lvl6pPr>
            <a:lvl7pPr algn="l">
              <a:defRPr sz="1425" b="0">
                <a:solidFill>
                  <a:srgbClr val="46536A"/>
                </a:solidFill>
                <a:latin typeface="Noto Sans SC"/>
                <a:ea typeface="Noto Sans SC"/>
                <a:cs typeface="Noto Sans SC"/>
              </a:defRPr>
            </a:lvl7pPr>
            <a:lvl8pPr algn="l">
              <a:defRPr sz="1425" b="0">
                <a:solidFill>
                  <a:srgbClr val="46536A"/>
                </a:solidFill>
                <a:latin typeface="Noto Sans SC"/>
                <a:ea typeface="Noto Sans SC"/>
                <a:cs typeface="Noto Sans SC"/>
              </a:defRPr>
            </a:lvl8pPr>
            <a:lvl9pPr algn="l">
              <a:defRPr sz="1425" b="0">
                <a:solidFill>
                  <a:srgbClr val="46536A"/>
                </a:solidFill>
                <a:latin typeface="Noto Sans SC"/>
                <a:ea typeface="Noto Sans SC"/>
                <a:cs typeface="Noto Sans SC"/>
              </a:defRPr>
            </a:lvl9pPr>
          </a:lstStyle>
          <a:p xmlns:a="http://schemas.openxmlformats.org/drawingml/2006/main">
            <a:pPr algn="l">
              <a:defRPr sz="1425" b="0">
                <a:solidFill>
                  <a:srgbClr val="46536A"/>
                </a:solidFill>
                <a:latin typeface="Noto Sans SC"/>
                <a:ea typeface="Noto Sans SC"/>
                <a:cs typeface="Noto Sans SC"/>
              </a:defRPr>
            </a:pPr>
            <a:r>
              <a:rPr sz="1425" b="0">
                <a:solidFill>
                  <a:srgbClr val="46536A"/>
                </a:solidFill>
                <a:latin typeface="Noto Sans SC"/>
                <a:ea typeface="Noto Sans SC"/>
                <a:cs typeface="Noto Sans SC"/>
              </a:rPr>
              <a:t>3 个种子成员集合一致</a:t>
            </a:r>
          </a:p>
          <a:p xmlns:a="http://schemas.openxmlformats.org/drawingml/2006/main">
            <a:pPr algn="l">
              <a:defRPr sz="1425" b="0">
                <a:solidFill>
                  <a:srgbClr val="46536A"/>
                </a:solidFill>
                <a:latin typeface="Noto Sans SC"/>
                <a:ea typeface="Noto Sans SC"/>
                <a:cs typeface="Noto Sans SC"/>
              </a:defRPr>
            </a:pPr>
            <a:r>
              <a:rPr sz="1425" b="0">
                <a:solidFill>
                  <a:srgbClr val="46536A"/>
                </a:solidFill>
                <a:latin typeface="Noto Sans SC"/>
                <a:ea typeface="Noto Sans SC"/>
                <a:cs typeface="Noto Sans SC"/>
              </a:rPr>
              <a:t>隔离后续评估；含 ID 与排序</a:t>
            </a:r>
          </a:p>
        </p:txBody>
      </p:sp>
      <p:graphicFrame>
        <p:nvGraphicFramePr>
          <p:cNvPr id="25" name="Chart">
            <a:extLst xmlns:a="http://schemas.openxmlformats.org/drawingml/2006/main">
              <a:ext uri="{FF2B5EF4-FFF2-40B4-BE49-F238E27FC236}">
                <a16:creationId xmlns:a16="http://schemas.microsoft.com/office/drawing/2014/main" id="{F16F6EF5-7B5D-44E9-9281-1300729045E2}"/>
              </a:ext>
            </a:extLst>
          </p:cNvPr>
          <p:cNvGraphicFramePr/>
          <p:nvPr/>
        </p:nvGraphicFramePr>
        <p:xfrm>
          <a:off xmlns:a="http://schemas.openxmlformats.org/drawingml/2006/main" x="5381625" y="2619375"/>
          <a:ext xmlns:a="http://schemas.openxmlformats.org/drawingml/2006/main" cx="6200775" cy="3095625"/>
        </p:xfrm>
        <a:graphic xmlns:a="http://schemas.openxmlformats.org/drawingml/2006/main">
          <a:graphicData uri="http://schemas.openxmlformats.org/drawingml/2006/chart">
            <c:chart xmlns:r="http://schemas.openxmlformats.org/officeDocument/2006/relationships" xmlns:c="http://schemas.openxmlformats.org/drawingml/2006/chart" r:id="R820dd414a9e245a9"/>
          </a:graphicData>
        </a:graphic>
      </p:graphicFrame>
    </p:spTree>
    <p:extLst>
      <p:ext uri="{BB962C8B-B14F-4D97-AF65-F5344CB8AC3E}">
        <p14:creationId xmlns:p14="http://schemas.microsoft.com/office/powerpoint/2010/main" val="1421102662"/>
      </p:ext>
    </p:extLst>
  </p:cSld>
</p:sld>
</file>

<file path=ppt/slides/slide14.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47" name="o0">
            <a:extLst xmlns:a="http://schemas.openxmlformats.org/drawingml/2006/main">
              <a:ext uri="{FF2B5EF4-FFF2-40B4-BE49-F238E27FC236}">
                <a16:creationId xmlns:a16="http://schemas.microsoft.com/office/drawing/2014/main" id="{1EF4748D-7B75-489C-AEF3-2A8B01953A1C}"/>
              </a:ext>
            </a:extLst>
          </p:cNvPr>
          <p:cNvSpPr>
            <a:spLocks xmlns:a="http://schemas.openxmlformats.org/drawingml/2006/main" noGrp="1"/>
          </p:cNvSpPr>
          <p:nvPr/>
        </p:nvSpPr>
        <p:spPr>
          <a:xfrm xmlns:a="http://schemas.openxmlformats.org/drawingml/2006/main">
            <a:off x="609600" y="219075"/>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B85A1E"/>
                </a:solidFill>
                <a:latin typeface="Noto Sans SC"/>
                <a:ea typeface="Noto Sans SC"/>
                <a:cs typeface="Noto Sans SC"/>
              </a:defRPr>
            </a:defPPr>
            <a:lvl1pPr algn="l">
              <a:defRPr sz="1275" b="1">
                <a:solidFill>
                  <a:srgbClr val="B85A1E"/>
                </a:solidFill>
                <a:latin typeface="Noto Sans SC"/>
                <a:ea typeface="Noto Sans SC"/>
                <a:cs typeface="Noto Sans SC"/>
              </a:defRPr>
            </a:lvl1pPr>
            <a:lvl2pPr algn="l">
              <a:defRPr sz="1275" b="1">
                <a:solidFill>
                  <a:srgbClr val="B85A1E"/>
                </a:solidFill>
                <a:latin typeface="Noto Sans SC"/>
                <a:ea typeface="Noto Sans SC"/>
                <a:cs typeface="Noto Sans SC"/>
              </a:defRPr>
            </a:lvl2pPr>
            <a:lvl3pPr algn="l">
              <a:defRPr sz="1275" b="1">
                <a:solidFill>
                  <a:srgbClr val="B85A1E"/>
                </a:solidFill>
                <a:latin typeface="Noto Sans SC"/>
                <a:ea typeface="Noto Sans SC"/>
                <a:cs typeface="Noto Sans SC"/>
              </a:defRPr>
            </a:lvl3pPr>
            <a:lvl4pPr algn="l">
              <a:defRPr sz="1275" b="1">
                <a:solidFill>
                  <a:srgbClr val="B85A1E"/>
                </a:solidFill>
                <a:latin typeface="Noto Sans SC"/>
                <a:ea typeface="Noto Sans SC"/>
                <a:cs typeface="Noto Sans SC"/>
              </a:defRPr>
            </a:lvl4pPr>
            <a:lvl5pPr algn="l">
              <a:defRPr sz="1275" b="1">
                <a:solidFill>
                  <a:srgbClr val="B85A1E"/>
                </a:solidFill>
                <a:latin typeface="Noto Sans SC"/>
                <a:ea typeface="Noto Sans SC"/>
                <a:cs typeface="Noto Sans SC"/>
              </a:defRPr>
            </a:lvl5pPr>
            <a:lvl6pPr algn="l">
              <a:defRPr sz="1275" b="1">
                <a:solidFill>
                  <a:srgbClr val="B85A1E"/>
                </a:solidFill>
                <a:latin typeface="Noto Sans SC"/>
                <a:ea typeface="Noto Sans SC"/>
                <a:cs typeface="Noto Sans SC"/>
              </a:defRPr>
            </a:lvl6pPr>
            <a:lvl7pPr algn="l">
              <a:defRPr sz="1275" b="1">
                <a:solidFill>
                  <a:srgbClr val="B85A1E"/>
                </a:solidFill>
                <a:latin typeface="Noto Sans SC"/>
                <a:ea typeface="Noto Sans SC"/>
                <a:cs typeface="Noto Sans SC"/>
              </a:defRPr>
            </a:lvl7pPr>
            <a:lvl8pPr algn="l">
              <a:defRPr sz="1275" b="1">
                <a:solidFill>
                  <a:srgbClr val="B85A1E"/>
                </a:solidFill>
                <a:latin typeface="Noto Sans SC"/>
                <a:ea typeface="Noto Sans SC"/>
                <a:cs typeface="Noto Sans SC"/>
              </a:defRPr>
            </a:lvl8pPr>
            <a:lvl9pPr algn="l">
              <a:defRPr sz="1275" b="1">
                <a:solidFill>
                  <a:srgbClr val="B85A1E"/>
                </a:solidFill>
                <a:latin typeface="Noto Sans SC"/>
                <a:ea typeface="Noto Sans SC"/>
                <a:cs typeface="Noto Sans SC"/>
              </a:defRPr>
            </a:lvl9pPr>
          </a:lstStyle>
          <a:p xmlns:a="http://schemas.openxmlformats.org/drawingml/2006/main">
            <a:pPr algn="l">
              <a:defRPr sz="1275" b="1">
                <a:solidFill>
                  <a:srgbClr val="B85A1E"/>
                </a:solidFill>
                <a:latin typeface="Noto Sans SC"/>
                <a:ea typeface="Noto Sans SC"/>
                <a:cs typeface="Noto Sans SC"/>
              </a:defRPr>
            </a:pPr>
            <a:r>
              <a:rPr sz="1275" b="1">
                <a:solidFill>
                  <a:srgbClr val="B85A1E"/>
                </a:solidFill>
                <a:latin typeface="Noto Sans SC"/>
                <a:ea typeface="Noto Sans SC"/>
                <a:cs typeface="Noto Sans SC"/>
              </a:rPr>
              <a:t>队形 · 输入构造</a:t>
            </a:r>
          </a:p>
        </p:txBody>
      </p:sp>
      <p:sp>
        <p:nvSpPr>
          <p:cNvPr id="2" name="o1">
            <a:extLst xmlns:a="http://schemas.openxmlformats.org/drawingml/2006/main">
              <a:ext uri="{FF2B5EF4-FFF2-40B4-BE49-F238E27FC236}">
                <a16:creationId xmlns:a16="http://schemas.microsoft.com/office/drawing/2014/main" id="{46E7E476-83B7-4EDE-AAEF-B9AF8A227AB6}"/>
              </a:ext>
            </a:extLst>
          </p:cNvPr>
          <p:cNvSpPr>
            <a:spLocks xmlns:a="http://schemas.openxmlformats.org/drawingml/2006/main" noGrp="1"/>
          </p:cNvSpPr>
          <p:nvPr/>
        </p:nvSpPr>
        <p:spPr>
          <a:xfrm xmlns:a="http://schemas.openxmlformats.org/drawingml/2006/main">
            <a:off x="609600" y="6000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700" b="1">
                <a:solidFill>
                  <a:srgbClr val="16243A"/>
                </a:solidFill>
                <a:latin typeface="Noto Serif SC"/>
                <a:ea typeface="Noto Serif SC"/>
                <a:cs typeface="Noto Serif SC"/>
              </a:defRPr>
            </a:defPPr>
            <a:lvl1pPr algn="l">
              <a:defRPr sz="2700" b="1">
                <a:solidFill>
                  <a:srgbClr val="16243A"/>
                </a:solidFill>
                <a:latin typeface="Noto Serif SC"/>
                <a:ea typeface="Noto Serif SC"/>
                <a:cs typeface="Noto Serif SC"/>
              </a:defRPr>
            </a:lvl1pPr>
            <a:lvl2pPr algn="l">
              <a:defRPr sz="2700" b="1">
                <a:solidFill>
                  <a:srgbClr val="16243A"/>
                </a:solidFill>
                <a:latin typeface="Noto Serif SC"/>
                <a:ea typeface="Noto Serif SC"/>
                <a:cs typeface="Noto Serif SC"/>
              </a:defRPr>
            </a:lvl2pPr>
            <a:lvl3pPr algn="l">
              <a:defRPr sz="2700" b="1">
                <a:solidFill>
                  <a:srgbClr val="16243A"/>
                </a:solidFill>
                <a:latin typeface="Noto Serif SC"/>
                <a:ea typeface="Noto Serif SC"/>
                <a:cs typeface="Noto Serif SC"/>
              </a:defRPr>
            </a:lvl3pPr>
            <a:lvl4pPr algn="l">
              <a:defRPr sz="2700" b="1">
                <a:solidFill>
                  <a:srgbClr val="16243A"/>
                </a:solidFill>
                <a:latin typeface="Noto Serif SC"/>
                <a:ea typeface="Noto Serif SC"/>
                <a:cs typeface="Noto Serif SC"/>
              </a:defRPr>
            </a:lvl4pPr>
            <a:lvl5pPr algn="l">
              <a:defRPr sz="2700" b="1">
                <a:solidFill>
                  <a:srgbClr val="16243A"/>
                </a:solidFill>
                <a:latin typeface="Noto Serif SC"/>
                <a:ea typeface="Noto Serif SC"/>
                <a:cs typeface="Noto Serif SC"/>
              </a:defRPr>
            </a:lvl5pPr>
            <a:lvl6pPr algn="l">
              <a:defRPr sz="2700" b="1">
                <a:solidFill>
                  <a:srgbClr val="16243A"/>
                </a:solidFill>
                <a:latin typeface="Noto Serif SC"/>
                <a:ea typeface="Noto Serif SC"/>
                <a:cs typeface="Noto Serif SC"/>
              </a:defRPr>
            </a:lvl6pPr>
            <a:lvl7pPr algn="l">
              <a:defRPr sz="2700" b="1">
                <a:solidFill>
                  <a:srgbClr val="16243A"/>
                </a:solidFill>
                <a:latin typeface="Noto Serif SC"/>
                <a:ea typeface="Noto Serif SC"/>
                <a:cs typeface="Noto Serif SC"/>
              </a:defRPr>
            </a:lvl7pPr>
            <a:lvl8pPr algn="l">
              <a:defRPr sz="2700" b="1">
                <a:solidFill>
                  <a:srgbClr val="16243A"/>
                </a:solidFill>
                <a:latin typeface="Noto Serif SC"/>
                <a:ea typeface="Noto Serif SC"/>
                <a:cs typeface="Noto Serif SC"/>
              </a:defRPr>
            </a:lvl8pPr>
            <a:lvl9pPr algn="l">
              <a:defRPr sz="2700" b="1">
                <a:solidFill>
                  <a:srgbClr val="16243A"/>
                </a:solidFill>
                <a:latin typeface="Noto Serif SC"/>
                <a:ea typeface="Noto Serif SC"/>
                <a:cs typeface="Noto Serif SC"/>
              </a:defRPr>
            </a:lvl9pPr>
          </a:lstStyle>
          <a:p xmlns:a="http://schemas.openxmlformats.org/drawingml/2006/main">
            <a:pPr algn="l">
              <a:defRPr sz="2700" b="1">
                <a:solidFill>
                  <a:srgbClr val="16243A"/>
                </a:solidFill>
                <a:latin typeface="Noto Serif SC"/>
                <a:ea typeface="Noto Serif SC"/>
                <a:cs typeface="Noto Serif SC"/>
              </a:defRPr>
            </a:pPr>
            <a:r>
              <a:rPr sz="2700" b="1">
                <a:solidFill>
                  <a:srgbClr val="16243A"/>
                </a:solidFill>
                <a:latin typeface="Noto Serif SC"/>
                <a:ea typeface="Noto Serif SC"/>
                <a:cs typeface="Noto Serif SC"/>
              </a:rPr>
              <a:t>群内时间对齐后，将二维点集变为统一坐标</a:t>
            </a:r>
          </a:p>
        </p:txBody>
      </p:sp>
      <p:sp>
        <p:nvSpPr>
          <p:cNvPr id="3" name="line-2">
            <a:extLst xmlns:a="http://schemas.openxmlformats.org/drawingml/2006/main">
              <a:ext uri="{FF2B5EF4-FFF2-40B4-BE49-F238E27FC236}">
                <a16:creationId xmlns:a16="http://schemas.microsoft.com/office/drawing/2014/main" id="{015935CD-972A-4759-A9A5-C58A33F525A9}"/>
              </a:ext>
            </a:extLst>
          </p:cNvPr>
          <p:cNvSpPr>
            <a:spLocks xmlns:a="http://schemas.openxmlformats.org/drawingml/2006/main" noGrp="1"/>
          </p:cNvSpPr>
          <p:nvPr/>
        </p:nvSpPr>
        <p:spPr>
          <a:xfrm xmlns:a="http://schemas.openxmlformats.org/drawingml/2006/main" flipV="0">
            <a:off x="609600" y="1200150"/>
            <a:ext cx="10972800" cy="953"/>
          </a:xfrm>
          <a:prstGeom xmlns:a="http://schemas.openxmlformats.org/drawingml/2006/main" prst="line">
            <a:avLst/>
          </a:prstGeom>
          <a:noFill xmlns:a="http://schemas.openxmlformats.org/drawingml/2006/main"/>
          <a:ln xmlns:a="http://schemas.openxmlformats.org/drawingml/2006/main" w="14288">
            <a:solidFill>
              <a:srgbClr val="D5DAE0"/>
            </a:solidFill>
            <a:prstDash val="solid"/>
          </a:ln>
        </p:spPr>
      </p:sp>
      <p:sp>
        <p:nvSpPr>
          <p:cNvPr id="4" name="o3">
            <a:extLst xmlns:a="http://schemas.openxmlformats.org/drawingml/2006/main">
              <a:ext uri="{FF2B5EF4-FFF2-40B4-BE49-F238E27FC236}">
                <a16:creationId xmlns:a16="http://schemas.microsoft.com/office/drawing/2014/main" id="{5C78DC26-2B3D-4F62-B369-C03599D211CA}"/>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00" b="0">
                <a:solidFill>
                  <a:srgbClr val="6B7689"/>
                </a:solidFill>
                <a:latin typeface="Noto Sans SC"/>
                <a:ea typeface="Noto Sans SC"/>
                <a:cs typeface="Noto Sans SC"/>
              </a:defRPr>
            </a:defPPr>
            <a:lvl1pPr algn="l">
              <a:defRPr sz="900" b="0">
                <a:solidFill>
                  <a:srgbClr val="6B7689"/>
                </a:solidFill>
                <a:latin typeface="Noto Sans SC"/>
                <a:ea typeface="Noto Sans SC"/>
                <a:cs typeface="Noto Sans SC"/>
              </a:defRPr>
            </a:lvl1pPr>
            <a:lvl2pPr algn="l">
              <a:defRPr sz="900" b="0">
                <a:solidFill>
                  <a:srgbClr val="6B7689"/>
                </a:solidFill>
                <a:latin typeface="Noto Sans SC"/>
                <a:ea typeface="Noto Sans SC"/>
                <a:cs typeface="Noto Sans SC"/>
              </a:defRPr>
            </a:lvl2pPr>
            <a:lvl3pPr algn="l">
              <a:defRPr sz="900" b="0">
                <a:solidFill>
                  <a:srgbClr val="6B7689"/>
                </a:solidFill>
                <a:latin typeface="Noto Sans SC"/>
                <a:ea typeface="Noto Sans SC"/>
                <a:cs typeface="Noto Sans SC"/>
              </a:defRPr>
            </a:lvl3pPr>
            <a:lvl4pPr algn="l">
              <a:defRPr sz="900" b="0">
                <a:solidFill>
                  <a:srgbClr val="6B7689"/>
                </a:solidFill>
                <a:latin typeface="Noto Sans SC"/>
                <a:ea typeface="Noto Sans SC"/>
                <a:cs typeface="Noto Sans SC"/>
              </a:defRPr>
            </a:lvl4pPr>
            <a:lvl5pPr algn="l">
              <a:defRPr sz="900" b="0">
                <a:solidFill>
                  <a:srgbClr val="6B7689"/>
                </a:solidFill>
                <a:latin typeface="Noto Sans SC"/>
                <a:ea typeface="Noto Sans SC"/>
                <a:cs typeface="Noto Sans SC"/>
              </a:defRPr>
            </a:lvl5pPr>
            <a:lvl6pPr algn="l">
              <a:defRPr sz="900" b="0">
                <a:solidFill>
                  <a:srgbClr val="6B7689"/>
                </a:solidFill>
                <a:latin typeface="Noto Sans SC"/>
                <a:ea typeface="Noto Sans SC"/>
                <a:cs typeface="Noto Sans SC"/>
              </a:defRPr>
            </a:lvl6pPr>
            <a:lvl7pPr algn="l">
              <a:defRPr sz="900" b="0">
                <a:solidFill>
                  <a:srgbClr val="6B7689"/>
                </a:solidFill>
                <a:latin typeface="Noto Sans SC"/>
                <a:ea typeface="Noto Sans SC"/>
                <a:cs typeface="Noto Sans SC"/>
              </a:defRPr>
            </a:lvl7pPr>
            <a:lvl8pPr algn="l">
              <a:defRPr sz="900" b="0">
                <a:solidFill>
                  <a:srgbClr val="6B7689"/>
                </a:solidFill>
                <a:latin typeface="Noto Sans SC"/>
                <a:ea typeface="Noto Sans SC"/>
                <a:cs typeface="Noto Sans SC"/>
              </a:defRPr>
            </a:lvl8pPr>
            <a:lvl9pPr algn="l">
              <a:defRPr sz="900" b="0">
                <a:solidFill>
                  <a:srgbClr val="6B7689"/>
                </a:solidFill>
                <a:latin typeface="Noto Sans SC"/>
                <a:ea typeface="Noto Sans SC"/>
                <a:cs typeface="Noto Sans SC"/>
              </a:defRPr>
            </a:lvl9pPr>
          </a:lstStyle>
          <a:p xmlns:a="http://schemas.openxmlformats.org/drawingml/2006/main">
            <a:pPr algn="l">
              <a:defRPr sz="900" b="0">
                <a:solidFill>
                  <a:srgbClr val="6B7689"/>
                </a:solidFill>
                <a:latin typeface="Noto Sans SC"/>
                <a:ea typeface="Noto Sans SC"/>
                <a:cs typeface="Noto Sans SC"/>
              </a:defRPr>
            </a:pPr>
            <a:r>
              <a:rPr sz="900" b="0">
                <a:solidFill>
                  <a:srgbClr val="6B7689"/>
                </a:solidFill>
                <a:latin typeface="Noto Sans SC"/>
                <a:ea typeface="Noto Sans SC"/>
                <a:cs typeface="Noto Sans SC"/>
              </a:rPr>
              <a:t>project_reference §6.1、§16.6；method_evidence.json:pointnet</a:t>
            </a:r>
          </a:p>
        </p:txBody>
      </p:sp>
      <p:sp>
        <p:nvSpPr>
          <p:cNvPr id="5" name="o4">
            <a:extLst xmlns:a="http://schemas.openxmlformats.org/drawingml/2006/main">
              <a:ext uri="{FF2B5EF4-FFF2-40B4-BE49-F238E27FC236}">
                <a16:creationId xmlns:a16="http://schemas.microsoft.com/office/drawing/2014/main" id="{B877AD2C-446E-44ED-A481-495B06053A45}"/>
              </a:ext>
            </a:extLst>
          </p:cNvPr>
          <p:cNvSpPr>
            <a:spLocks xmlns:a="http://schemas.openxmlformats.org/drawingml/2006/main" noGrp="1"/>
          </p:cNvSpPr>
          <p:nvPr/>
        </p:nvSpPr>
        <p:spPr>
          <a:xfrm xmlns:a="http://schemas.openxmlformats.org/drawingml/2006/main">
            <a:off x="10896600" y="6505575"/>
            <a:ext cx="68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6B7689"/>
                </a:solidFill>
                <a:latin typeface="Noto Sans SC"/>
                <a:ea typeface="Noto Sans SC"/>
                <a:cs typeface="Noto Sans SC"/>
              </a:defRPr>
            </a:defPPr>
            <a:lvl1pPr algn="r">
              <a:defRPr sz="1200" b="0">
                <a:solidFill>
                  <a:srgbClr val="6B7689"/>
                </a:solidFill>
                <a:latin typeface="Noto Sans SC"/>
                <a:ea typeface="Noto Sans SC"/>
                <a:cs typeface="Noto Sans SC"/>
              </a:defRPr>
            </a:lvl1pPr>
            <a:lvl2pPr algn="r">
              <a:defRPr sz="1200" b="0">
                <a:solidFill>
                  <a:srgbClr val="6B7689"/>
                </a:solidFill>
                <a:latin typeface="Noto Sans SC"/>
                <a:ea typeface="Noto Sans SC"/>
                <a:cs typeface="Noto Sans SC"/>
              </a:defRPr>
            </a:lvl2pPr>
            <a:lvl3pPr algn="r">
              <a:defRPr sz="1200" b="0">
                <a:solidFill>
                  <a:srgbClr val="6B7689"/>
                </a:solidFill>
                <a:latin typeface="Noto Sans SC"/>
                <a:ea typeface="Noto Sans SC"/>
                <a:cs typeface="Noto Sans SC"/>
              </a:defRPr>
            </a:lvl3pPr>
            <a:lvl4pPr algn="r">
              <a:defRPr sz="1200" b="0">
                <a:solidFill>
                  <a:srgbClr val="6B7689"/>
                </a:solidFill>
                <a:latin typeface="Noto Sans SC"/>
                <a:ea typeface="Noto Sans SC"/>
                <a:cs typeface="Noto Sans SC"/>
              </a:defRPr>
            </a:lvl4pPr>
            <a:lvl5pPr algn="r">
              <a:defRPr sz="1200" b="0">
                <a:solidFill>
                  <a:srgbClr val="6B7689"/>
                </a:solidFill>
                <a:latin typeface="Noto Sans SC"/>
                <a:ea typeface="Noto Sans SC"/>
                <a:cs typeface="Noto Sans SC"/>
              </a:defRPr>
            </a:lvl5pPr>
            <a:lvl6pPr algn="r">
              <a:defRPr sz="1200" b="0">
                <a:solidFill>
                  <a:srgbClr val="6B7689"/>
                </a:solidFill>
                <a:latin typeface="Noto Sans SC"/>
                <a:ea typeface="Noto Sans SC"/>
                <a:cs typeface="Noto Sans SC"/>
              </a:defRPr>
            </a:lvl6pPr>
            <a:lvl7pPr algn="r">
              <a:defRPr sz="1200" b="0">
                <a:solidFill>
                  <a:srgbClr val="6B7689"/>
                </a:solidFill>
                <a:latin typeface="Noto Sans SC"/>
                <a:ea typeface="Noto Sans SC"/>
                <a:cs typeface="Noto Sans SC"/>
              </a:defRPr>
            </a:lvl7pPr>
            <a:lvl8pPr algn="r">
              <a:defRPr sz="1200" b="0">
                <a:solidFill>
                  <a:srgbClr val="6B7689"/>
                </a:solidFill>
                <a:latin typeface="Noto Sans SC"/>
                <a:ea typeface="Noto Sans SC"/>
                <a:cs typeface="Noto Sans SC"/>
              </a:defRPr>
            </a:lvl8pPr>
            <a:lvl9pPr algn="r">
              <a:defRPr sz="1200" b="0">
                <a:solidFill>
                  <a:srgbClr val="6B7689"/>
                </a:solidFill>
                <a:latin typeface="Noto Sans SC"/>
                <a:ea typeface="Noto Sans SC"/>
                <a:cs typeface="Noto Sans SC"/>
              </a:defRPr>
            </a:lvl9pPr>
          </a:lstStyle>
          <a:p xmlns:a="http://schemas.openxmlformats.org/drawingml/2006/main">
            <a:pPr algn="r">
              <a:defRPr sz="1200" b="0">
                <a:solidFill>
                  <a:srgbClr val="6B7689"/>
                </a:solidFill>
                <a:latin typeface="Noto Sans SC"/>
                <a:ea typeface="Noto Sans SC"/>
                <a:cs typeface="Noto Sans SC"/>
              </a:defRPr>
            </a:pPr>
            <a:r>
              <a:rPr sz="1200" b="0">
                <a:solidFill>
                  <a:srgbClr val="6B7689"/>
                </a:solidFill>
                <a:latin typeface="Noto Sans SC"/>
                <a:ea typeface="Noto Sans SC"/>
                <a:cs typeface="Noto Sans SC"/>
              </a:rPr>
              <a:t>14 / 39</a:t>
            </a:r>
          </a:p>
        </p:txBody>
      </p:sp>
      <p:sp>
        <p:nvSpPr>
          <p:cNvPr id="6" name="o5">
            <a:extLst xmlns:a="http://schemas.openxmlformats.org/drawingml/2006/main">
              <a:ext uri="{FF2B5EF4-FFF2-40B4-BE49-F238E27FC236}">
                <a16:creationId xmlns:a16="http://schemas.microsoft.com/office/drawing/2014/main" id="{859C219E-D040-40EC-AC43-26BB86DE9064}"/>
              </a:ext>
            </a:extLst>
          </p:cNvPr>
          <p:cNvSpPr>
            <a:spLocks xmlns:a="http://schemas.openxmlformats.org/drawingml/2006/main" noGrp="1"/>
          </p:cNvSpPr>
          <p:nvPr/>
        </p:nvSpPr>
        <p:spPr>
          <a:xfrm xmlns:a="http://schemas.openxmlformats.org/drawingml/2006/main">
            <a:off x="609600" y="5981700"/>
            <a:ext cx="10972800" cy="428625"/>
          </a:xfrm>
          <a:prstGeom xmlns:a="http://schemas.openxmlformats.org/drawingml/2006/main" prst="roundRect">
            <a:avLst>
              <a:gd name="adj" fmla="val 17778"/>
            </a:avLst>
          </a:prstGeom>
          <a:solidFill xmlns:a="http://schemas.openxmlformats.org/drawingml/2006/main">
            <a:srgbClr val="D6E6E5"/>
          </a:solidFill>
          <a:ln xmlns:a="http://schemas.openxmlformats.org/drawingml/2006/main" w="0">
            <a:noFill/>
            <a:prstDash val="solid"/>
          </a:ln>
        </p:spPr>
      </p:sp>
      <p:sp>
        <p:nvSpPr>
          <p:cNvPr id="7" name="o6">
            <a:extLst xmlns:a="http://schemas.openxmlformats.org/drawingml/2006/main">
              <a:ext uri="{FF2B5EF4-FFF2-40B4-BE49-F238E27FC236}">
                <a16:creationId xmlns:a16="http://schemas.microsoft.com/office/drawing/2014/main" id="{74053DC8-4872-48E7-BB60-1D1AA8CF7B7C}"/>
              </a:ext>
            </a:extLst>
          </p:cNvPr>
          <p:cNvSpPr>
            <a:spLocks xmlns:a="http://schemas.openxmlformats.org/drawingml/2006/main" noGrp="1"/>
          </p:cNvSpPr>
          <p:nvPr/>
        </p:nvSpPr>
        <p:spPr>
          <a:xfrm xmlns:a="http://schemas.openxmlformats.org/drawingml/2006/main">
            <a:off x="781050" y="6029325"/>
            <a:ext cx="10629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75" b="1">
                <a:solidFill>
                  <a:srgbClr val="0F6E73"/>
                </a:solidFill>
                <a:latin typeface="Noto Sans SC"/>
                <a:ea typeface="Noto Sans SC"/>
                <a:cs typeface="Noto Sans SC"/>
              </a:defRPr>
            </a:defPPr>
            <a:lvl1pPr algn="l">
              <a:defRPr sz="1575" b="1">
                <a:solidFill>
                  <a:srgbClr val="0F6E73"/>
                </a:solidFill>
                <a:latin typeface="Noto Sans SC"/>
                <a:ea typeface="Noto Sans SC"/>
                <a:cs typeface="Noto Sans SC"/>
              </a:defRPr>
            </a:lvl1pPr>
            <a:lvl2pPr algn="l">
              <a:defRPr sz="1575" b="1">
                <a:solidFill>
                  <a:srgbClr val="0F6E73"/>
                </a:solidFill>
                <a:latin typeface="Noto Sans SC"/>
                <a:ea typeface="Noto Sans SC"/>
                <a:cs typeface="Noto Sans SC"/>
              </a:defRPr>
            </a:lvl2pPr>
            <a:lvl3pPr algn="l">
              <a:defRPr sz="1575" b="1">
                <a:solidFill>
                  <a:srgbClr val="0F6E73"/>
                </a:solidFill>
                <a:latin typeface="Noto Sans SC"/>
                <a:ea typeface="Noto Sans SC"/>
                <a:cs typeface="Noto Sans SC"/>
              </a:defRPr>
            </a:lvl3pPr>
            <a:lvl4pPr algn="l">
              <a:defRPr sz="1575" b="1">
                <a:solidFill>
                  <a:srgbClr val="0F6E73"/>
                </a:solidFill>
                <a:latin typeface="Noto Sans SC"/>
                <a:ea typeface="Noto Sans SC"/>
                <a:cs typeface="Noto Sans SC"/>
              </a:defRPr>
            </a:lvl4pPr>
            <a:lvl5pPr algn="l">
              <a:defRPr sz="1575" b="1">
                <a:solidFill>
                  <a:srgbClr val="0F6E73"/>
                </a:solidFill>
                <a:latin typeface="Noto Sans SC"/>
                <a:ea typeface="Noto Sans SC"/>
                <a:cs typeface="Noto Sans SC"/>
              </a:defRPr>
            </a:lvl5pPr>
            <a:lvl6pPr algn="l">
              <a:defRPr sz="1575" b="1">
                <a:solidFill>
                  <a:srgbClr val="0F6E73"/>
                </a:solidFill>
                <a:latin typeface="Noto Sans SC"/>
                <a:ea typeface="Noto Sans SC"/>
                <a:cs typeface="Noto Sans SC"/>
              </a:defRPr>
            </a:lvl6pPr>
            <a:lvl7pPr algn="l">
              <a:defRPr sz="1575" b="1">
                <a:solidFill>
                  <a:srgbClr val="0F6E73"/>
                </a:solidFill>
                <a:latin typeface="Noto Sans SC"/>
                <a:ea typeface="Noto Sans SC"/>
                <a:cs typeface="Noto Sans SC"/>
              </a:defRPr>
            </a:lvl7pPr>
            <a:lvl8pPr algn="l">
              <a:defRPr sz="1575" b="1">
                <a:solidFill>
                  <a:srgbClr val="0F6E73"/>
                </a:solidFill>
                <a:latin typeface="Noto Sans SC"/>
                <a:ea typeface="Noto Sans SC"/>
                <a:cs typeface="Noto Sans SC"/>
              </a:defRPr>
            </a:lvl8pPr>
            <a:lvl9pPr algn="l">
              <a:defRPr sz="1575" b="1">
                <a:solidFill>
                  <a:srgbClr val="0F6E73"/>
                </a:solidFill>
                <a:latin typeface="Noto Sans SC"/>
                <a:ea typeface="Noto Sans SC"/>
                <a:cs typeface="Noto Sans SC"/>
              </a:defRPr>
            </a:lvl9pPr>
          </a:lstStyle>
          <a:p xmlns:a="http://schemas.openxmlformats.org/drawingml/2006/main">
            <a:pPr algn="l">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前帧用于估计平均运动方向；网络读取当前二维点集。</a:t>
            </a:r>
          </a:p>
        </p:txBody>
      </p:sp>
      <p:sp>
        <p:nvSpPr>
          <p:cNvPr id="8" name="o7">
            <a:extLst xmlns:a="http://schemas.openxmlformats.org/drawingml/2006/main">
              <a:ext uri="{FF2B5EF4-FFF2-40B4-BE49-F238E27FC236}">
                <a16:creationId xmlns:a16="http://schemas.microsoft.com/office/drawing/2014/main" id="{642E6182-6D2F-4FDB-B7CC-13760FACED7D}"/>
              </a:ext>
            </a:extLst>
          </p:cNvPr>
          <p:cNvSpPr>
            <a:spLocks xmlns:a="http://schemas.openxmlformats.org/drawingml/2006/main" noGrp="1"/>
          </p:cNvSpPr>
          <p:nvPr/>
        </p:nvSpPr>
        <p:spPr>
          <a:xfrm xmlns:a="http://schemas.openxmlformats.org/drawingml/2006/main">
            <a:off x="609600" y="1571625"/>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0F6E73"/>
                </a:solidFill>
                <a:latin typeface="Noto Sans SC"/>
                <a:ea typeface="Noto Sans SC"/>
                <a:cs typeface="Noto Sans SC"/>
              </a:defRPr>
            </a:defPPr>
            <a:lvl1pPr algn="l">
              <a:defRPr sz="1650" b="1">
                <a:solidFill>
                  <a:srgbClr val="0F6E73"/>
                </a:solidFill>
                <a:latin typeface="Noto Sans SC"/>
                <a:ea typeface="Noto Sans SC"/>
                <a:cs typeface="Noto Sans SC"/>
              </a:defRPr>
            </a:lvl1pPr>
            <a:lvl2pPr algn="l">
              <a:defRPr sz="1650" b="1">
                <a:solidFill>
                  <a:srgbClr val="0F6E73"/>
                </a:solidFill>
                <a:latin typeface="Noto Sans SC"/>
                <a:ea typeface="Noto Sans SC"/>
                <a:cs typeface="Noto Sans SC"/>
              </a:defRPr>
            </a:lvl2pPr>
            <a:lvl3pPr algn="l">
              <a:defRPr sz="1650" b="1">
                <a:solidFill>
                  <a:srgbClr val="0F6E73"/>
                </a:solidFill>
                <a:latin typeface="Noto Sans SC"/>
                <a:ea typeface="Noto Sans SC"/>
                <a:cs typeface="Noto Sans SC"/>
              </a:defRPr>
            </a:lvl3pPr>
            <a:lvl4pPr algn="l">
              <a:defRPr sz="1650" b="1">
                <a:solidFill>
                  <a:srgbClr val="0F6E73"/>
                </a:solidFill>
                <a:latin typeface="Noto Sans SC"/>
                <a:ea typeface="Noto Sans SC"/>
                <a:cs typeface="Noto Sans SC"/>
              </a:defRPr>
            </a:lvl4pPr>
            <a:lvl5pPr algn="l">
              <a:defRPr sz="1650" b="1">
                <a:solidFill>
                  <a:srgbClr val="0F6E73"/>
                </a:solidFill>
                <a:latin typeface="Noto Sans SC"/>
                <a:ea typeface="Noto Sans SC"/>
                <a:cs typeface="Noto Sans SC"/>
              </a:defRPr>
            </a:lvl5pPr>
            <a:lvl6pPr algn="l">
              <a:defRPr sz="1650" b="1">
                <a:solidFill>
                  <a:srgbClr val="0F6E73"/>
                </a:solidFill>
                <a:latin typeface="Noto Sans SC"/>
                <a:ea typeface="Noto Sans SC"/>
                <a:cs typeface="Noto Sans SC"/>
              </a:defRPr>
            </a:lvl6pPr>
            <a:lvl7pPr algn="l">
              <a:defRPr sz="1650" b="1">
                <a:solidFill>
                  <a:srgbClr val="0F6E73"/>
                </a:solidFill>
                <a:latin typeface="Noto Sans SC"/>
                <a:ea typeface="Noto Sans SC"/>
                <a:cs typeface="Noto Sans SC"/>
              </a:defRPr>
            </a:lvl7pPr>
            <a:lvl8pPr algn="l">
              <a:defRPr sz="1650" b="1">
                <a:solidFill>
                  <a:srgbClr val="0F6E73"/>
                </a:solidFill>
                <a:latin typeface="Noto Sans SC"/>
                <a:ea typeface="Noto Sans SC"/>
                <a:cs typeface="Noto Sans SC"/>
              </a:defRPr>
            </a:lvl8pPr>
            <a:lvl9pPr algn="l">
              <a:defRPr sz="1650" b="1">
                <a:solidFill>
                  <a:srgbClr val="0F6E73"/>
                </a:solidFill>
                <a:latin typeface="Noto Sans SC"/>
                <a:ea typeface="Noto Sans SC"/>
                <a:cs typeface="Noto Sans SC"/>
              </a:defRPr>
            </a:lvl9pPr>
          </a:lstStyle>
          <a:p xmlns:a="http://schemas.openxmlformats.org/drawingml/2006/main">
            <a:pPr algn="l">
              <a:defRPr sz="1650" b="1">
                <a:solidFill>
                  <a:srgbClr val="0F6E73"/>
                </a:solidFill>
                <a:latin typeface="Noto Sans SC"/>
                <a:ea typeface="Noto Sans SC"/>
                <a:cs typeface="Noto Sans SC"/>
              </a:defRPr>
            </a:pPr>
            <a:r>
              <a:rPr sz="1650" b="1">
                <a:solidFill>
                  <a:srgbClr val="0F6E73"/>
                </a:solidFill>
                <a:latin typeface="Noto Sans SC"/>
                <a:ea typeface="Noto Sans SC"/>
                <a:cs typeface="Noto Sans SC"/>
              </a:rPr>
              <a:t>共同时间的当前点</a:t>
            </a:r>
          </a:p>
        </p:txBody>
      </p:sp>
      <p:sp>
        <p:nvSpPr>
          <p:cNvPr id="9" name="o8">
            <a:extLst xmlns:a="http://schemas.openxmlformats.org/drawingml/2006/main">
              <a:ext uri="{FF2B5EF4-FFF2-40B4-BE49-F238E27FC236}">
                <a16:creationId xmlns:a16="http://schemas.microsoft.com/office/drawing/2014/main" id="{E31A2320-B41B-4CEF-9749-16215B4E7F6D}"/>
              </a:ext>
            </a:extLst>
          </p:cNvPr>
          <p:cNvSpPr>
            <a:spLocks xmlns:a="http://schemas.openxmlformats.org/drawingml/2006/main" noGrp="1"/>
          </p:cNvSpPr>
          <p:nvPr/>
        </p:nvSpPr>
        <p:spPr>
          <a:xfrm xmlns:a="http://schemas.openxmlformats.org/drawingml/2006/main">
            <a:off x="609600" y="2076450"/>
            <a:ext cx="2571750" cy="2381250"/>
          </a:xfrm>
          <a:prstGeom xmlns:a="http://schemas.openxmlformats.org/drawingml/2006/main" prst="rect">
            <a:avLst/>
          </a:prstGeom>
          <a:solidFill xmlns:a="http://schemas.openxmlformats.org/drawingml/2006/main">
            <a:srgbClr val="FBFBF8"/>
          </a:solidFill>
          <a:ln xmlns:a="http://schemas.openxmlformats.org/drawingml/2006/main" w="11430">
            <a:solidFill>
              <a:srgbClr val="D5DAE0"/>
            </a:solidFill>
            <a:prstDash val="solid"/>
          </a:ln>
        </p:spPr>
      </p:sp>
      <p:sp>
        <p:nvSpPr>
          <p:cNvPr id="10" name="o9">
            <a:extLst xmlns:a="http://schemas.openxmlformats.org/drawingml/2006/main">
              <a:ext uri="{FF2B5EF4-FFF2-40B4-BE49-F238E27FC236}">
                <a16:creationId xmlns:a16="http://schemas.microsoft.com/office/drawing/2014/main" id="{7C06620A-EF02-4FE0-A31B-3500DF92AEAC}"/>
              </a:ext>
            </a:extLst>
          </p:cNvPr>
          <p:cNvSpPr>
            <a:spLocks xmlns:a="http://schemas.openxmlformats.org/drawingml/2006/main" noGrp="1"/>
          </p:cNvSpPr>
          <p:nvPr/>
        </p:nvSpPr>
        <p:spPr>
          <a:xfrm xmlns:a="http://schemas.openxmlformats.org/drawingml/2006/main">
            <a:off x="2350645" y="4067175"/>
            <a:ext cx="114300" cy="114300"/>
          </a:xfrm>
          <a:prstGeom xmlns:a="http://schemas.openxmlformats.org/drawingml/2006/main" prst="ellipse">
            <a:avLst/>
          </a:prstGeom>
          <a:solidFill xmlns:a="http://schemas.openxmlformats.org/drawingml/2006/main">
            <a:srgbClr val="0F6E73"/>
          </a:solidFill>
          <a:ln xmlns:a="http://schemas.openxmlformats.org/drawingml/2006/main" w="0">
            <a:noFill/>
            <a:prstDash val="solid"/>
          </a:ln>
        </p:spPr>
      </p:sp>
      <p:sp>
        <p:nvSpPr>
          <p:cNvPr id="11" name="o10">
            <a:extLst xmlns:a="http://schemas.openxmlformats.org/drawingml/2006/main">
              <a:ext uri="{FF2B5EF4-FFF2-40B4-BE49-F238E27FC236}">
                <a16:creationId xmlns:a16="http://schemas.microsoft.com/office/drawing/2014/main" id="{850B71C5-DD93-4AF5-BE5B-5947BB80D7EE}"/>
              </a:ext>
            </a:extLst>
          </p:cNvPr>
          <p:cNvSpPr>
            <a:spLocks xmlns:a="http://schemas.openxmlformats.org/drawingml/2006/main" noGrp="1"/>
          </p:cNvSpPr>
          <p:nvPr/>
        </p:nvSpPr>
        <p:spPr>
          <a:xfrm xmlns:a="http://schemas.openxmlformats.org/drawingml/2006/main">
            <a:off x="2434734" y="3206811"/>
            <a:ext cx="114300" cy="114300"/>
          </a:xfrm>
          <a:prstGeom xmlns:a="http://schemas.openxmlformats.org/drawingml/2006/main" prst="ellipse">
            <a:avLst/>
          </a:prstGeom>
          <a:solidFill xmlns:a="http://schemas.openxmlformats.org/drawingml/2006/main">
            <a:srgbClr val="32668E"/>
          </a:solidFill>
          <a:ln xmlns:a="http://schemas.openxmlformats.org/drawingml/2006/main" w="0">
            <a:noFill/>
            <a:prstDash val="solid"/>
          </a:ln>
        </p:spPr>
      </p:sp>
      <p:sp>
        <p:nvSpPr>
          <p:cNvPr id="12" name="o11">
            <a:extLst xmlns:a="http://schemas.openxmlformats.org/drawingml/2006/main">
              <a:ext uri="{FF2B5EF4-FFF2-40B4-BE49-F238E27FC236}">
                <a16:creationId xmlns:a16="http://schemas.microsoft.com/office/drawing/2014/main" id="{5171BAE0-CB69-466E-B6A1-3A204AB3BD21}"/>
              </a:ext>
            </a:extLst>
          </p:cNvPr>
          <p:cNvSpPr>
            <a:spLocks xmlns:a="http://schemas.openxmlformats.org/drawingml/2006/main" noGrp="1"/>
          </p:cNvSpPr>
          <p:nvPr/>
        </p:nvSpPr>
        <p:spPr>
          <a:xfrm xmlns:a="http://schemas.openxmlformats.org/drawingml/2006/main">
            <a:off x="2649287" y="2374737"/>
            <a:ext cx="114300" cy="114300"/>
          </a:xfrm>
          <a:prstGeom xmlns:a="http://schemas.openxmlformats.org/drawingml/2006/main" prst="ellipse">
            <a:avLst/>
          </a:prstGeom>
          <a:solidFill xmlns:a="http://schemas.openxmlformats.org/drawingml/2006/main">
            <a:srgbClr val="B85A1E"/>
          </a:solidFill>
          <a:ln xmlns:a="http://schemas.openxmlformats.org/drawingml/2006/main" w="0">
            <a:noFill/>
            <a:prstDash val="solid"/>
          </a:ln>
        </p:spPr>
      </p:sp>
      <p:sp>
        <p:nvSpPr>
          <p:cNvPr id="13" name="o12">
            <a:extLst xmlns:a="http://schemas.openxmlformats.org/drawingml/2006/main">
              <a:ext uri="{FF2B5EF4-FFF2-40B4-BE49-F238E27FC236}">
                <a16:creationId xmlns:a16="http://schemas.microsoft.com/office/drawing/2014/main" id="{8E06228E-3681-49D5-AD0E-740E611E38E6}"/>
              </a:ext>
            </a:extLst>
          </p:cNvPr>
          <p:cNvSpPr>
            <a:spLocks xmlns:a="http://schemas.openxmlformats.org/drawingml/2006/main" noGrp="1"/>
          </p:cNvSpPr>
          <p:nvPr/>
        </p:nvSpPr>
        <p:spPr>
          <a:xfrm xmlns:a="http://schemas.openxmlformats.org/drawingml/2006/main">
            <a:off x="1791070" y="2417698"/>
            <a:ext cx="114300" cy="114300"/>
          </a:xfrm>
          <a:prstGeom xmlns:a="http://schemas.openxmlformats.org/drawingml/2006/main" prst="ellipse">
            <a:avLst/>
          </a:prstGeom>
          <a:solidFill xmlns:a="http://schemas.openxmlformats.org/drawingml/2006/main">
            <a:srgbClr val="7C618D"/>
          </a:solidFill>
          <a:ln xmlns:a="http://schemas.openxmlformats.org/drawingml/2006/main" w="0">
            <a:noFill/>
            <a:prstDash val="solid"/>
          </a:ln>
        </p:spPr>
      </p:sp>
      <p:sp>
        <p:nvSpPr>
          <p:cNvPr id="14" name="o13">
            <a:extLst xmlns:a="http://schemas.openxmlformats.org/drawingml/2006/main">
              <a:ext uri="{FF2B5EF4-FFF2-40B4-BE49-F238E27FC236}">
                <a16:creationId xmlns:a16="http://schemas.microsoft.com/office/drawing/2014/main" id="{0C0AFDB9-467A-4B5E-89AE-2C59EE1FB91A}"/>
              </a:ext>
            </a:extLst>
          </p:cNvPr>
          <p:cNvSpPr>
            <a:spLocks xmlns:a="http://schemas.openxmlformats.org/drawingml/2006/main" noGrp="1"/>
          </p:cNvSpPr>
          <p:nvPr/>
        </p:nvSpPr>
        <p:spPr>
          <a:xfrm xmlns:a="http://schemas.openxmlformats.org/drawingml/2006/main">
            <a:off x="932113" y="2305050"/>
            <a:ext cx="114300" cy="114300"/>
          </a:xfrm>
          <a:prstGeom xmlns:a="http://schemas.openxmlformats.org/drawingml/2006/main" prst="ellipse">
            <a:avLst/>
          </a:prstGeom>
          <a:solidFill xmlns:a="http://schemas.openxmlformats.org/drawingml/2006/main">
            <a:srgbClr val="618F60"/>
          </a:solidFill>
          <a:ln xmlns:a="http://schemas.openxmlformats.org/drawingml/2006/main" w="0">
            <a:noFill/>
            <a:prstDash val="solid"/>
          </a:ln>
        </p:spPr>
      </p:sp>
      <p:sp>
        <p:nvSpPr>
          <p:cNvPr id="15" name="line-13">
            <a:extLst xmlns:a="http://schemas.openxmlformats.org/drawingml/2006/main">
              <a:ext uri="{FF2B5EF4-FFF2-40B4-BE49-F238E27FC236}">
                <a16:creationId xmlns:a16="http://schemas.microsoft.com/office/drawing/2014/main" id="{3C258A76-0C94-490B-AF38-735B9A21ACE6}"/>
              </a:ext>
            </a:extLst>
          </p:cNvPr>
          <p:cNvSpPr>
            <a:spLocks xmlns:a="http://schemas.openxmlformats.org/drawingml/2006/main" noGrp="1"/>
          </p:cNvSpPr>
          <p:nvPr/>
        </p:nvSpPr>
        <p:spPr>
          <a:xfrm xmlns:a="http://schemas.openxmlformats.org/drawingml/2006/main" flipV="0">
            <a:off x="3200400" y="3238500"/>
            <a:ext cx="180975"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6" name="line-13">
            <a:extLst xmlns:a="http://schemas.openxmlformats.org/drawingml/2006/main">
              <a:ext uri="{FF2B5EF4-FFF2-40B4-BE49-F238E27FC236}">
                <a16:creationId xmlns:a16="http://schemas.microsoft.com/office/drawing/2014/main" id="{04DB8B3F-5CD5-4FA8-B0FF-D17FE2C4F53F}"/>
              </a:ext>
            </a:extLst>
          </p:cNvPr>
          <p:cNvSpPr>
            <a:spLocks xmlns:a="http://schemas.openxmlformats.org/drawingml/2006/main" noGrp="1"/>
          </p:cNvSpPr>
          <p:nvPr/>
        </p:nvSpPr>
        <p:spPr>
          <a:xfrm xmlns:a="http://schemas.openxmlformats.org/drawingml/2006/main" flipV="1">
            <a:off x="3306144" y="3238500"/>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7" name="line-13">
            <a:extLst xmlns:a="http://schemas.openxmlformats.org/drawingml/2006/main">
              <a:ext uri="{FF2B5EF4-FFF2-40B4-BE49-F238E27FC236}">
                <a16:creationId xmlns:a16="http://schemas.microsoft.com/office/drawing/2014/main" id="{5CB8D802-F397-44BE-AC5B-D5E969CB7F09}"/>
              </a:ext>
            </a:extLst>
          </p:cNvPr>
          <p:cNvSpPr>
            <a:spLocks xmlns:a="http://schemas.openxmlformats.org/drawingml/2006/main" noGrp="1"/>
          </p:cNvSpPr>
          <p:nvPr/>
        </p:nvSpPr>
        <p:spPr>
          <a:xfrm xmlns:a="http://schemas.openxmlformats.org/drawingml/2006/main" flipV="0">
            <a:off x="3306144" y="3197401"/>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8" name="o17">
            <a:extLst xmlns:a="http://schemas.openxmlformats.org/drawingml/2006/main">
              <a:ext uri="{FF2B5EF4-FFF2-40B4-BE49-F238E27FC236}">
                <a16:creationId xmlns:a16="http://schemas.microsoft.com/office/drawing/2014/main" id="{4F2FD6C9-F458-4113-9C3D-0AEAADC2E45D}"/>
              </a:ext>
            </a:extLst>
          </p:cNvPr>
          <p:cNvSpPr>
            <a:spLocks xmlns:a="http://schemas.openxmlformats.org/drawingml/2006/main" noGrp="1"/>
          </p:cNvSpPr>
          <p:nvPr/>
        </p:nvSpPr>
        <p:spPr>
          <a:xfrm xmlns:a="http://schemas.openxmlformats.org/drawingml/2006/main">
            <a:off x="3409950" y="1571625"/>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0F6E73"/>
                </a:solidFill>
                <a:latin typeface="Noto Sans SC"/>
                <a:ea typeface="Noto Sans SC"/>
                <a:cs typeface="Noto Sans SC"/>
              </a:defRPr>
            </a:defPPr>
            <a:lvl1pPr algn="l">
              <a:defRPr sz="1650" b="1">
                <a:solidFill>
                  <a:srgbClr val="0F6E73"/>
                </a:solidFill>
                <a:latin typeface="Noto Sans SC"/>
                <a:ea typeface="Noto Sans SC"/>
                <a:cs typeface="Noto Sans SC"/>
              </a:defRPr>
            </a:lvl1pPr>
            <a:lvl2pPr algn="l">
              <a:defRPr sz="1650" b="1">
                <a:solidFill>
                  <a:srgbClr val="0F6E73"/>
                </a:solidFill>
                <a:latin typeface="Noto Sans SC"/>
                <a:ea typeface="Noto Sans SC"/>
                <a:cs typeface="Noto Sans SC"/>
              </a:defRPr>
            </a:lvl2pPr>
            <a:lvl3pPr algn="l">
              <a:defRPr sz="1650" b="1">
                <a:solidFill>
                  <a:srgbClr val="0F6E73"/>
                </a:solidFill>
                <a:latin typeface="Noto Sans SC"/>
                <a:ea typeface="Noto Sans SC"/>
                <a:cs typeface="Noto Sans SC"/>
              </a:defRPr>
            </a:lvl3pPr>
            <a:lvl4pPr algn="l">
              <a:defRPr sz="1650" b="1">
                <a:solidFill>
                  <a:srgbClr val="0F6E73"/>
                </a:solidFill>
                <a:latin typeface="Noto Sans SC"/>
                <a:ea typeface="Noto Sans SC"/>
                <a:cs typeface="Noto Sans SC"/>
              </a:defRPr>
            </a:lvl4pPr>
            <a:lvl5pPr algn="l">
              <a:defRPr sz="1650" b="1">
                <a:solidFill>
                  <a:srgbClr val="0F6E73"/>
                </a:solidFill>
                <a:latin typeface="Noto Sans SC"/>
                <a:ea typeface="Noto Sans SC"/>
                <a:cs typeface="Noto Sans SC"/>
              </a:defRPr>
            </a:lvl5pPr>
            <a:lvl6pPr algn="l">
              <a:defRPr sz="1650" b="1">
                <a:solidFill>
                  <a:srgbClr val="0F6E73"/>
                </a:solidFill>
                <a:latin typeface="Noto Sans SC"/>
                <a:ea typeface="Noto Sans SC"/>
                <a:cs typeface="Noto Sans SC"/>
              </a:defRPr>
            </a:lvl6pPr>
            <a:lvl7pPr algn="l">
              <a:defRPr sz="1650" b="1">
                <a:solidFill>
                  <a:srgbClr val="0F6E73"/>
                </a:solidFill>
                <a:latin typeface="Noto Sans SC"/>
                <a:ea typeface="Noto Sans SC"/>
                <a:cs typeface="Noto Sans SC"/>
              </a:defRPr>
            </a:lvl7pPr>
            <a:lvl8pPr algn="l">
              <a:defRPr sz="1650" b="1">
                <a:solidFill>
                  <a:srgbClr val="0F6E73"/>
                </a:solidFill>
                <a:latin typeface="Noto Sans SC"/>
                <a:ea typeface="Noto Sans SC"/>
                <a:cs typeface="Noto Sans SC"/>
              </a:defRPr>
            </a:lvl8pPr>
            <a:lvl9pPr algn="l">
              <a:defRPr sz="1650" b="1">
                <a:solidFill>
                  <a:srgbClr val="0F6E73"/>
                </a:solidFill>
                <a:latin typeface="Noto Sans SC"/>
                <a:ea typeface="Noto Sans SC"/>
                <a:cs typeface="Noto Sans SC"/>
              </a:defRPr>
            </a:lvl9pPr>
          </a:lstStyle>
          <a:p xmlns:a="http://schemas.openxmlformats.org/drawingml/2006/main">
            <a:pPr algn="l">
              <a:defRPr sz="1650" b="1">
                <a:solidFill>
                  <a:srgbClr val="0F6E73"/>
                </a:solidFill>
                <a:latin typeface="Noto Sans SC"/>
                <a:ea typeface="Noto Sans SC"/>
                <a:cs typeface="Noto Sans SC"/>
              </a:defRPr>
            </a:pPr>
            <a:r>
              <a:rPr sz="1650" b="1">
                <a:solidFill>
                  <a:srgbClr val="0F6E73"/>
                </a:solidFill>
                <a:latin typeface="Noto Sans SC"/>
                <a:ea typeface="Noto Sans SC"/>
                <a:cs typeface="Noto Sans SC"/>
              </a:rPr>
              <a:t>方向旋转</a:t>
            </a:r>
          </a:p>
        </p:txBody>
      </p:sp>
      <p:sp>
        <p:nvSpPr>
          <p:cNvPr id="19" name="o18">
            <a:extLst xmlns:a="http://schemas.openxmlformats.org/drawingml/2006/main">
              <a:ext uri="{FF2B5EF4-FFF2-40B4-BE49-F238E27FC236}">
                <a16:creationId xmlns:a16="http://schemas.microsoft.com/office/drawing/2014/main" id="{2F783251-C99D-49CE-8D4A-E64602FE34D9}"/>
              </a:ext>
            </a:extLst>
          </p:cNvPr>
          <p:cNvSpPr>
            <a:spLocks xmlns:a="http://schemas.openxmlformats.org/drawingml/2006/main" noGrp="1"/>
          </p:cNvSpPr>
          <p:nvPr/>
        </p:nvSpPr>
        <p:spPr>
          <a:xfrm xmlns:a="http://schemas.openxmlformats.org/drawingml/2006/main">
            <a:off x="3409950" y="2076450"/>
            <a:ext cx="2571750" cy="2381250"/>
          </a:xfrm>
          <a:prstGeom xmlns:a="http://schemas.openxmlformats.org/drawingml/2006/main" prst="rect">
            <a:avLst/>
          </a:prstGeom>
          <a:solidFill xmlns:a="http://schemas.openxmlformats.org/drawingml/2006/main">
            <a:srgbClr val="FBFBF8"/>
          </a:solidFill>
          <a:ln xmlns:a="http://schemas.openxmlformats.org/drawingml/2006/main" w="11430">
            <a:solidFill>
              <a:srgbClr val="D5DAE0"/>
            </a:solidFill>
            <a:prstDash val="solid"/>
          </a:ln>
        </p:spPr>
      </p:sp>
      <p:sp>
        <p:nvSpPr>
          <p:cNvPr id="20" name="o19">
            <a:extLst xmlns:a="http://schemas.openxmlformats.org/drawingml/2006/main">
              <a:ext uri="{FF2B5EF4-FFF2-40B4-BE49-F238E27FC236}">
                <a16:creationId xmlns:a16="http://schemas.microsoft.com/office/drawing/2014/main" id="{289358F4-113F-4DB5-A8E5-FB97EA391B6B}"/>
              </a:ext>
            </a:extLst>
          </p:cNvPr>
          <p:cNvSpPr>
            <a:spLocks xmlns:a="http://schemas.openxmlformats.org/drawingml/2006/main" noGrp="1"/>
          </p:cNvSpPr>
          <p:nvPr/>
        </p:nvSpPr>
        <p:spPr>
          <a:xfrm xmlns:a="http://schemas.openxmlformats.org/drawingml/2006/main">
            <a:off x="3638550" y="2637790"/>
            <a:ext cx="114300" cy="114300"/>
          </a:xfrm>
          <a:prstGeom xmlns:a="http://schemas.openxmlformats.org/drawingml/2006/main" prst="ellipse">
            <a:avLst/>
          </a:prstGeom>
          <a:solidFill xmlns:a="http://schemas.openxmlformats.org/drawingml/2006/main">
            <a:srgbClr val="0F6E73"/>
          </a:solidFill>
          <a:ln xmlns:a="http://schemas.openxmlformats.org/drawingml/2006/main" w="0">
            <a:noFill/>
            <a:prstDash val="solid"/>
          </a:ln>
        </p:spPr>
      </p:sp>
      <p:sp>
        <p:nvSpPr>
          <p:cNvPr id="21" name="o20">
            <a:extLst xmlns:a="http://schemas.openxmlformats.org/drawingml/2006/main">
              <a:ext uri="{FF2B5EF4-FFF2-40B4-BE49-F238E27FC236}">
                <a16:creationId xmlns:a16="http://schemas.microsoft.com/office/drawing/2014/main" id="{B13A66A1-A5F3-452C-8B3E-B8899DE1BDA8}"/>
              </a:ext>
            </a:extLst>
          </p:cNvPr>
          <p:cNvSpPr>
            <a:spLocks xmlns:a="http://schemas.openxmlformats.org/drawingml/2006/main" noGrp="1"/>
          </p:cNvSpPr>
          <p:nvPr/>
        </p:nvSpPr>
        <p:spPr>
          <a:xfrm xmlns:a="http://schemas.openxmlformats.org/drawingml/2006/main">
            <a:off x="4154772" y="3151113"/>
            <a:ext cx="114300" cy="114300"/>
          </a:xfrm>
          <a:prstGeom xmlns:a="http://schemas.openxmlformats.org/drawingml/2006/main" prst="ellipse">
            <a:avLst/>
          </a:prstGeom>
          <a:solidFill xmlns:a="http://schemas.openxmlformats.org/drawingml/2006/main">
            <a:srgbClr val="32668E"/>
          </a:solidFill>
          <a:ln xmlns:a="http://schemas.openxmlformats.org/drawingml/2006/main" w="0">
            <a:noFill/>
            <a:prstDash val="solid"/>
          </a:ln>
        </p:spPr>
      </p:sp>
      <p:sp>
        <p:nvSpPr>
          <p:cNvPr id="22" name="o21">
            <a:extLst xmlns:a="http://schemas.openxmlformats.org/drawingml/2006/main">
              <a:ext uri="{FF2B5EF4-FFF2-40B4-BE49-F238E27FC236}">
                <a16:creationId xmlns:a16="http://schemas.microsoft.com/office/drawing/2014/main" id="{14B547F8-FAEE-420C-B0BC-E33494CA2700}"/>
              </a:ext>
            </a:extLst>
          </p:cNvPr>
          <p:cNvSpPr>
            <a:spLocks xmlns:a="http://schemas.openxmlformats.org/drawingml/2006/main" noGrp="1"/>
          </p:cNvSpPr>
          <p:nvPr/>
        </p:nvSpPr>
        <p:spPr>
          <a:xfrm xmlns:a="http://schemas.openxmlformats.org/drawingml/2006/main">
            <a:off x="4583022" y="3734435"/>
            <a:ext cx="114300" cy="114300"/>
          </a:xfrm>
          <a:prstGeom xmlns:a="http://schemas.openxmlformats.org/drawingml/2006/main" prst="ellipse">
            <a:avLst/>
          </a:prstGeom>
          <a:solidFill xmlns:a="http://schemas.openxmlformats.org/drawingml/2006/main">
            <a:srgbClr val="B85A1E"/>
          </a:solidFill>
          <a:ln xmlns:a="http://schemas.openxmlformats.org/drawingml/2006/main" w="0">
            <a:noFill/>
            <a:prstDash val="solid"/>
          </a:ln>
        </p:spPr>
      </p:sp>
      <p:sp>
        <p:nvSpPr>
          <p:cNvPr id="23" name="o22">
            <a:extLst xmlns:a="http://schemas.openxmlformats.org/drawingml/2006/main">
              <a:ext uri="{FF2B5EF4-FFF2-40B4-BE49-F238E27FC236}">
                <a16:creationId xmlns:a16="http://schemas.microsoft.com/office/drawing/2014/main" id="{FFFDFE7E-9771-49CA-97F2-9369920B77C6}"/>
              </a:ext>
            </a:extLst>
          </p:cNvPr>
          <p:cNvSpPr>
            <a:spLocks xmlns:a="http://schemas.openxmlformats.org/drawingml/2006/main" noGrp="1"/>
          </p:cNvSpPr>
          <p:nvPr/>
        </p:nvSpPr>
        <p:spPr>
          <a:xfrm xmlns:a="http://schemas.openxmlformats.org/drawingml/2006/main">
            <a:off x="5012353" y="3151908"/>
            <a:ext cx="114300" cy="114300"/>
          </a:xfrm>
          <a:prstGeom xmlns:a="http://schemas.openxmlformats.org/drawingml/2006/main" prst="ellipse">
            <a:avLst/>
          </a:prstGeom>
          <a:solidFill xmlns:a="http://schemas.openxmlformats.org/drawingml/2006/main">
            <a:srgbClr val="7C618D"/>
          </a:solidFill>
          <a:ln xmlns:a="http://schemas.openxmlformats.org/drawingml/2006/main" w="0">
            <a:noFill/>
            <a:prstDash val="solid"/>
          </a:ln>
        </p:spPr>
      </p:sp>
      <p:sp>
        <p:nvSpPr>
          <p:cNvPr id="24" name="o23">
            <a:extLst xmlns:a="http://schemas.openxmlformats.org/drawingml/2006/main">
              <a:ext uri="{FF2B5EF4-FFF2-40B4-BE49-F238E27FC236}">
                <a16:creationId xmlns:a16="http://schemas.microsoft.com/office/drawing/2014/main" id="{39BEB7AD-C9A2-46A3-B257-B825BAC5B0EC}"/>
              </a:ext>
            </a:extLst>
          </p:cNvPr>
          <p:cNvSpPr>
            <a:spLocks xmlns:a="http://schemas.openxmlformats.org/drawingml/2006/main" noGrp="1"/>
          </p:cNvSpPr>
          <p:nvPr/>
        </p:nvSpPr>
        <p:spPr>
          <a:xfrm xmlns:a="http://schemas.openxmlformats.org/drawingml/2006/main">
            <a:off x="5543550" y="2651822"/>
            <a:ext cx="114300" cy="114300"/>
          </a:xfrm>
          <a:prstGeom xmlns:a="http://schemas.openxmlformats.org/drawingml/2006/main" prst="ellipse">
            <a:avLst/>
          </a:prstGeom>
          <a:solidFill xmlns:a="http://schemas.openxmlformats.org/drawingml/2006/main">
            <a:srgbClr val="618F60"/>
          </a:solidFill>
          <a:ln xmlns:a="http://schemas.openxmlformats.org/drawingml/2006/main" w="0">
            <a:noFill/>
            <a:prstDash val="solid"/>
          </a:ln>
        </p:spPr>
      </p:sp>
      <p:sp>
        <p:nvSpPr>
          <p:cNvPr id="25" name="line-20">
            <a:extLst xmlns:a="http://schemas.openxmlformats.org/drawingml/2006/main">
              <a:ext uri="{FF2B5EF4-FFF2-40B4-BE49-F238E27FC236}">
                <a16:creationId xmlns:a16="http://schemas.microsoft.com/office/drawing/2014/main" id="{7DCA69B1-DD3B-45BB-8C67-A350154DCBFB}"/>
              </a:ext>
            </a:extLst>
          </p:cNvPr>
          <p:cNvSpPr>
            <a:spLocks xmlns:a="http://schemas.openxmlformats.org/drawingml/2006/main" noGrp="1"/>
          </p:cNvSpPr>
          <p:nvPr/>
        </p:nvSpPr>
        <p:spPr>
          <a:xfrm xmlns:a="http://schemas.openxmlformats.org/drawingml/2006/main" flipV="0">
            <a:off x="6000750" y="3238500"/>
            <a:ext cx="180975"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26" name="line-20">
            <a:extLst xmlns:a="http://schemas.openxmlformats.org/drawingml/2006/main">
              <a:ext uri="{FF2B5EF4-FFF2-40B4-BE49-F238E27FC236}">
                <a16:creationId xmlns:a16="http://schemas.microsoft.com/office/drawing/2014/main" id="{255D04C7-EB1C-40C5-AED3-86B5DB1513E7}"/>
              </a:ext>
            </a:extLst>
          </p:cNvPr>
          <p:cNvSpPr>
            <a:spLocks xmlns:a="http://schemas.openxmlformats.org/drawingml/2006/main" noGrp="1"/>
          </p:cNvSpPr>
          <p:nvPr/>
        </p:nvSpPr>
        <p:spPr>
          <a:xfrm xmlns:a="http://schemas.openxmlformats.org/drawingml/2006/main" flipV="1">
            <a:off x="6106494" y="3238500"/>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27" name="line-20">
            <a:extLst xmlns:a="http://schemas.openxmlformats.org/drawingml/2006/main">
              <a:ext uri="{FF2B5EF4-FFF2-40B4-BE49-F238E27FC236}">
                <a16:creationId xmlns:a16="http://schemas.microsoft.com/office/drawing/2014/main" id="{AF6FD327-A828-4C2D-8883-97B1BAC910AF}"/>
              </a:ext>
            </a:extLst>
          </p:cNvPr>
          <p:cNvSpPr>
            <a:spLocks xmlns:a="http://schemas.openxmlformats.org/drawingml/2006/main" noGrp="1"/>
          </p:cNvSpPr>
          <p:nvPr/>
        </p:nvSpPr>
        <p:spPr>
          <a:xfrm xmlns:a="http://schemas.openxmlformats.org/drawingml/2006/main" flipV="0">
            <a:off x="6106494" y="3197401"/>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28" name="o27">
            <a:extLst xmlns:a="http://schemas.openxmlformats.org/drawingml/2006/main">
              <a:ext uri="{FF2B5EF4-FFF2-40B4-BE49-F238E27FC236}">
                <a16:creationId xmlns:a16="http://schemas.microsoft.com/office/drawing/2014/main" id="{65694776-E5E4-406C-AE79-15A9AE7C75F9}"/>
              </a:ext>
            </a:extLst>
          </p:cNvPr>
          <p:cNvSpPr>
            <a:spLocks xmlns:a="http://schemas.openxmlformats.org/drawingml/2006/main" noGrp="1"/>
          </p:cNvSpPr>
          <p:nvPr/>
        </p:nvSpPr>
        <p:spPr>
          <a:xfrm xmlns:a="http://schemas.openxmlformats.org/drawingml/2006/main">
            <a:off x="6210300" y="1571625"/>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0F6E73"/>
                </a:solidFill>
                <a:latin typeface="Noto Sans SC"/>
                <a:ea typeface="Noto Sans SC"/>
                <a:cs typeface="Noto Sans SC"/>
              </a:defRPr>
            </a:defPPr>
            <a:lvl1pPr algn="l">
              <a:defRPr sz="1650" b="1">
                <a:solidFill>
                  <a:srgbClr val="0F6E73"/>
                </a:solidFill>
                <a:latin typeface="Noto Sans SC"/>
                <a:ea typeface="Noto Sans SC"/>
                <a:cs typeface="Noto Sans SC"/>
              </a:defRPr>
            </a:lvl1pPr>
            <a:lvl2pPr algn="l">
              <a:defRPr sz="1650" b="1">
                <a:solidFill>
                  <a:srgbClr val="0F6E73"/>
                </a:solidFill>
                <a:latin typeface="Noto Sans SC"/>
                <a:ea typeface="Noto Sans SC"/>
                <a:cs typeface="Noto Sans SC"/>
              </a:defRPr>
            </a:lvl2pPr>
            <a:lvl3pPr algn="l">
              <a:defRPr sz="1650" b="1">
                <a:solidFill>
                  <a:srgbClr val="0F6E73"/>
                </a:solidFill>
                <a:latin typeface="Noto Sans SC"/>
                <a:ea typeface="Noto Sans SC"/>
                <a:cs typeface="Noto Sans SC"/>
              </a:defRPr>
            </a:lvl3pPr>
            <a:lvl4pPr algn="l">
              <a:defRPr sz="1650" b="1">
                <a:solidFill>
                  <a:srgbClr val="0F6E73"/>
                </a:solidFill>
                <a:latin typeface="Noto Sans SC"/>
                <a:ea typeface="Noto Sans SC"/>
                <a:cs typeface="Noto Sans SC"/>
              </a:defRPr>
            </a:lvl4pPr>
            <a:lvl5pPr algn="l">
              <a:defRPr sz="1650" b="1">
                <a:solidFill>
                  <a:srgbClr val="0F6E73"/>
                </a:solidFill>
                <a:latin typeface="Noto Sans SC"/>
                <a:ea typeface="Noto Sans SC"/>
                <a:cs typeface="Noto Sans SC"/>
              </a:defRPr>
            </a:lvl5pPr>
            <a:lvl6pPr algn="l">
              <a:defRPr sz="1650" b="1">
                <a:solidFill>
                  <a:srgbClr val="0F6E73"/>
                </a:solidFill>
                <a:latin typeface="Noto Sans SC"/>
                <a:ea typeface="Noto Sans SC"/>
                <a:cs typeface="Noto Sans SC"/>
              </a:defRPr>
            </a:lvl6pPr>
            <a:lvl7pPr algn="l">
              <a:defRPr sz="1650" b="1">
                <a:solidFill>
                  <a:srgbClr val="0F6E73"/>
                </a:solidFill>
                <a:latin typeface="Noto Sans SC"/>
                <a:ea typeface="Noto Sans SC"/>
                <a:cs typeface="Noto Sans SC"/>
              </a:defRPr>
            </a:lvl7pPr>
            <a:lvl8pPr algn="l">
              <a:defRPr sz="1650" b="1">
                <a:solidFill>
                  <a:srgbClr val="0F6E73"/>
                </a:solidFill>
                <a:latin typeface="Noto Sans SC"/>
                <a:ea typeface="Noto Sans SC"/>
                <a:cs typeface="Noto Sans SC"/>
              </a:defRPr>
            </a:lvl8pPr>
            <a:lvl9pPr algn="l">
              <a:defRPr sz="1650" b="1">
                <a:solidFill>
                  <a:srgbClr val="0F6E73"/>
                </a:solidFill>
                <a:latin typeface="Noto Sans SC"/>
                <a:ea typeface="Noto Sans SC"/>
                <a:cs typeface="Noto Sans SC"/>
              </a:defRPr>
            </a:lvl9pPr>
          </a:lstStyle>
          <a:p xmlns:a="http://schemas.openxmlformats.org/drawingml/2006/main">
            <a:pPr algn="l">
              <a:defRPr sz="1650" b="1">
                <a:solidFill>
                  <a:srgbClr val="0F6E73"/>
                </a:solidFill>
                <a:latin typeface="Noto Sans SC"/>
                <a:ea typeface="Noto Sans SC"/>
                <a:cs typeface="Noto Sans SC"/>
              </a:defRPr>
            </a:pPr>
            <a:r>
              <a:rPr sz="1650" b="1">
                <a:solidFill>
                  <a:srgbClr val="0F6E73"/>
                </a:solidFill>
                <a:latin typeface="Noto Sans SC"/>
                <a:ea typeface="Noto Sans SC"/>
                <a:cs typeface="Noto Sans SC"/>
              </a:rPr>
              <a:t>均值居中</a:t>
            </a:r>
          </a:p>
        </p:txBody>
      </p:sp>
      <p:sp>
        <p:nvSpPr>
          <p:cNvPr id="29" name="o28">
            <a:extLst xmlns:a="http://schemas.openxmlformats.org/drawingml/2006/main">
              <a:ext uri="{FF2B5EF4-FFF2-40B4-BE49-F238E27FC236}">
                <a16:creationId xmlns:a16="http://schemas.microsoft.com/office/drawing/2014/main" id="{0E2C29CD-F63A-4616-BBAE-0866CADCF293}"/>
              </a:ext>
            </a:extLst>
          </p:cNvPr>
          <p:cNvSpPr>
            <a:spLocks xmlns:a="http://schemas.openxmlformats.org/drawingml/2006/main" noGrp="1"/>
          </p:cNvSpPr>
          <p:nvPr/>
        </p:nvSpPr>
        <p:spPr>
          <a:xfrm xmlns:a="http://schemas.openxmlformats.org/drawingml/2006/main">
            <a:off x="6210300" y="2076450"/>
            <a:ext cx="2571750" cy="2381250"/>
          </a:xfrm>
          <a:prstGeom xmlns:a="http://schemas.openxmlformats.org/drawingml/2006/main" prst="rect">
            <a:avLst/>
          </a:prstGeom>
          <a:solidFill xmlns:a="http://schemas.openxmlformats.org/drawingml/2006/main">
            <a:srgbClr val="FBFBF8"/>
          </a:solidFill>
          <a:ln xmlns:a="http://schemas.openxmlformats.org/drawingml/2006/main" w="11430">
            <a:solidFill>
              <a:srgbClr val="D5DAE0"/>
            </a:solidFill>
            <a:prstDash val="solid"/>
          </a:ln>
        </p:spPr>
      </p:sp>
      <p:sp>
        <p:nvSpPr>
          <p:cNvPr id="30" name="o29">
            <a:extLst xmlns:a="http://schemas.openxmlformats.org/drawingml/2006/main">
              <a:ext uri="{FF2B5EF4-FFF2-40B4-BE49-F238E27FC236}">
                <a16:creationId xmlns:a16="http://schemas.microsoft.com/office/drawing/2014/main" id="{FE58937F-FDF2-4F1E-9D96-80DAC071BF1E}"/>
              </a:ext>
            </a:extLst>
          </p:cNvPr>
          <p:cNvSpPr>
            <a:spLocks xmlns:a="http://schemas.openxmlformats.org/drawingml/2006/main" noGrp="1"/>
          </p:cNvSpPr>
          <p:nvPr/>
        </p:nvSpPr>
        <p:spPr>
          <a:xfrm xmlns:a="http://schemas.openxmlformats.org/drawingml/2006/main">
            <a:off x="6438900" y="2637790"/>
            <a:ext cx="114300" cy="114300"/>
          </a:xfrm>
          <a:prstGeom xmlns:a="http://schemas.openxmlformats.org/drawingml/2006/main" prst="ellipse">
            <a:avLst/>
          </a:prstGeom>
          <a:solidFill xmlns:a="http://schemas.openxmlformats.org/drawingml/2006/main">
            <a:srgbClr val="0F6E73"/>
          </a:solidFill>
          <a:ln xmlns:a="http://schemas.openxmlformats.org/drawingml/2006/main" w="0">
            <a:noFill/>
            <a:prstDash val="solid"/>
          </a:ln>
        </p:spPr>
      </p:sp>
      <p:sp>
        <p:nvSpPr>
          <p:cNvPr id="31" name="o30">
            <a:extLst xmlns:a="http://schemas.openxmlformats.org/drawingml/2006/main">
              <a:ext uri="{FF2B5EF4-FFF2-40B4-BE49-F238E27FC236}">
                <a16:creationId xmlns:a16="http://schemas.microsoft.com/office/drawing/2014/main" id="{08C70C84-7E37-461E-BDBB-E20335C3BAA8}"/>
              </a:ext>
            </a:extLst>
          </p:cNvPr>
          <p:cNvSpPr>
            <a:spLocks xmlns:a="http://schemas.openxmlformats.org/drawingml/2006/main" noGrp="1"/>
          </p:cNvSpPr>
          <p:nvPr/>
        </p:nvSpPr>
        <p:spPr>
          <a:xfrm xmlns:a="http://schemas.openxmlformats.org/drawingml/2006/main">
            <a:off x="6955122" y="3151113"/>
            <a:ext cx="114300" cy="114300"/>
          </a:xfrm>
          <a:prstGeom xmlns:a="http://schemas.openxmlformats.org/drawingml/2006/main" prst="ellipse">
            <a:avLst/>
          </a:prstGeom>
          <a:solidFill xmlns:a="http://schemas.openxmlformats.org/drawingml/2006/main">
            <a:srgbClr val="32668E"/>
          </a:solidFill>
          <a:ln xmlns:a="http://schemas.openxmlformats.org/drawingml/2006/main" w="0">
            <a:noFill/>
            <a:prstDash val="solid"/>
          </a:ln>
        </p:spPr>
      </p:sp>
      <p:sp>
        <p:nvSpPr>
          <p:cNvPr id="32" name="o31">
            <a:extLst xmlns:a="http://schemas.openxmlformats.org/drawingml/2006/main">
              <a:ext uri="{FF2B5EF4-FFF2-40B4-BE49-F238E27FC236}">
                <a16:creationId xmlns:a16="http://schemas.microsoft.com/office/drawing/2014/main" id="{C94540A5-01B9-430F-AF6F-DEFBDFC6E97F}"/>
              </a:ext>
            </a:extLst>
          </p:cNvPr>
          <p:cNvSpPr>
            <a:spLocks xmlns:a="http://schemas.openxmlformats.org/drawingml/2006/main" noGrp="1"/>
          </p:cNvSpPr>
          <p:nvPr/>
        </p:nvSpPr>
        <p:spPr>
          <a:xfrm xmlns:a="http://schemas.openxmlformats.org/drawingml/2006/main">
            <a:off x="7383372" y="3734435"/>
            <a:ext cx="114300" cy="114300"/>
          </a:xfrm>
          <a:prstGeom xmlns:a="http://schemas.openxmlformats.org/drawingml/2006/main" prst="ellipse">
            <a:avLst/>
          </a:prstGeom>
          <a:solidFill xmlns:a="http://schemas.openxmlformats.org/drawingml/2006/main">
            <a:srgbClr val="B85A1E"/>
          </a:solidFill>
          <a:ln xmlns:a="http://schemas.openxmlformats.org/drawingml/2006/main" w="0">
            <a:noFill/>
            <a:prstDash val="solid"/>
          </a:ln>
        </p:spPr>
      </p:sp>
      <p:sp>
        <p:nvSpPr>
          <p:cNvPr id="33" name="o32">
            <a:extLst xmlns:a="http://schemas.openxmlformats.org/drawingml/2006/main">
              <a:ext uri="{FF2B5EF4-FFF2-40B4-BE49-F238E27FC236}">
                <a16:creationId xmlns:a16="http://schemas.microsoft.com/office/drawing/2014/main" id="{A48B9419-9D04-4573-B0D2-97E505CDB917}"/>
              </a:ext>
            </a:extLst>
          </p:cNvPr>
          <p:cNvSpPr>
            <a:spLocks xmlns:a="http://schemas.openxmlformats.org/drawingml/2006/main" noGrp="1"/>
          </p:cNvSpPr>
          <p:nvPr/>
        </p:nvSpPr>
        <p:spPr>
          <a:xfrm xmlns:a="http://schemas.openxmlformats.org/drawingml/2006/main">
            <a:off x="7812703" y="3151908"/>
            <a:ext cx="114300" cy="114300"/>
          </a:xfrm>
          <a:prstGeom xmlns:a="http://schemas.openxmlformats.org/drawingml/2006/main" prst="ellipse">
            <a:avLst/>
          </a:prstGeom>
          <a:solidFill xmlns:a="http://schemas.openxmlformats.org/drawingml/2006/main">
            <a:srgbClr val="7C618D"/>
          </a:solidFill>
          <a:ln xmlns:a="http://schemas.openxmlformats.org/drawingml/2006/main" w="0">
            <a:noFill/>
            <a:prstDash val="solid"/>
          </a:ln>
        </p:spPr>
      </p:sp>
      <p:sp>
        <p:nvSpPr>
          <p:cNvPr id="34" name="o33">
            <a:extLst xmlns:a="http://schemas.openxmlformats.org/drawingml/2006/main">
              <a:ext uri="{FF2B5EF4-FFF2-40B4-BE49-F238E27FC236}">
                <a16:creationId xmlns:a16="http://schemas.microsoft.com/office/drawing/2014/main" id="{39090548-D29B-4F39-B597-B9F9A14D4358}"/>
              </a:ext>
            </a:extLst>
          </p:cNvPr>
          <p:cNvSpPr>
            <a:spLocks xmlns:a="http://schemas.openxmlformats.org/drawingml/2006/main" noGrp="1"/>
          </p:cNvSpPr>
          <p:nvPr/>
        </p:nvSpPr>
        <p:spPr>
          <a:xfrm xmlns:a="http://schemas.openxmlformats.org/drawingml/2006/main">
            <a:off x="8343900" y="2651822"/>
            <a:ext cx="114300" cy="114300"/>
          </a:xfrm>
          <a:prstGeom xmlns:a="http://schemas.openxmlformats.org/drawingml/2006/main" prst="ellipse">
            <a:avLst/>
          </a:prstGeom>
          <a:solidFill xmlns:a="http://schemas.openxmlformats.org/drawingml/2006/main">
            <a:srgbClr val="618F60"/>
          </a:solidFill>
          <a:ln xmlns:a="http://schemas.openxmlformats.org/drawingml/2006/main" w="0">
            <a:noFill/>
            <a:prstDash val="solid"/>
          </a:ln>
        </p:spPr>
      </p:sp>
      <p:sp>
        <p:nvSpPr>
          <p:cNvPr id="35" name="line-27">
            <a:extLst xmlns:a="http://schemas.openxmlformats.org/drawingml/2006/main">
              <a:ext uri="{FF2B5EF4-FFF2-40B4-BE49-F238E27FC236}">
                <a16:creationId xmlns:a16="http://schemas.microsoft.com/office/drawing/2014/main" id="{0991EC54-8752-4F85-AC60-0EED5607D7EF}"/>
              </a:ext>
            </a:extLst>
          </p:cNvPr>
          <p:cNvSpPr>
            <a:spLocks xmlns:a="http://schemas.openxmlformats.org/drawingml/2006/main" noGrp="1"/>
          </p:cNvSpPr>
          <p:nvPr/>
        </p:nvSpPr>
        <p:spPr>
          <a:xfrm xmlns:a="http://schemas.openxmlformats.org/drawingml/2006/main" flipV="0">
            <a:off x="8801100" y="3238500"/>
            <a:ext cx="180975"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36" name="line-27">
            <a:extLst xmlns:a="http://schemas.openxmlformats.org/drawingml/2006/main">
              <a:ext uri="{FF2B5EF4-FFF2-40B4-BE49-F238E27FC236}">
                <a16:creationId xmlns:a16="http://schemas.microsoft.com/office/drawing/2014/main" id="{55757D75-E855-4538-AA61-077B59D818F7}"/>
              </a:ext>
            </a:extLst>
          </p:cNvPr>
          <p:cNvSpPr>
            <a:spLocks xmlns:a="http://schemas.openxmlformats.org/drawingml/2006/main" noGrp="1"/>
          </p:cNvSpPr>
          <p:nvPr/>
        </p:nvSpPr>
        <p:spPr>
          <a:xfrm xmlns:a="http://schemas.openxmlformats.org/drawingml/2006/main" flipV="1">
            <a:off x="8906844" y="3238500"/>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37" name="line-27">
            <a:extLst xmlns:a="http://schemas.openxmlformats.org/drawingml/2006/main">
              <a:ext uri="{FF2B5EF4-FFF2-40B4-BE49-F238E27FC236}">
                <a16:creationId xmlns:a16="http://schemas.microsoft.com/office/drawing/2014/main" id="{147F5C36-EA25-4D29-8C5C-794596A3149A}"/>
              </a:ext>
            </a:extLst>
          </p:cNvPr>
          <p:cNvSpPr>
            <a:spLocks xmlns:a="http://schemas.openxmlformats.org/drawingml/2006/main" noGrp="1"/>
          </p:cNvSpPr>
          <p:nvPr/>
        </p:nvSpPr>
        <p:spPr>
          <a:xfrm xmlns:a="http://schemas.openxmlformats.org/drawingml/2006/main" flipV="0">
            <a:off x="8906844" y="3197401"/>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38" name="o37">
            <a:extLst xmlns:a="http://schemas.openxmlformats.org/drawingml/2006/main">
              <a:ext uri="{FF2B5EF4-FFF2-40B4-BE49-F238E27FC236}">
                <a16:creationId xmlns:a16="http://schemas.microsoft.com/office/drawing/2014/main" id="{F03C1486-BC33-49BF-A616-0E880F560EA5}"/>
              </a:ext>
            </a:extLst>
          </p:cNvPr>
          <p:cNvSpPr>
            <a:spLocks xmlns:a="http://schemas.openxmlformats.org/drawingml/2006/main" noGrp="1"/>
          </p:cNvSpPr>
          <p:nvPr/>
        </p:nvSpPr>
        <p:spPr>
          <a:xfrm xmlns:a="http://schemas.openxmlformats.org/drawingml/2006/main">
            <a:off x="9010650" y="1571625"/>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0F6E73"/>
                </a:solidFill>
                <a:latin typeface="Noto Sans SC"/>
                <a:ea typeface="Noto Sans SC"/>
                <a:cs typeface="Noto Sans SC"/>
              </a:defRPr>
            </a:defPPr>
            <a:lvl1pPr algn="l">
              <a:defRPr sz="1650" b="1">
                <a:solidFill>
                  <a:srgbClr val="0F6E73"/>
                </a:solidFill>
                <a:latin typeface="Noto Sans SC"/>
                <a:ea typeface="Noto Sans SC"/>
                <a:cs typeface="Noto Sans SC"/>
              </a:defRPr>
            </a:lvl1pPr>
            <a:lvl2pPr algn="l">
              <a:defRPr sz="1650" b="1">
                <a:solidFill>
                  <a:srgbClr val="0F6E73"/>
                </a:solidFill>
                <a:latin typeface="Noto Sans SC"/>
                <a:ea typeface="Noto Sans SC"/>
                <a:cs typeface="Noto Sans SC"/>
              </a:defRPr>
            </a:lvl2pPr>
            <a:lvl3pPr algn="l">
              <a:defRPr sz="1650" b="1">
                <a:solidFill>
                  <a:srgbClr val="0F6E73"/>
                </a:solidFill>
                <a:latin typeface="Noto Sans SC"/>
                <a:ea typeface="Noto Sans SC"/>
                <a:cs typeface="Noto Sans SC"/>
              </a:defRPr>
            </a:lvl3pPr>
            <a:lvl4pPr algn="l">
              <a:defRPr sz="1650" b="1">
                <a:solidFill>
                  <a:srgbClr val="0F6E73"/>
                </a:solidFill>
                <a:latin typeface="Noto Sans SC"/>
                <a:ea typeface="Noto Sans SC"/>
                <a:cs typeface="Noto Sans SC"/>
              </a:defRPr>
            </a:lvl4pPr>
            <a:lvl5pPr algn="l">
              <a:defRPr sz="1650" b="1">
                <a:solidFill>
                  <a:srgbClr val="0F6E73"/>
                </a:solidFill>
                <a:latin typeface="Noto Sans SC"/>
                <a:ea typeface="Noto Sans SC"/>
                <a:cs typeface="Noto Sans SC"/>
              </a:defRPr>
            </a:lvl5pPr>
            <a:lvl6pPr algn="l">
              <a:defRPr sz="1650" b="1">
                <a:solidFill>
                  <a:srgbClr val="0F6E73"/>
                </a:solidFill>
                <a:latin typeface="Noto Sans SC"/>
                <a:ea typeface="Noto Sans SC"/>
                <a:cs typeface="Noto Sans SC"/>
              </a:defRPr>
            </a:lvl6pPr>
            <a:lvl7pPr algn="l">
              <a:defRPr sz="1650" b="1">
                <a:solidFill>
                  <a:srgbClr val="0F6E73"/>
                </a:solidFill>
                <a:latin typeface="Noto Sans SC"/>
                <a:ea typeface="Noto Sans SC"/>
                <a:cs typeface="Noto Sans SC"/>
              </a:defRPr>
            </a:lvl7pPr>
            <a:lvl8pPr algn="l">
              <a:defRPr sz="1650" b="1">
                <a:solidFill>
                  <a:srgbClr val="0F6E73"/>
                </a:solidFill>
                <a:latin typeface="Noto Sans SC"/>
                <a:ea typeface="Noto Sans SC"/>
                <a:cs typeface="Noto Sans SC"/>
              </a:defRPr>
            </a:lvl8pPr>
            <a:lvl9pPr algn="l">
              <a:defRPr sz="1650" b="1">
                <a:solidFill>
                  <a:srgbClr val="0F6E73"/>
                </a:solidFill>
                <a:latin typeface="Noto Sans SC"/>
                <a:ea typeface="Noto Sans SC"/>
                <a:cs typeface="Noto Sans SC"/>
              </a:defRPr>
            </a:lvl9pPr>
          </a:lstStyle>
          <a:p xmlns:a="http://schemas.openxmlformats.org/drawingml/2006/main">
            <a:pPr algn="l">
              <a:defRPr sz="1650" b="1">
                <a:solidFill>
                  <a:srgbClr val="0F6E73"/>
                </a:solidFill>
                <a:latin typeface="Noto Sans SC"/>
                <a:ea typeface="Noto Sans SC"/>
                <a:cs typeface="Noto Sans SC"/>
              </a:defRPr>
            </a:pPr>
            <a:r>
              <a:rPr sz="1650" b="1">
                <a:solidFill>
                  <a:srgbClr val="0F6E73"/>
                </a:solidFill>
                <a:latin typeface="Noto Sans SC"/>
                <a:ea typeface="Noto Sans SC"/>
                <a:cs typeface="Noto Sans SC"/>
              </a:rPr>
              <a:t>尺度归一</a:t>
            </a:r>
          </a:p>
        </p:txBody>
      </p:sp>
      <p:sp>
        <p:nvSpPr>
          <p:cNvPr id="39" name="o38">
            <a:extLst xmlns:a="http://schemas.openxmlformats.org/drawingml/2006/main">
              <a:ext uri="{FF2B5EF4-FFF2-40B4-BE49-F238E27FC236}">
                <a16:creationId xmlns:a16="http://schemas.microsoft.com/office/drawing/2014/main" id="{D927DFBF-5A29-4814-B19F-F9DCD8AB0616}"/>
              </a:ext>
            </a:extLst>
          </p:cNvPr>
          <p:cNvSpPr>
            <a:spLocks xmlns:a="http://schemas.openxmlformats.org/drawingml/2006/main" noGrp="1"/>
          </p:cNvSpPr>
          <p:nvPr/>
        </p:nvSpPr>
        <p:spPr>
          <a:xfrm xmlns:a="http://schemas.openxmlformats.org/drawingml/2006/main">
            <a:off x="9010650" y="2076450"/>
            <a:ext cx="2571750" cy="2381250"/>
          </a:xfrm>
          <a:prstGeom xmlns:a="http://schemas.openxmlformats.org/drawingml/2006/main" prst="rect">
            <a:avLst/>
          </a:prstGeom>
          <a:solidFill xmlns:a="http://schemas.openxmlformats.org/drawingml/2006/main">
            <a:srgbClr val="FBFBF8"/>
          </a:solidFill>
          <a:ln xmlns:a="http://schemas.openxmlformats.org/drawingml/2006/main" w="11430">
            <a:solidFill>
              <a:srgbClr val="D5DAE0"/>
            </a:solidFill>
            <a:prstDash val="solid"/>
          </a:ln>
        </p:spPr>
      </p:sp>
      <p:sp>
        <p:nvSpPr>
          <p:cNvPr id="40" name="o39">
            <a:extLst xmlns:a="http://schemas.openxmlformats.org/drawingml/2006/main">
              <a:ext uri="{FF2B5EF4-FFF2-40B4-BE49-F238E27FC236}">
                <a16:creationId xmlns:a16="http://schemas.microsoft.com/office/drawing/2014/main" id="{0EA41620-3052-4961-9D15-3F0DA715492C}"/>
              </a:ext>
            </a:extLst>
          </p:cNvPr>
          <p:cNvSpPr>
            <a:spLocks xmlns:a="http://schemas.openxmlformats.org/drawingml/2006/main" noGrp="1"/>
          </p:cNvSpPr>
          <p:nvPr/>
        </p:nvSpPr>
        <p:spPr>
          <a:xfrm xmlns:a="http://schemas.openxmlformats.org/drawingml/2006/main">
            <a:off x="9239250" y="2637790"/>
            <a:ext cx="114300" cy="114300"/>
          </a:xfrm>
          <a:prstGeom xmlns:a="http://schemas.openxmlformats.org/drawingml/2006/main" prst="ellipse">
            <a:avLst/>
          </a:prstGeom>
          <a:solidFill xmlns:a="http://schemas.openxmlformats.org/drawingml/2006/main">
            <a:srgbClr val="0F6E73"/>
          </a:solidFill>
          <a:ln xmlns:a="http://schemas.openxmlformats.org/drawingml/2006/main" w="0">
            <a:noFill/>
            <a:prstDash val="solid"/>
          </a:ln>
        </p:spPr>
      </p:sp>
      <p:sp>
        <p:nvSpPr>
          <p:cNvPr id="41" name="o40">
            <a:extLst xmlns:a="http://schemas.openxmlformats.org/drawingml/2006/main">
              <a:ext uri="{FF2B5EF4-FFF2-40B4-BE49-F238E27FC236}">
                <a16:creationId xmlns:a16="http://schemas.microsoft.com/office/drawing/2014/main" id="{3032D289-18A7-4E6D-8EEC-4395CA2B3647}"/>
              </a:ext>
            </a:extLst>
          </p:cNvPr>
          <p:cNvSpPr>
            <a:spLocks xmlns:a="http://schemas.openxmlformats.org/drawingml/2006/main" noGrp="1"/>
          </p:cNvSpPr>
          <p:nvPr/>
        </p:nvSpPr>
        <p:spPr>
          <a:xfrm xmlns:a="http://schemas.openxmlformats.org/drawingml/2006/main">
            <a:off x="9755472" y="3151113"/>
            <a:ext cx="114300" cy="114300"/>
          </a:xfrm>
          <a:prstGeom xmlns:a="http://schemas.openxmlformats.org/drawingml/2006/main" prst="ellipse">
            <a:avLst/>
          </a:prstGeom>
          <a:solidFill xmlns:a="http://schemas.openxmlformats.org/drawingml/2006/main">
            <a:srgbClr val="32668E"/>
          </a:solidFill>
          <a:ln xmlns:a="http://schemas.openxmlformats.org/drawingml/2006/main" w="0">
            <a:noFill/>
            <a:prstDash val="solid"/>
          </a:ln>
        </p:spPr>
      </p:sp>
      <p:sp>
        <p:nvSpPr>
          <p:cNvPr id="42" name="o41">
            <a:extLst xmlns:a="http://schemas.openxmlformats.org/drawingml/2006/main">
              <a:ext uri="{FF2B5EF4-FFF2-40B4-BE49-F238E27FC236}">
                <a16:creationId xmlns:a16="http://schemas.microsoft.com/office/drawing/2014/main" id="{75315828-E0C9-4A1E-BCD7-366E6678F9DD}"/>
              </a:ext>
            </a:extLst>
          </p:cNvPr>
          <p:cNvSpPr>
            <a:spLocks xmlns:a="http://schemas.openxmlformats.org/drawingml/2006/main" noGrp="1"/>
          </p:cNvSpPr>
          <p:nvPr/>
        </p:nvSpPr>
        <p:spPr>
          <a:xfrm xmlns:a="http://schemas.openxmlformats.org/drawingml/2006/main">
            <a:off x="10183722" y="3734435"/>
            <a:ext cx="114300" cy="114300"/>
          </a:xfrm>
          <a:prstGeom xmlns:a="http://schemas.openxmlformats.org/drawingml/2006/main" prst="ellipse">
            <a:avLst/>
          </a:prstGeom>
          <a:solidFill xmlns:a="http://schemas.openxmlformats.org/drawingml/2006/main">
            <a:srgbClr val="B85A1E"/>
          </a:solidFill>
          <a:ln xmlns:a="http://schemas.openxmlformats.org/drawingml/2006/main" w="0">
            <a:noFill/>
            <a:prstDash val="solid"/>
          </a:ln>
        </p:spPr>
      </p:sp>
      <p:sp>
        <p:nvSpPr>
          <p:cNvPr id="43" name="o42">
            <a:extLst xmlns:a="http://schemas.openxmlformats.org/drawingml/2006/main">
              <a:ext uri="{FF2B5EF4-FFF2-40B4-BE49-F238E27FC236}">
                <a16:creationId xmlns:a16="http://schemas.microsoft.com/office/drawing/2014/main" id="{8CF58EEA-C696-442A-921E-CD1F412DAE79}"/>
              </a:ext>
            </a:extLst>
          </p:cNvPr>
          <p:cNvSpPr>
            <a:spLocks xmlns:a="http://schemas.openxmlformats.org/drawingml/2006/main" noGrp="1"/>
          </p:cNvSpPr>
          <p:nvPr/>
        </p:nvSpPr>
        <p:spPr>
          <a:xfrm xmlns:a="http://schemas.openxmlformats.org/drawingml/2006/main">
            <a:off x="10613053" y="3151908"/>
            <a:ext cx="114300" cy="114300"/>
          </a:xfrm>
          <a:prstGeom xmlns:a="http://schemas.openxmlformats.org/drawingml/2006/main" prst="ellipse">
            <a:avLst/>
          </a:prstGeom>
          <a:solidFill xmlns:a="http://schemas.openxmlformats.org/drawingml/2006/main">
            <a:srgbClr val="7C618D"/>
          </a:solidFill>
          <a:ln xmlns:a="http://schemas.openxmlformats.org/drawingml/2006/main" w="0">
            <a:noFill/>
            <a:prstDash val="solid"/>
          </a:ln>
        </p:spPr>
      </p:sp>
      <p:sp>
        <p:nvSpPr>
          <p:cNvPr id="44" name="o43">
            <a:extLst xmlns:a="http://schemas.openxmlformats.org/drawingml/2006/main">
              <a:ext uri="{FF2B5EF4-FFF2-40B4-BE49-F238E27FC236}">
                <a16:creationId xmlns:a16="http://schemas.microsoft.com/office/drawing/2014/main" id="{95BE2784-8004-409D-8F87-CCC61F1E9288}"/>
              </a:ext>
            </a:extLst>
          </p:cNvPr>
          <p:cNvSpPr>
            <a:spLocks xmlns:a="http://schemas.openxmlformats.org/drawingml/2006/main" noGrp="1"/>
          </p:cNvSpPr>
          <p:nvPr/>
        </p:nvSpPr>
        <p:spPr>
          <a:xfrm xmlns:a="http://schemas.openxmlformats.org/drawingml/2006/main">
            <a:off x="11144250" y="2651822"/>
            <a:ext cx="114300" cy="114300"/>
          </a:xfrm>
          <a:prstGeom xmlns:a="http://schemas.openxmlformats.org/drawingml/2006/main" prst="ellipse">
            <a:avLst/>
          </a:prstGeom>
          <a:solidFill xmlns:a="http://schemas.openxmlformats.org/drawingml/2006/main">
            <a:srgbClr val="618F60"/>
          </a:solidFill>
          <a:ln xmlns:a="http://schemas.openxmlformats.org/drawingml/2006/main" w="0">
            <a:noFill/>
            <a:prstDash val="solid"/>
          </a:ln>
        </p:spPr>
      </p:sp>
      <p:sp>
        <p:nvSpPr>
          <p:cNvPr id="45" name="o44">
            <a:extLst xmlns:a="http://schemas.openxmlformats.org/drawingml/2006/main">
              <a:ext uri="{FF2B5EF4-FFF2-40B4-BE49-F238E27FC236}">
                <a16:creationId xmlns:a16="http://schemas.microsoft.com/office/drawing/2014/main" id="{C70BC240-B34B-45A0-AA78-25A6B47F9E2F}"/>
              </a:ext>
            </a:extLst>
          </p:cNvPr>
          <p:cNvSpPr>
            <a:spLocks xmlns:a="http://schemas.openxmlformats.org/drawingml/2006/main" noGrp="1"/>
          </p:cNvSpPr>
          <p:nvPr/>
        </p:nvSpPr>
        <p:spPr>
          <a:xfrm xmlns:a="http://schemas.openxmlformats.org/drawingml/2006/main">
            <a:off x="609600" y="4524375"/>
            <a:ext cx="109728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b="0">
                <a:solidFill>
                  <a:srgbClr val="32668E"/>
                </a:solidFill>
                <a:latin typeface="Noto Sans SC"/>
                <a:ea typeface="Noto Sans SC"/>
                <a:cs typeface="Noto Sans SC"/>
              </a:defRPr>
            </a:defPPr>
            <a:lvl1pPr algn="l">
              <a:defRPr sz="1350" b="0">
                <a:solidFill>
                  <a:srgbClr val="32668E"/>
                </a:solidFill>
                <a:latin typeface="Noto Sans SC"/>
                <a:ea typeface="Noto Sans SC"/>
                <a:cs typeface="Noto Sans SC"/>
              </a:defRPr>
            </a:lvl1pPr>
            <a:lvl2pPr algn="l">
              <a:defRPr sz="1350" b="0">
                <a:solidFill>
                  <a:srgbClr val="32668E"/>
                </a:solidFill>
                <a:latin typeface="Noto Sans SC"/>
                <a:ea typeface="Noto Sans SC"/>
                <a:cs typeface="Noto Sans SC"/>
              </a:defRPr>
            </a:lvl2pPr>
            <a:lvl3pPr algn="l">
              <a:defRPr sz="1350" b="0">
                <a:solidFill>
                  <a:srgbClr val="32668E"/>
                </a:solidFill>
                <a:latin typeface="Noto Sans SC"/>
                <a:ea typeface="Noto Sans SC"/>
                <a:cs typeface="Noto Sans SC"/>
              </a:defRPr>
            </a:lvl3pPr>
            <a:lvl4pPr algn="l">
              <a:defRPr sz="1350" b="0">
                <a:solidFill>
                  <a:srgbClr val="32668E"/>
                </a:solidFill>
                <a:latin typeface="Noto Sans SC"/>
                <a:ea typeface="Noto Sans SC"/>
                <a:cs typeface="Noto Sans SC"/>
              </a:defRPr>
            </a:lvl4pPr>
            <a:lvl5pPr algn="l">
              <a:defRPr sz="1350" b="0">
                <a:solidFill>
                  <a:srgbClr val="32668E"/>
                </a:solidFill>
                <a:latin typeface="Noto Sans SC"/>
                <a:ea typeface="Noto Sans SC"/>
                <a:cs typeface="Noto Sans SC"/>
              </a:defRPr>
            </a:lvl5pPr>
            <a:lvl6pPr algn="l">
              <a:defRPr sz="1350" b="0">
                <a:solidFill>
                  <a:srgbClr val="32668E"/>
                </a:solidFill>
                <a:latin typeface="Noto Sans SC"/>
                <a:ea typeface="Noto Sans SC"/>
                <a:cs typeface="Noto Sans SC"/>
              </a:defRPr>
            </a:lvl6pPr>
            <a:lvl7pPr algn="l">
              <a:defRPr sz="1350" b="0">
                <a:solidFill>
                  <a:srgbClr val="32668E"/>
                </a:solidFill>
                <a:latin typeface="Noto Sans SC"/>
                <a:ea typeface="Noto Sans SC"/>
                <a:cs typeface="Noto Sans SC"/>
              </a:defRPr>
            </a:lvl7pPr>
            <a:lvl8pPr algn="l">
              <a:defRPr sz="1350" b="0">
                <a:solidFill>
                  <a:srgbClr val="32668E"/>
                </a:solidFill>
                <a:latin typeface="Noto Sans SC"/>
                <a:ea typeface="Noto Sans SC"/>
                <a:cs typeface="Noto Sans SC"/>
              </a:defRPr>
            </a:lvl8pPr>
            <a:lvl9pPr algn="l">
              <a:defRPr sz="1350" b="0">
                <a:solidFill>
                  <a:srgbClr val="32668E"/>
                </a:solidFill>
                <a:latin typeface="Noto Sans SC"/>
                <a:ea typeface="Noto Sans SC"/>
                <a:cs typeface="Noto Sans SC"/>
              </a:defRPr>
            </a:lvl9pPr>
          </a:lstStyle>
          <a:p xmlns:a="http://schemas.openxmlformats.org/drawingml/2006/main">
            <a:pPr algn="l">
              <a:defRPr sz="1350" b="0">
                <a:solidFill>
                  <a:srgbClr val="32668E"/>
                </a:solidFill>
                <a:latin typeface="Noto Sans SC"/>
                <a:ea typeface="Noto Sans SC"/>
                <a:cs typeface="Noto Sans SC"/>
              </a:defRPr>
            </a:pPr>
            <a:r>
              <a:rPr sz="1350" b="0">
                <a:solidFill>
                  <a:srgbClr val="32668E"/>
                </a:solidFill>
                <a:latin typeface="Noto Sans SC"/>
                <a:ea typeface="Noto Sans SC"/>
                <a:cs typeface="Noto Sans SC"/>
              </a:rPr>
              <a:t>同色对应同一成员；各图独立等比缩放，图宽不代表物理距离</a:t>
            </a:r>
          </a:p>
        </p:txBody>
      </p:sp>
      <p:sp>
        <p:nvSpPr>
          <p:cNvPr id="46" name="o45">
            <a:extLst xmlns:a="http://schemas.openxmlformats.org/drawingml/2006/main">
              <a:ext uri="{FF2B5EF4-FFF2-40B4-BE49-F238E27FC236}">
                <a16:creationId xmlns:a16="http://schemas.microsoft.com/office/drawing/2014/main" id="{09CD2DE4-F457-495F-A9CA-BC5536904712}"/>
              </a:ext>
            </a:extLst>
          </p:cNvPr>
          <p:cNvSpPr>
            <a:spLocks xmlns:a="http://schemas.openxmlformats.org/drawingml/2006/main" noGrp="1"/>
          </p:cNvSpPr>
          <p:nvPr/>
        </p:nvSpPr>
        <p:spPr>
          <a:xfrm xmlns:a="http://schemas.openxmlformats.org/drawingml/2006/main">
            <a:off x="609600" y="5572125"/>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0">
                <a:solidFill>
                  <a:srgbClr val="B85A1E"/>
                </a:solidFill>
                <a:latin typeface="Noto Sans SC"/>
                <a:ea typeface="Noto Sans SC"/>
                <a:cs typeface="Noto Sans SC"/>
              </a:defRPr>
            </a:defPPr>
            <a:lvl1pPr algn="l">
              <a:defRPr sz="1425" b="0">
                <a:solidFill>
                  <a:srgbClr val="B85A1E"/>
                </a:solidFill>
                <a:latin typeface="Noto Sans SC"/>
                <a:ea typeface="Noto Sans SC"/>
                <a:cs typeface="Noto Sans SC"/>
              </a:defRPr>
            </a:lvl1pPr>
            <a:lvl2pPr algn="l">
              <a:defRPr sz="1425" b="0">
                <a:solidFill>
                  <a:srgbClr val="B85A1E"/>
                </a:solidFill>
                <a:latin typeface="Noto Sans SC"/>
                <a:ea typeface="Noto Sans SC"/>
                <a:cs typeface="Noto Sans SC"/>
              </a:defRPr>
            </a:lvl2pPr>
            <a:lvl3pPr algn="l">
              <a:defRPr sz="1425" b="0">
                <a:solidFill>
                  <a:srgbClr val="B85A1E"/>
                </a:solidFill>
                <a:latin typeface="Noto Sans SC"/>
                <a:ea typeface="Noto Sans SC"/>
                <a:cs typeface="Noto Sans SC"/>
              </a:defRPr>
            </a:lvl3pPr>
            <a:lvl4pPr algn="l">
              <a:defRPr sz="1425" b="0">
                <a:solidFill>
                  <a:srgbClr val="B85A1E"/>
                </a:solidFill>
                <a:latin typeface="Noto Sans SC"/>
                <a:ea typeface="Noto Sans SC"/>
                <a:cs typeface="Noto Sans SC"/>
              </a:defRPr>
            </a:lvl4pPr>
            <a:lvl5pPr algn="l">
              <a:defRPr sz="1425" b="0">
                <a:solidFill>
                  <a:srgbClr val="B85A1E"/>
                </a:solidFill>
                <a:latin typeface="Noto Sans SC"/>
                <a:ea typeface="Noto Sans SC"/>
                <a:cs typeface="Noto Sans SC"/>
              </a:defRPr>
            </a:lvl5pPr>
            <a:lvl6pPr algn="l">
              <a:defRPr sz="1425" b="0">
                <a:solidFill>
                  <a:srgbClr val="B85A1E"/>
                </a:solidFill>
                <a:latin typeface="Noto Sans SC"/>
                <a:ea typeface="Noto Sans SC"/>
                <a:cs typeface="Noto Sans SC"/>
              </a:defRPr>
            </a:lvl6pPr>
            <a:lvl7pPr algn="l">
              <a:defRPr sz="1425" b="0">
                <a:solidFill>
                  <a:srgbClr val="B85A1E"/>
                </a:solidFill>
                <a:latin typeface="Noto Sans SC"/>
                <a:ea typeface="Noto Sans SC"/>
                <a:cs typeface="Noto Sans SC"/>
              </a:defRPr>
            </a:lvl7pPr>
            <a:lvl8pPr algn="l">
              <a:defRPr sz="1425" b="0">
                <a:solidFill>
                  <a:srgbClr val="B85A1E"/>
                </a:solidFill>
                <a:latin typeface="Noto Sans SC"/>
                <a:ea typeface="Noto Sans SC"/>
                <a:cs typeface="Noto Sans SC"/>
              </a:defRPr>
            </a:lvl8pPr>
            <a:lvl9pPr algn="l">
              <a:defRPr sz="1425" b="0">
                <a:solidFill>
                  <a:srgbClr val="B85A1E"/>
                </a:solidFill>
                <a:latin typeface="Noto Sans SC"/>
                <a:ea typeface="Noto Sans SC"/>
                <a:cs typeface="Noto Sans SC"/>
              </a:defRPr>
            </a:lvl9pPr>
          </a:lstStyle>
          <a:p xmlns:a="http://schemas.openxmlformats.org/drawingml/2006/main">
            <a:pPr algn="l">
              <a:defRPr sz="1425" b="0">
                <a:solidFill>
                  <a:srgbClr val="B85A1E"/>
                </a:solidFill>
                <a:latin typeface="Noto Sans SC"/>
                <a:ea typeface="Noto Sans SC"/>
                <a:cs typeface="Noto Sans SC"/>
              </a:defRPr>
            </a:pPr>
            <a:r>
              <a:rPr sz="1425" b="0">
                <a:solidFill>
                  <a:srgbClr val="B85A1E"/>
                </a:solidFill>
                <a:latin typeface="Noto Sans SC"/>
                <a:ea typeface="Noto Sans SC"/>
                <a:cs typeface="Noto Sans SC"/>
              </a:rPr>
              <a:t>s ≤ 10⁻³ 时仅居中；共同时间不足或模型异常时返回诊断</a:t>
            </a:r>
          </a:p>
        </p:txBody>
      </p:sp>
      <p:sp xmlns:a="http://schemas.openxmlformats.org/drawingml/2006/main" xmlns:m="http://schemas.openxmlformats.org/officeDocument/2006/math" xmlns:w="http://schemas.openxmlformats.org/wordprocessingml/2006/main" xmlns:a14="http://schemas.microsoft.com/office/drawing/2010/main" xmlns:r="http://schemas.openxmlformats.org/officeDocument/2006/relationships" xmlns:rel="http://schemas.openxmlformats.org/package/2006/relationships" xmlns:ct="http://schemas.openxmlformats.org/package/2006/content-types">
        <p:nvSpPr>
          <p:cNvPr id="7001" name="latex-equation-7001"/>
          <p:cNvSpPr txBox="1">
            <a:spLocks noGrp="1"/>
          </p:cNvSpPr>
          <p:nvPr/>
        </p:nvSpPr>
        <p:spPr>
          <a:xfrm>
            <a:off x="609600" y="4829175"/>
            <a:ext cx="10972800" cy="619125"/>
          </a:xfrm>
          <a:prstGeom prst="rect">
            <a:avLst/>
          </a:prstGeom>
          <a:noFill/>
          <a:ln>
            <a:noFill/>
          </a:ln>
        </p:spPr>
        <p:txBody>
          <a:bodyPr wrap="none" lIns="0" tIns="0" rIns="0" bIns="0" anchor="ctr">
            <a:noAutofit/>
          </a:bodyPr>
          <a:lstStyle/>
          <a:p>
            <a:pPr algn="ctr"/>
            <a14:m>
              <m:oMathPara>
                <m:oMath>
                  <m:sSub>
                    <m:e>
                      <m:r>
                        <w:rPr>
                          <w:sz w:val="40"/>
                          <w:rFonts w:ascii="Cambria Math" w:hAnsi="Cambria Math" w:eastAsia="Cambria Math"/>
                        </w:rPr>
                        <m:t>q</m:t>
                      </m:r>
                    </m:e>
                    <m:sub>
                      <m:r>
                        <w:rPr>
                          <w:sz w:val="40"/>
                          <w:rFonts w:ascii="Cambria Math" w:hAnsi="Cambria Math" w:eastAsia="Cambria Math"/>
                        </w:rPr>
                        <m:t>i</m:t>
                      </m:r>
                    </m:sub>
                  </m:sSub>
                  <m:r>
                    <w:rPr>
                      <w:sz w:val="40"/>
                      <w:rFonts w:ascii="Cambria Math" w:hAnsi="Cambria Math" w:eastAsia="Cambria Math"/>
                    </w:rPr>
                    <m:t>=</m:t>
                  </m:r>
                  <m:sSub>
                    <m:e>
                      <m:r>
                        <w:rPr>
                          <w:sz w:val="40"/>
                          <w:rFonts w:ascii="Cambria Math" w:hAnsi="Cambria Math" w:eastAsia="Cambria Math"/>
                        </w:rPr>
                        <m:t>R</m:t>
                      </m:r>
                    </m:e>
                    <m:sub>
                      <m:r>
                        <w:rPr>
                          <w:sz w:val="40"/>
                          <w:rFonts w:ascii="Cambria Math" w:hAnsi="Cambria Math" w:eastAsia="Cambria Math"/>
                        </w:rPr>
                        <m:t>θ</m:t>
                      </m:r>
                    </m:sub>
                  </m:sSub>
                  <m:sSub>
                    <m:e>
                      <m:r>
                        <w:rPr>
                          <w:sz w:val="40"/>
                          <w:rFonts w:ascii="Cambria Math" w:hAnsi="Cambria Math" w:eastAsia="Cambria Math"/>
                        </w:rPr>
                        <m:t>p</m:t>
                      </m:r>
                    </m:e>
                    <m:sub>
                      <m:r>
                        <w:rPr>
                          <w:sz w:val="40"/>
                          <w:rFonts w:ascii="Cambria Math" w:hAnsi="Cambria Math" w:eastAsia="Cambria Math"/>
                        </w:rPr>
                        <m:t>i</m:t>
                      </m:r>
                    </m:sub>
                  </m:sSub>
                  <m:r>
                    <w:rPr>
                      <w:sz w:val="40"/>
                      <w:rFonts w:ascii="Cambria Math" w:hAnsi="Cambria Math" w:eastAsia="Cambria Math"/>
                    </w:rPr>
                    <m:t>,</m:t>
                  </m:r>
                  <m:sSub>
                    <m:e>
                      <m:r>
                        <w:rPr>
                          <w:sz w:val="40"/>
                          <w:rFonts w:ascii="Cambria Math" w:hAnsi="Cambria Math" w:eastAsia="Cambria Math"/>
                        </w:rPr>
                        <m:t>z</m:t>
                      </m:r>
                    </m:e>
                    <m:sub>
                      <m:r>
                        <w:rPr>
                          <w:sz w:val="40"/>
                          <w:rFonts w:ascii="Cambria Math" w:hAnsi="Cambria Math" w:eastAsia="Cambria Math"/>
                        </w:rPr>
                        <m:t>i</m:t>
                      </m:r>
                    </m:sub>
                  </m:sSub>
                  <m:r>
                    <w:rPr>
                      <w:sz w:val="40"/>
                      <w:rFonts w:ascii="Cambria Math" w:hAnsi="Cambria Math" w:eastAsia="Cambria Math"/>
                    </w:rPr>
                    <m:t>=(</m:t>
                  </m:r>
                  <m:sSub>
                    <m:e>
                      <m:r>
                        <w:rPr>
                          <w:sz w:val="40"/>
                          <w:rFonts w:ascii="Cambria Math" w:hAnsi="Cambria Math" w:eastAsia="Cambria Math"/>
                        </w:rPr>
                        <m:t>q</m:t>
                      </m:r>
                    </m:e>
                    <m:sub>
                      <m:r>
                        <w:rPr>
                          <w:sz w:val="40"/>
                          <w:rFonts w:ascii="Cambria Math" w:hAnsi="Cambria Math" w:eastAsia="Cambria Math"/>
                        </w:rPr>
                        <m:t>i</m:t>
                      </m:r>
                    </m:sub>
                  </m:sSub>
                  <m:r>
                    <w:rPr>
                      <w:sz w:val="40"/>
                      <w:rFonts w:ascii="Cambria Math" w:hAnsi="Cambria Math" w:eastAsia="Cambria Math"/>
                    </w:rPr>
                    <m:t>−</m:t>
                  </m:r>
                  <m:bar>
                    <m:barPr>
                      <m:pos m:val="top"/>
                    </m:barPr>
                    <m:e>
                      <m:r>
                        <w:rPr>
                          <w:sz w:val="40"/>
                          <w:rFonts w:ascii="Cambria Math" w:hAnsi="Cambria Math" w:eastAsia="Cambria Math"/>
                        </w:rPr>
                        <m:t>q</m:t>
                      </m:r>
                    </m:e>
                  </m:bar>
                  <m:r>
                    <w:rPr>
                      <w:sz w:val="40"/>
                      <w:rFonts w:ascii="Cambria Math" w:hAnsi="Cambria Math" w:eastAsia="Cambria Math"/>
                    </w:rPr>
                    <m:t>)/s,</m:t>
                  </m:r>
                  <m:r>
                    <w:rPr>
                      <w:sz w:val="40"/>
                      <w:rFonts w:ascii="Cambria Math" w:hAnsi="Cambria Math" w:eastAsia="Cambria Math"/>
                    </w:rPr>
                    <m:t>s=</m:t>
                  </m:r>
                  <m:sSub>
                    <m:e>
                      <m:r>
                        <w:rPr>
                          <w:sz w:val="40"/>
                          <w:rFonts w:ascii="Cambria Math" w:hAnsi="Cambria Math" w:eastAsia="Cambria Math"/>
                        </w:rPr>
                        <m:t>max</m:t>
                      </m:r>
                    </m:e>
                    <m:sub>
                      <m:r>
                        <w:rPr>
                          <w:sz w:val="40"/>
                          <w:rFonts w:ascii="Cambria Math" w:hAnsi="Cambria Math" w:eastAsia="Cambria Math"/>
                        </w:rPr>
                        <m:t>i,c</m:t>
                      </m:r>
                    </m:sub>
                  </m:sSub>
                  <m:r>
                    <w:rPr>
                      <w:sz w:val="40"/>
                      <w:rFonts w:ascii="Cambria Math" w:hAnsi="Cambria Math" w:eastAsia="Cambria Math"/>
                    </w:rPr>
                    <m:t>|(</m:t>
                  </m:r>
                  <m:sSub>
                    <m:e>
                      <m:r>
                        <w:rPr>
                          <w:sz w:val="40"/>
                          <w:rFonts w:ascii="Cambria Math" w:hAnsi="Cambria Math" w:eastAsia="Cambria Math"/>
                        </w:rPr>
                        <m:t>q</m:t>
                      </m:r>
                    </m:e>
                    <m:sub>
                      <m:r>
                        <w:rPr>
                          <w:sz w:val="40"/>
                          <w:rFonts w:ascii="Cambria Math" w:hAnsi="Cambria Math" w:eastAsia="Cambria Math"/>
                        </w:rPr>
                        <m:t>i</m:t>
                      </m:r>
                    </m:sub>
                  </m:sSub>
                  <m:r>
                    <w:rPr>
                      <w:sz w:val="40"/>
                      <w:rFonts w:ascii="Cambria Math" w:hAnsi="Cambria Math" w:eastAsia="Cambria Math"/>
                    </w:rPr>
                    <m:t>−</m:t>
                  </m:r>
                  <m:bar>
                    <m:barPr>
                      <m:pos m:val="top"/>
                    </m:barPr>
                    <m:e>
                      <m:r>
                        <w:rPr>
                          <w:sz w:val="40"/>
                          <w:rFonts w:ascii="Cambria Math" w:hAnsi="Cambria Math" w:eastAsia="Cambria Math"/>
                        </w:rPr>
                        <m:t>q</m:t>
                      </m:r>
                    </m:e>
                  </m:bar>
                  <m:sSub>
                    <m:e>
                      <m:r>
                        <w:rPr>
                          <w:sz w:val="40"/>
                          <w:rFonts w:ascii="Cambria Math" w:hAnsi="Cambria Math" w:eastAsia="Cambria Math"/>
                        </w:rPr>
                        <m:t>)</m:t>
                      </m:r>
                    </m:e>
                    <m:sub>
                      <m:r>
                        <w:rPr>
                          <w:sz w:val="40"/>
                          <w:rFonts w:ascii="Cambria Math" w:hAnsi="Cambria Math" w:eastAsia="Cambria Math"/>
                        </w:rPr>
                        <m:t>c</m:t>
                      </m:r>
                    </m:sub>
                  </m:sSub>
                  <m:r>
                    <w:rPr>
                      <w:sz w:val="40"/>
                      <w:rFonts w:ascii="Cambria Math" w:hAnsi="Cambria Math" w:eastAsia="Cambria Math"/>
                    </w:rPr>
                    <m:t>|</m:t>
                  </m:r>
                </m:oMath>
              </m:oMathPara>
            </a14:m>
            <a:endParaRPr sz="2000"/>
          </a:p>
        </p:txBody>
      </p:sp>
    </p:spTree>
    <p:extLst>
      <p:ext uri="{BB962C8B-B14F-4D97-AF65-F5344CB8AC3E}">
        <p14:creationId xmlns:p14="http://schemas.microsoft.com/office/powerpoint/2010/main" val="1226864559"/>
      </p:ext>
    </p:extLst>
  </p:cSld>
</p:sld>
</file>

<file path=ppt/slides/slide15.xml><?xml version="1.0" encoding="utf-8"?>
<p:sld xmlns:p="http://schemas.openxmlformats.org/presentationml/2006/main">
  <p:cSld>
    <p:bg>
      <p:bgPr>
        <a:solidFill xmlns:a="http://schemas.openxmlformats.org/drawingml/2006/main">
          <a:srgbClr val="ECEFF1"/>
        </a:solidFill>
      </p:bgPr>
    </p:bg>
    <p:spTree>
      <p:nvGrpSpPr>
        <p:cNvPr id="1" name=""/>
        <p:cNvGrpSpPr/>
        <p:nvPr/>
      </p:nvGrpSpPr>
      <p:grpSpPr>
        <a:xfrm xmlns:a="http://schemas.openxmlformats.org/drawingml/2006/main"/>
      </p:grpSpPr>
      <p:sp>
        <p:nvSpPr>
          <p:cNvPr id="50" name="o0">
            <a:extLst xmlns:a="http://schemas.openxmlformats.org/drawingml/2006/main">
              <a:ext uri="{FF2B5EF4-FFF2-40B4-BE49-F238E27FC236}">
                <a16:creationId xmlns:a16="http://schemas.microsoft.com/office/drawing/2014/main" id="{38FF4C4D-1E5E-44F2-AC70-53856F83C396}"/>
              </a:ext>
            </a:extLst>
          </p:cNvPr>
          <p:cNvSpPr>
            <a:spLocks xmlns:a="http://schemas.openxmlformats.org/drawingml/2006/main" noGrp="1"/>
          </p:cNvSpPr>
          <p:nvPr/>
        </p:nvSpPr>
        <p:spPr>
          <a:xfrm xmlns:a="http://schemas.openxmlformats.org/drawingml/2006/main">
            <a:off x="609600" y="219075"/>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B85A1E"/>
                </a:solidFill>
                <a:latin typeface="Noto Sans SC"/>
                <a:ea typeface="Noto Sans SC"/>
                <a:cs typeface="Noto Sans SC"/>
              </a:defRPr>
            </a:defPPr>
            <a:lvl1pPr algn="l">
              <a:defRPr sz="1275" b="1">
                <a:solidFill>
                  <a:srgbClr val="B85A1E"/>
                </a:solidFill>
                <a:latin typeface="Noto Sans SC"/>
                <a:ea typeface="Noto Sans SC"/>
                <a:cs typeface="Noto Sans SC"/>
              </a:defRPr>
            </a:lvl1pPr>
            <a:lvl2pPr algn="l">
              <a:defRPr sz="1275" b="1">
                <a:solidFill>
                  <a:srgbClr val="B85A1E"/>
                </a:solidFill>
                <a:latin typeface="Noto Sans SC"/>
                <a:ea typeface="Noto Sans SC"/>
                <a:cs typeface="Noto Sans SC"/>
              </a:defRPr>
            </a:lvl2pPr>
            <a:lvl3pPr algn="l">
              <a:defRPr sz="1275" b="1">
                <a:solidFill>
                  <a:srgbClr val="B85A1E"/>
                </a:solidFill>
                <a:latin typeface="Noto Sans SC"/>
                <a:ea typeface="Noto Sans SC"/>
                <a:cs typeface="Noto Sans SC"/>
              </a:defRPr>
            </a:lvl3pPr>
            <a:lvl4pPr algn="l">
              <a:defRPr sz="1275" b="1">
                <a:solidFill>
                  <a:srgbClr val="B85A1E"/>
                </a:solidFill>
                <a:latin typeface="Noto Sans SC"/>
                <a:ea typeface="Noto Sans SC"/>
                <a:cs typeface="Noto Sans SC"/>
              </a:defRPr>
            </a:lvl4pPr>
            <a:lvl5pPr algn="l">
              <a:defRPr sz="1275" b="1">
                <a:solidFill>
                  <a:srgbClr val="B85A1E"/>
                </a:solidFill>
                <a:latin typeface="Noto Sans SC"/>
                <a:ea typeface="Noto Sans SC"/>
                <a:cs typeface="Noto Sans SC"/>
              </a:defRPr>
            </a:lvl5pPr>
            <a:lvl6pPr algn="l">
              <a:defRPr sz="1275" b="1">
                <a:solidFill>
                  <a:srgbClr val="B85A1E"/>
                </a:solidFill>
                <a:latin typeface="Noto Sans SC"/>
                <a:ea typeface="Noto Sans SC"/>
                <a:cs typeface="Noto Sans SC"/>
              </a:defRPr>
            </a:lvl6pPr>
            <a:lvl7pPr algn="l">
              <a:defRPr sz="1275" b="1">
                <a:solidFill>
                  <a:srgbClr val="B85A1E"/>
                </a:solidFill>
                <a:latin typeface="Noto Sans SC"/>
                <a:ea typeface="Noto Sans SC"/>
                <a:cs typeface="Noto Sans SC"/>
              </a:defRPr>
            </a:lvl7pPr>
            <a:lvl8pPr algn="l">
              <a:defRPr sz="1275" b="1">
                <a:solidFill>
                  <a:srgbClr val="B85A1E"/>
                </a:solidFill>
                <a:latin typeface="Noto Sans SC"/>
                <a:ea typeface="Noto Sans SC"/>
                <a:cs typeface="Noto Sans SC"/>
              </a:defRPr>
            </a:lvl8pPr>
            <a:lvl9pPr algn="l">
              <a:defRPr sz="1275" b="1">
                <a:solidFill>
                  <a:srgbClr val="B85A1E"/>
                </a:solidFill>
                <a:latin typeface="Noto Sans SC"/>
                <a:ea typeface="Noto Sans SC"/>
                <a:cs typeface="Noto Sans SC"/>
              </a:defRPr>
            </a:lvl9pPr>
          </a:lstStyle>
          <a:p xmlns:a="http://schemas.openxmlformats.org/drawingml/2006/main">
            <a:pPr algn="l">
              <a:defRPr sz="1275" b="1">
                <a:solidFill>
                  <a:srgbClr val="B85A1E"/>
                </a:solidFill>
                <a:latin typeface="Noto Sans SC"/>
                <a:ea typeface="Noto Sans SC"/>
                <a:cs typeface="Noto Sans SC"/>
              </a:defRPr>
            </a:pPr>
            <a:r>
              <a:rPr sz="1275" b="1">
                <a:solidFill>
                  <a:srgbClr val="B85A1E"/>
                </a:solidFill>
                <a:latin typeface="Noto Sans SC"/>
                <a:ea typeface="Noto Sans SC"/>
                <a:cs typeface="Noto Sans SC"/>
              </a:rPr>
              <a:t>队形 · PointNet 实际结构</a:t>
            </a:r>
          </a:p>
        </p:txBody>
      </p:sp>
      <p:sp>
        <p:nvSpPr>
          <p:cNvPr id="2" name="o1">
            <a:extLst xmlns:a="http://schemas.openxmlformats.org/drawingml/2006/main">
              <a:ext uri="{FF2B5EF4-FFF2-40B4-BE49-F238E27FC236}">
                <a16:creationId xmlns:a16="http://schemas.microsoft.com/office/drawing/2014/main" id="{844A798A-3A23-46D1-9E67-58CF3520E6B9}"/>
              </a:ext>
            </a:extLst>
          </p:cNvPr>
          <p:cNvSpPr>
            <a:spLocks xmlns:a="http://schemas.openxmlformats.org/drawingml/2006/main" noGrp="1"/>
          </p:cNvSpPr>
          <p:nvPr/>
        </p:nvSpPr>
        <p:spPr>
          <a:xfrm xmlns:a="http://schemas.openxmlformats.org/drawingml/2006/main">
            <a:off x="609600" y="6000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700" b="1">
                <a:solidFill>
                  <a:srgbClr val="16243A"/>
                </a:solidFill>
                <a:latin typeface="Noto Serif SC"/>
                <a:ea typeface="Noto Serif SC"/>
                <a:cs typeface="Noto Serif SC"/>
              </a:defRPr>
            </a:defPPr>
            <a:lvl1pPr algn="l">
              <a:defRPr sz="2700" b="1">
                <a:solidFill>
                  <a:srgbClr val="16243A"/>
                </a:solidFill>
                <a:latin typeface="Noto Serif SC"/>
                <a:ea typeface="Noto Serif SC"/>
                <a:cs typeface="Noto Serif SC"/>
              </a:defRPr>
            </a:lvl1pPr>
            <a:lvl2pPr algn="l">
              <a:defRPr sz="2700" b="1">
                <a:solidFill>
                  <a:srgbClr val="16243A"/>
                </a:solidFill>
                <a:latin typeface="Noto Serif SC"/>
                <a:ea typeface="Noto Serif SC"/>
                <a:cs typeface="Noto Serif SC"/>
              </a:defRPr>
            </a:lvl2pPr>
            <a:lvl3pPr algn="l">
              <a:defRPr sz="2700" b="1">
                <a:solidFill>
                  <a:srgbClr val="16243A"/>
                </a:solidFill>
                <a:latin typeface="Noto Serif SC"/>
                <a:ea typeface="Noto Serif SC"/>
                <a:cs typeface="Noto Serif SC"/>
              </a:defRPr>
            </a:lvl3pPr>
            <a:lvl4pPr algn="l">
              <a:defRPr sz="2700" b="1">
                <a:solidFill>
                  <a:srgbClr val="16243A"/>
                </a:solidFill>
                <a:latin typeface="Noto Serif SC"/>
                <a:ea typeface="Noto Serif SC"/>
                <a:cs typeface="Noto Serif SC"/>
              </a:defRPr>
            </a:lvl4pPr>
            <a:lvl5pPr algn="l">
              <a:defRPr sz="2700" b="1">
                <a:solidFill>
                  <a:srgbClr val="16243A"/>
                </a:solidFill>
                <a:latin typeface="Noto Serif SC"/>
                <a:ea typeface="Noto Serif SC"/>
                <a:cs typeface="Noto Serif SC"/>
              </a:defRPr>
            </a:lvl5pPr>
            <a:lvl6pPr algn="l">
              <a:defRPr sz="2700" b="1">
                <a:solidFill>
                  <a:srgbClr val="16243A"/>
                </a:solidFill>
                <a:latin typeface="Noto Serif SC"/>
                <a:ea typeface="Noto Serif SC"/>
                <a:cs typeface="Noto Serif SC"/>
              </a:defRPr>
            </a:lvl6pPr>
            <a:lvl7pPr algn="l">
              <a:defRPr sz="2700" b="1">
                <a:solidFill>
                  <a:srgbClr val="16243A"/>
                </a:solidFill>
                <a:latin typeface="Noto Serif SC"/>
                <a:ea typeface="Noto Serif SC"/>
                <a:cs typeface="Noto Serif SC"/>
              </a:defRPr>
            </a:lvl7pPr>
            <a:lvl8pPr algn="l">
              <a:defRPr sz="2700" b="1">
                <a:solidFill>
                  <a:srgbClr val="16243A"/>
                </a:solidFill>
                <a:latin typeface="Noto Serif SC"/>
                <a:ea typeface="Noto Serif SC"/>
                <a:cs typeface="Noto Serif SC"/>
              </a:defRPr>
            </a:lvl8pPr>
            <a:lvl9pPr algn="l">
              <a:defRPr sz="2700" b="1">
                <a:solidFill>
                  <a:srgbClr val="16243A"/>
                </a:solidFill>
                <a:latin typeface="Noto Serif SC"/>
                <a:ea typeface="Noto Serif SC"/>
                <a:cs typeface="Noto Serif SC"/>
              </a:defRPr>
            </a:lvl9pPr>
          </a:lstStyle>
          <a:p xmlns:a="http://schemas.openxmlformats.org/drawingml/2006/main">
            <a:pPr algn="l">
              <a:defRPr sz="2700" b="1">
                <a:solidFill>
                  <a:srgbClr val="16243A"/>
                </a:solidFill>
                <a:latin typeface="Noto Serif SC"/>
                <a:ea typeface="Noto Serif SC"/>
                <a:cs typeface="Noto Serif SC"/>
              </a:defRPr>
            </a:pPr>
            <a:r>
              <a:rPr sz="2700" b="1">
                <a:solidFill>
                  <a:srgbClr val="16243A"/>
                </a:solidFill>
                <a:latin typeface="Noto Serif SC"/>
                <a:ea typeface="Noto Serif SC"/>
                <a:cs typeface="Noto Serif SC"/>
              </a:rPr>
              <a:t>共享逐点映射与掩码池化形成五类队形输出</a:t>
            </a:r>
          </a:p>
        </p:txBody>
      </p:sp>
      <p:sp>
        <p:nvSpPr>
          <p:cNvPr id="3" name="line-2">
            <a:extLst xmlns:a="http://schemas.openxmlformats.org/drawingml/2006/main">
              <a:ext uri="{FF2B5EF4-FFF2-40B4-BE49-F238E27FC236}">
                <a16:creationId xmlns:a16="http://schemas.microsoft.com/office/drawing/2014/main" id="{650F2986-82FB-42BD-8BE9-72406B776582}"/>
              </a:ext>
            </a:extLst>
          </p:cNvPr>
          <p:cNvSpPr>
            <a:spLocks xmlns:a="http://schemas.openxmlformats.org/drawingml/2006/main" noGrp="1"/>
          </p:cNvSpPr>
          <p:nvPr/>
        </p:nvSpPr>
        <p:spPr>
          <a:xfrm xmlns:a="http://schemas.openxmlformats.org/drawingml/2006/main" flipV="0">
            <a:off x="609600" y="1200150"/>
            <a:ext cx="10972800" cy="953"/>
          </a:xfrm>
          <a:prstGeom xmlns:a="http://schemas.openxmlformats.org/drawingml/2006/main" prst="line">
            <a:avLst/>
          </a:prstGeom>
          <a:noFill xmlns:a="http://schemas.openxmlformats.org/drawingml/2006/main"/>
          <a:ln xmlns:a="http://schemas.openxmlformats.org/drawingml/2006/main" w="14288">
            <a:solidFill>
              <a:srgbClr val="D5DAE0"/>
            </a:solidFill>
            <a:prstDash val="solid"/>
          </a:ln>
        </p:spPr>
      </p:sp>
      <p:sp>
        <p:nvSpPr>
          <p:cNvPr id="4" name="o3">
            <a:extLst xmlns:a="http://schemas.openxmlformats.org/drawingml/2006/main">
              <a:ext uri="{FF2B5EF4-FFF2-40B4-BE49-F238E27FC236}">
                <a16:creationId xmlns:a16="http://schemas.microsoft.com/office/drawing/2014/main" id="{2F9C78C7-8639-4337-905C-655099187E05}"/>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00" b="0">
                <a:solidFill>
                  <a:srgbClr val="6B7689"/>
                </a:solidFill>
                <a:latin typeface="Noto Sans SC"/>
                <a:ea typeface="Noto Sans SC"/>
                <a:cs typeface="Noto Sans SC"/>
              </a:defRPr>
            </a:defPPr>
            <a:lvl1pPr algn="l">
              <a:defRPr sz="900" b="0">
                <a:solidFill>
                  <a:srgbClr val="6B7689"/>
                </a:solidFill>
                <a:latin typeface="Noto Sans SC"/>
                <a:ea typeface="Noto Sans SC"/>
                <a:cs typeface="Noto Sans SC"/>
              </a:defRPr>
            </a:lvl1pPr>
            <a:lvl2pPr algn="l">
              <a:defRPr sz="900" b="0">
                <a:solidFill>
                  <a:srgbClr val="6B7689"/>
                </a:solidFill>
                <a:latin typeface="Noto Sans SC"/>
                <a:ea typeface="Noto Sans SC"/>
                <a:cs typeface="Noto Sans SC"/>
              </a:defRPr>
            </a:lvl2pPr>
            <a:lvl3pPr algn="l">
              <a:defRPr sz="900" b="0">
                <a:solidFill>
                  <a:srgbClr val="6B7689"/>
                </a:solidFill>
                <a:latin typeface="Noto Sans SC"/>
                <a:ea typeface="Noto Sans SC"/>
                <a:cs typeface="Noto Sans SC"/>
              </a:defRPr>
            </a:lvl3pPr>
            <a:lvl4pPr algn="l">
              <a:defRPr sz="900" b="0">
                <a:solidFill>
                  <a:srgbClr val="6B7689"/>
                </a:solidFill>
                <a:latin typeface="Noto Sans SC"/>
                <a:ea typeface="Noto Sans SC"/>
                <a:cs typeface="Noto Sans SC"/>
              </a:defRPr>
            </a:lvl4pPr>
            <a:lvl5pPr algn="l">
              <a:defRPr sz="900" b="0">
                <a:solidFill>
                  <a:srgbClr val="6B7689"/>
                </a:solidFill>
                <a:latin typeface="Noto Sans SC"/>
                <a:ea typeface="Noto Sans SC"/>
                <a:cs typeface="Noto Sans SC"/>
              </a:defRPr>
            </a:lvl5pPr>
            <a:lvl6pPr algn="l">
              <a:defRPr sz="900" b="0">
                <a:solidFill>
                  <a:srgbClr val="6B7689"/>
                </a:solidFill>
                <a:latin typeface="Noto Sans SC"/>
                <a:ea typeface="Noto Sans SC"/>
                <a:cs typeface="Noto Sans SC"/>
              </a:defRPr>
            </a:lvl6pPr>
            <a:lvl7pPr algn="l">
              <a:defRPr sz="900" b="0">
                <a:solidFill>
                  <a:srgbClr val="6B7689"/>
                </a:solidFill>
                <a:latin typeface="Noto Sans SC"/>
                <a:ea typeface="Noto Sans SC"/>
                <a:cs typeface="Noto Sans SC"/>
              </a:defRPr>
            </a:lvl7pPr>
            <a:lvl8pPr algn="l">
              <a:defRPr sz="900" b="0">
                <a:solidFill>
                  <a:srgbClr val="6B7689"/>
                </a:solidFill>
                <a:latin typeface="Noto Sans SC"/>
                <a:ea typeface="Noto Sans SC"/>
                <a:cs typeface="Noto Sans SC"/>
              </a:defRPr>
            </a:lvl8pPr>
            <a:lvl9pPr algn="l">
              <a:defRPr sz="900" b="0">
                <a:solidFill>
                  <a:srgbClr val="6B7689"/>
                </a:solidFill>
                <a:latin typeface="Noto Sans SC"/>
                <a:ea typeface="Noto Sans SC"/>
                <a:cs typeface="Noto Sans SC"/>
              </a:defRPr>
            </a:lvl9pPr>
          </a:lstStyle>
          <a:p xmlns:a="http://schemas.openxmlformats.org/drawingml/2006/main">
            <a:pPr algn="l">
              <a:defRPr sz="900" b="0">
                <a:solidFill>
                  <a:srgbClr val="6B7689"/>
                </a:solidFill>
                <a:latin typeface="Noto Sans SC"/>
                <a:ea typeface="Noto Sans SC"/>
                <a:cs typeface="Noto Sans SC"/>
              </a:defRPr>
            </a:pPr>
            <a:r>
              <a:rPr sz="900" b="0">
                <a:solidFill>
                  <a:srgbClr val="6B7689"/>
                </a:solidFill>
                <a:latin typeface="Noto Sans SC"/>
                <a:ea typeface="Noto Sans SC"/>
                <a:cs typeface="Noto Sans SC"/>
              </a:rPr>
              <a:t>project_reference §16.7–16.8；PointNetClassifier.forward；method_evidence.json</a:t>
            </a:r>
          </a:p>
        </p:txBody>
      </p:sp>
      <p:sp>
        <p:nvSpPr>
          <p:cNvPr id="5" name="o4">
            <a:extLst xmlns:a="http://schemas.openxmlformats.org/drawingml/2006/main">
              <a:ext uri="{FF2B5EF4-FFF2-40B4-BE49-F238E27FC236}">
                <a16:creationId xmlns:a16="http://schemas.microsoft.com/office/drawing/2014/main" id="{0CF5DBB5-BE8E-4676-A0CA-3033DAD6992F}"/>
              </a:ext>
            </a:extLst>
          </p:cNvPr>
          <p:cNvSpPr>
            <a:spLocks xmlns:a="http://schemas.openxmlformats.org/drawingml/2006/main" noGrp="1"/>
          </p:cNvSpPr>
          <p:nvPr/>
        </p:nvSpPr>
        <p:spPr>
          <a:xfrm xmlns:a="http://schemas.openxmlformats.org/drawingml/2006/main">
            <a:off x="10896600" y="6505575"/>
            <a:ext cx="68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6B7689"/>
                </a:solidFill>
                <a:latin typeface="Noto Sans SC"/>
                <a:ea typeface="Noto Sans SC"/>
                <a:cs typeface="Noto Sans SC"/>
              </a:defRPr>
            </a:defPPr>
            <a:lvl1pPr algn="r">
              <a:defRPr sz="1200" b="0">
                <a:solidFill>
                  <a:srgbClr val="6B7689"/>
                </a:solidFill>
                <a:latin typeface="Noto Sans SC"/>
                <a:ea typeface="Noto Sans SC"/>
                <a:cs typeface="Noto Sans SC"/>
              </a:defRPr>
            </a:lvl1pPr>
            <a:lvl2pPr algn="r">
              <a:defRPr sz="1200" b="0">
                <a:solidFill>
                  <a:srgbClr val="6B7689"/>
                </a:solidFill>
                <a:latin typeface="Noto Sans SC"/>
                <a:ea typeface="Noto Sans SC"/>
                <a:cs typeface="Noto Sans SC"/>
              </a:defRPr>
            </a:lvl2pPr>
            <a:lvl3pPr algn="r">
              <a:defRPr sz="1200" b="0">
                <a:solidFill>
                  <a:srgbClr val="6B7689"/>
                </a:solidFill>
                <a:latin typeface="Noto Sans SC"/>
                <a:ea typeface="Noto Sans SC"/>
                <a:cs typeface="Noto Sans SC"/>
              </a:defRPr>
            </a:lvl3pPr>
            <a:lvl4pPr algn="r">
              <a:defRPr sz="1200" b="0">
                <a:solidFill>
                  <a:srgbClr val="6B7689"/>
                </a:solidFill>
                <a:latin typeface="Noto Sans SC"/>
                <a:ea typeface="Noto Sans SC"/>
                <a:cs typeface="Noto Sans SC"/>
              </a:defRPr>
            </a:lvl4pPr>
            <a:lvl5pPr algn="r">
              <a:defRPr sz="1200" b="0">
                <a:solidFill>
                  <a:srgbClr val="6B7689"/>
                </a:solidFill>
                <a:latin typeface="Noto Sans SC"/>
                <a:ea typeface="Noto Sans SC"/>
                <a:cs typeface="Noto Sans SC"/>
              </a:defRPr>
            </a:lvl5pPr>
            <a:lvl6pPr algn="r">
              <a:defRPr sz="1200" b="0">
                <a:solidFill>
                  <a:srgbClr val="6B7689"/>
                </a:solidFill>
                <a:latin typeface="Noto Sans SC"/>
                <a:ea typeface="Noto Sans SC"/>
                <a:cs typeface="Noto Sans SC"/>
              </a:defRPr>
            </a:lvl6pPr>
            <a:lvl7pPr algn="r">
              <a:defRPr sz="1200" b="0">
                <a:solidFill>
                  <a:srgbClr val="6B7689"/>
                </a:solidFill>
                <a:latin typeface="Noto Sans SC"/>
                <a:ea typeface="Noto Sans SC"/>
                <a:cs typeface="Noto Sans SC"/>
              </a:defRPr>
            </a:lvl7pPr>
            <a:lvl8pPr algn="r">
              <a:defRPr sz="1200" b="0">
                <a:solidFill>
                  <a:srgbClr val="6B7689"/>
                </a:solidFill>
                <a:latin typeface="Noto Sans SC"/>
                <a:ea typeface="Noto Sans SC"/>
                <a:cs typeface="Noto Sans SC"/>
              </a:defRPr>
            </a:lvl8pPr>
            <a:lvl9pPr algn="r">
              <a:defRPr sz="1200" b="0">
                <a:solidFill>
                  <a:srgbClr val="6B7689"/>
                </a:solidFill>
                <a:latin typeface="Noto Sans SC"/>
                <a:ea typeface="Noto Sans SC"/>
                <a:cs typeface="Noto Sans SC"/>
              </a:defRPr>
            </a:lvl9pPr>
          </a:lstStyle>
          <a:p xmlns:a="http://schemas.openxmlformats.org/drawingml/2006/main">
            <a:pPr algn="r">
              <a:defRPr sz="1200" b="0">
                <a:solidFill>
                  <a:srgbClr val="6B7689"/>
                </a:solidFill>
                <a:latin typeface="Noto Sans SC"/>
                <a:ea typeface="Noto Sans SC"/>
                <a:cs typeface="Noto Sans SC"/>
              </a:defRPr>
            </a:pPr>
            <a:r>
              <a:rPr sz="1200" b="0">
                <a:solidFill>
                  <a:srgbClr val="6B7689"/>
                </a:solidFill>
                <a:latin typeface="Noto Sans SC"/>
                <a:ea typeface="Noto Sans SC"/>
                <a:cs typeface="Noto Sans SC"/>
              </a:rPr>
              <a:t>15 / 39</a:t>
            </a:r>
          </a:p>
        </p:txBody>
      </p:sp>
      <p:sp>
        <p:nvSpPr>
          <p:cNvPr id="6" name="o5">
            <a:extLst xmlns:a="http://schemas.openxmlformats.org/drawingml/2006/main">
              <a:ext uri="{FF2B5EF4-FFF2-40B4-BE49-F238E27FC236}">
                <a16:creationId xmlns:a16="http://schemas.microsoft.com/office/drawing/2014/main" id="{B56127B8-B091-4FDC-9AEC-32E784B1E1FE}"/>
              </a:ext>
            </a:extLst>
          </p:cNvPr>
          <p:cNvSpPr>
            <a:spLocks xmlns:a="http://schemas.openxmlformats.org/drawingml/2006/main" noGrp="1"/>
          </p:cNvSpPr>
          <p:nvPr/>
        </p:nvSpPr>
        <p:spPr>
          <a:xfrm xmlns:a="http://schemas.openxmlformats.org/drawingml/2006/main">
            <a:off x="609600" y="5981700"/>
            <a:ext cx="10972800" cy="428625"/>
          </a:xfrm>
          <a:prstGeom xmlns:a="http://schemas.openxmlformats.org/drawingml/2006/main" prst="roundRect">
            <a:avLst>
              <a:gd name="adj" fmla="val 17778"/>
            </a:avLst>
          </a:prstGeom>
          <a:solidFill xmlns:a="http://schemas.openxmlformats.org/drawingml/2006/main">
            <a:srgbClr val="D6E6E5"/>
          </a:solidFill>
          <a:ln xmlns:a="http://schemas.openxmlformats.org/drawingml/2006/main" w="0">
            <a:noFill/>
            <a:prstDash val="solid"/>
          </a:ln>
        </p:spPr>
      </p:sp>
      <p:sp>
        <p:nvSpPr>
          <p:cNvPr id="7" name="o6">
            <a:extLst xmlns:a="http://schemas.openxmlformats.org/drawingml/2006/main">
              <a:ext uri="{FF2B5EF4-FFF2-40B4-BE49-F238E27FC236}">
                <a16:creationId xmlns:a16="http://schemas.microsoft.com/office/drawing/2014/main" id="{7EB7A065-7830-47D6-A119-0C538389AC3F}"/>
              </a:ext>
            </a:extLst>
          </p:cNvPr>
          <p:cNvSpPr>
            <a:spLocks xmlns:a="http://schemas.openxmlformats.org/drawingml/2006/main" noGrp="1"/>
          </p:cNvSpPr>
          <p:nvPr/>
        </p:nvSpPr>
        <p:spPr>
          <a:xfrm xmlns:a="http://schemas.openxmlformats.org/drawingml/2006/main">
            <a:off x="781050" y="6029325"/>
            <a:ext cx="10629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75" b="1">
                <a:solidFill>
                  <a:srgbClr val="0F6E73"/>
                </a:solidFill>
                <a:latin typeface="Noto Sans SC"/>
                <a:ea typeface="Noto Sans SC"/>
                <a:cs typeface="Noto Sans SC"/>
              </a:defRPr>
            </a:defPPr>
            <a:lvl1pPr algn="l">
              <a:defRPr sz="1575" b="1">
                <a:solidFill>
                  <a:srgbClr val="0F6E73"/>
                </a:solidFill>
                <a:latin typeface="Noto Sans SC"/>
                <a:ea typeface="Noto Sans SC"/>
                <a:cs typeface="Noto Sans SC"/>
              </a:defRPr>
            </a:lvl1pPr>
            <a:lvl2pPr algn="l">
              <a:defRPr sz="1575" b="1">
                <a:solidFill>
                  <a:srgbClr val="0F6E73"/>
                </a:solidFill>
                <a:latin typeface="Noto Sans SC"/>
                <a:ea typeface="Noto Sans SC"/>
                <a:cs typeface="Noto Sans SC"/>
              </a:defRPr>
            </a:lvl2pPr>
            <a:lvl3pPr algn="l">
              <a:defRPr sz="1575" b="1">
                <a:solidFill>
                  <a:srgbClr val="0F6E73"/>
                </a:solidFill>
                <a:latin typeface="Noto Sans SC"/>
                <a:ea typeface="Noto Sans SC"/>
                <a:cs typeface="Noto Sans SC"/>
              </a:defRPr>
            </a:lvl3pPr>
            <a:lvl4pPr algn="l">
              <a:defRPr sz="1575" b="1">
                <a:solidFill>
                  <a:srgbClr val="0F6E73"/>
                </a:solidFill>
                <a:latin typeface="Noto Sans SC"/>
                <a:ea typeface="Noto Sans SC"/>
                <a:cs typeface="Noto Sans SC"/>
              </a:defRPr>
            </a:lvl4pPr>
            <a:lvl5pPr algn="l">
              <a:defRPr sz="1575" b="1">
                <a:solidFill>
                  <a:srgbClr val="0F6E73"/>
                </a:solidFill>
                <a:latin typeface="Noto Sans SC"/>
                <a:ea typeface="Noto Sans SC"/>
                <a:cs typeface="Noto Sans SC"/>
              </a:defRPr>
            </a:lvl5pPr>
            <a:lvl6pPr algn="l">
              <a:defRPr sz="1575" b="1">
                <a:solidFill>
                  <a:srgbClr val="0F6E73"/>
                </a:solidFill>
                <a:latin typeface="Noto Sans SC"/>
                <a:ea typeface="Noto Sans SC"/>
                <a:cs typeface="Noto Sans SC"/>
              </a:defRPr>
            </a:lvl6pPr>
            <a:lvl7pPr algn="l">
              <a:defRPr sz="1575" b="1">
                <a:solidFill>
                  <a:srgbClr val="0F6E73"/>
                </a:solidFill>
                <a:latin typeface="Noto Sans SC"/>
                <a:ea typeface="Noto Sans SC"/>
                <a:cs typeface="Noto Sans SC"/>
              </a:defRPr>
            </a:lvl7pPr>
            <a:lvl8pPr algn="l">
              <a:defRPr sz="1575" b="1">
                <a:solidFill>
                  <a:srgbClr val="0F6E73"/>
                </a:solidFill>
                <a:latin typeface="Noto Sans SC"/>
                <a:ea typeface="Noto Sans SC"/>
                <a:cs typeface="Noto Sans SC"/>
              </a:defRPr>
            </a:lvl8pPr>
            <a:lvl9pPr algn="l">
              <a:defRPr sz="1575" b="1">
                <a:solidFill>
                  <a:srgbClr val="0F6E73"/>
                </a:solidFill>
                <a:latin typeface="Noto Sans SC"/>
                <a:ea typeface="Noto Sans SC"/>
                <a:cs typeface="Noto Sans SC"/>
              </a:defRPr>
            </a:lvl9pPr>
          </a:lstStyle>
          <a:p xmlns:a="http://schemas.openxmlformats.org/drawingml/2006/main">
            <a:pPr algn="l">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当前模型没有 T-Net；点序核验是数值一致性证据，不是分类准确率。</a:t>
            </a:r>
          </a:p>
        </p:txBody>
      </p:sp>
      <p:sp>
        <p:nvSpPr>
          <p:cNvPr id="8" name="o7">
            <a:extLst xmlns:a="http://schemas.openxmlformats.org/drawingml/2006/main">
              <a:ext uri="{FF2B5EF4-FFF2-40B4-BE49-F238E27FC236}">
                <a16:creationId xmlns:a16="http://schemas.microsoft.com/office/drawing/2014/main" id="{89D11AD5-0BEF-4D86-A783-8717F78ACC31}"/>
              </a:ext>
            </a:extLst>
          </p:cNvPr>
          <p:cNvSpPr>
            <a:spLocks xmlns:a="http://schemas.openxmlformats.org/drawingml/2006/main" noGrp="1"/>
          </p:cNvSpPr>
          <p:nvPr/>
        </p:nvSpPr>
        <p:spPr>
          <a:xfrm xmlns:a="http://schemas.openxmlformats.org/drawingml/2006/main">
            <a:off x="609600" y="1495425"/>
            <a:ext cx="2557463" cy="762000"/>
          </a:xfrm>
          <a:prstGeom xmlns:a="http://schemas.openxmlformats.org/drawingml/2006/main" prst="roundRect">
            <a:avLst>
              <a:gd name="adj" fmla="val 10000"/>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点集转置</a:t>
            </a:r>
          </a:p>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B × 2 × N</a:t>
            </a:r>
          </a:p>
        </p:txBody>
      </p:sp>
      <p:sp>
        <p:nvSpPr>
          <p:cNvPr id="9" name="line-7">
            <a:extLst xmlns:a="http://schemas.openxmlformats.org/drawingml/2006/main">
              <a:ext uri="{FF2B5EF4-FFF2-40B4-BE49-F238E27FC236}">
                <a16:creationId xmlns:a16="http://schemas.microsoft.com/office/drawing/2014/main" id="{1541BE20-30E1-4175-9EFA-F9C88DCB3023}"/>
              </a:ext>
            </a:extLst>
          </p:cNvPr>
          <p:cNvSpPr>
            <a:spLocks xmlns:a="http://schemas.openxmlformats.org/drawingml/2006/main" noGrp="1"/>
          </p:cNvSpPr>
          <p:nvPr/>
        </p:nvSpPr>
        <p:spPr>
          <a:xfrm xmlns:a="http://schemas.openxmlformats.org/drawingml/2006/main" flipV="0">
            <a:off x="3195638" y="1876425"/>
            <a:ext cx="180975"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0" name="line-7">
            <a:extLst xmlns:a="http://schemas.openxmlformats.org/drawingml/2006/main">
              <a:ext uri="{FF2B5EF4-FFF2-40B4-BE49-F238E27FC236}">
                <a16:creationId xmlns:a16="http://schemas.microsoft.com/office/drawing/2014/main" id="{C11A52F9-93A5-47F2-BDC6-2959DB2D0B9C}"/>
              </a:ext>
            </a:extLst>
          </p:cNvPr>
          <p:cNvSpPr>
            <a:spLocks xmlns:a="http://schemas.openxmlformats.org/drawingml/2006/main" noGrp="1"/>
          </p:cNvSpPr>
          <p:nvPr/>
        </p:nvSpPr>
        <p:spPr>
          <a:xfrm xmlns:a="http://schemas.openxmlformats.org/drawingml/2006/main" flipV="1">
            <a:off x="3301382" y="1876425"/>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1" name="line-7">
            <a:extLst xmlns:a="http://schemas.openxmlformats.org/drawingml/2006/main">
              <a:ext uri="{FF2B5EF4-FFF2-40B4-BE49-F238E27FC236}">
                <a16:creationId xmlns:a16="http://schemas.microsoft.com/office/drawing/2014/main" id="{837369C1-FA17-4073-8CE1-A07F395FEC02}"/>
              </a:ext>
            </a:extLst>
          </p:cNvPr>
          <p:cNvSpPr>
            <a:spLocks xmlns:a="http://schemas.openxmlformats.org/drawingml/2006/main" noGrp="1"/>
          </p:cNvSpPr>
          <p:nvPr/>
        </p:nvSpPr>
        <p:spPr>
          <a:xfrm xmlns:a="http://schemas.openxmlformats.org/drawingml/2006/main" flipV="0">
            <a:off x="3301382" y="1835326"/>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2" name="o11">
            <a:extLst xmlns:a="http://schemas.openxmlformats.org/drawingml/2006/main">
              <a:ext uri="{FF2B5EF4-FFF2-40B4-BE49-F238E27FC236}">
                <a16:creationId xmlns:a16="http://schemas.microsoft.com/office/drawing/2014/main" id="{F13C05D1-2D5C-4028-BDCA-76D8DDDD3318}"/>
              </a:ext>
            </a:extLst>
          </p:cNvPr>
          <p:cNvSpPr>
            <a:spLocks xmlns:a="http://schemas.openxmlformats.org/drawingml/2006/main" noGrp="1"/>
          </p:cNvSpPr>
          <p:nvPr/>
        </p:nvSpPr>
        <p:spPr>
          <a:xfrm xmlns:a="http://schemas.openxmlformats.org/drawingml/2006/main">
            <a:off x="3414713" y="1495425"/>
            <a:ext cx="2557463" cy="762000"/>
          </a:xfrm>
          <a:prstGeom xmlns:a="http://schemas.openxmlformats.org/drawingml/2006/main" prst="roundRect">
            <a:avLst>
              <a:gd name="adj" fmla="val 10000"/>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Conv1d</a:t>
            </a:r>
          </a:p>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2 → 128</a:t>
            </a:r>
          </a:p>
        </p:txBody>
      </p:sp>
      <p:sp>
        <p:nvSpPr>
          <p:cNvPr id="13" name="line-8">
            <a:extLst xmlns:a="http://schemas.openxmlformats.org/drawingml/2006/main">
              <a:ext uri="{FF2B5EF4-FFF2-40B4-BE49-F238E27FC236}">
                <a16:creationId xmlns:a16="http://schemas.microsoft.com/office/drawing/2014/main" id="{A2109EAC-861F-4E62-AFD1-86C0DB4A5C58}"/>
              </a:ext>
            </a:extLst>
          </p:cNvPr>
          <p:cNvSpPr>
            <a:spLocks xmlns:a="http://schemas.openxmlformats.org/drawingml/2006/main" noGrp="1"/>
          </p:cNvSpPr>
          <p:nvPr/>
        </p:nvSpPr>
        <p:spPr>
          <a:xfrm xmlns:a="http://schemas.openxmlformats.org/drawingml/2006/main" flipV="0">
            <a:off x="6000750" y="1876425"/>
            <a:ext cx="180975"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4" name="line-8">
            <a:extLst xmlns:a="http://schemas.openxmlformats.org/drawingml/2006/main">
              <a:ext uri="{FF2B5EF4-FFF2-40B4-BE49-F238E27FC236}">
                <a16:creationId xmlns:a16="http://schemas.microsoft.com/office/drawing/2014/main" id="{4C8C3F36-712F-41BA-9B01-E12A44CB7FAA}"/>
              </a:ext>
            </a:extLst>
          </p:cNvPr>
          <p:cNvSpPr>
            <a:spLocks xmlns:a="http://schemas.openxmlformats.org/drawingml/2006/main" noGrp="1"/>
          </p:cNvSpPr>
          <p:nvPr/>
        </p:nvSpPr>
        <p:spPr>
          <a:xfrm xmlns:a="http://schemas.openxmlformats.org/drawingml/2006/main" flipV="1">
            <a:off x="6106494" y="1876425"/>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5" name="line-8">
            <a:extLst xmlns:a="http://schemas.openxmlformats.org/drawingml/2006/main">
              <a:ext uri="{FF2B5EF4-FFF2-40B4-BE49-F238E27FC236}">
                <a16:creationId xmlns:a16="http://schemas.microsoft.com/office/drawing/2014/main" id="{80D002F2-EBF2-45DC-A5E2-668B74287CE2}"/>
              </a:ext>
            </a:extLst>
          </p:cNvPr>
          <p:cNvSpPr>
            <a:spLocks xmlns:a="http://schemas.openxmlformats.org/drawingml/2006/main" noGrp="1"/>
          </p:cNvSpPr>
          <p:nvPr/>
        </p:nvSpPr>
        <p:spPr>
          <a:xfrm xmlns:a="http://schemas.openxmlformats.org/drawingml/2006/main" flipV="0">
            <a:off x="6106494" y="1835326"/>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6" name="o15">
            <a:extLst xmlns:a="http://schemas.openxmlformats.org/drawingml/2006/main">
              <a:ext uri="{FF2B5EF4-FFF2-40B4-BE49-F238E27FC236}">
                <a16:creationId xmlns:a16="http://schemas.microsoft.com/office/drawing/2014/main" id="{1EA384A4-2D01-4BCB-A237-8BE2B8EBE531}"/>
              </a:ext>
            </a:extLst>
          </p:cNvPr>
          <p:cNvSpPr>
            <a:spLocks xmlns:a="http://schemas.openxmlformats.org/drawingml/2006/main" noGrp="1"/>
          </p:cNvSpPr>
          <p:nvPr/>
        </p:nvSpPr>
        <p:spPr>
          <a:xfrm xmlns:a="http://schemas.openxmlformats.org/drawingml/2006/main">
            <a:off x="6219825" y="1495425"/>
            <a:ext cx="2557463" cy="762000"/>
          </a:xfrm>
          <a:prstGeom xmlns:a="http://schemas.openxmlformats.org/drawingml/2006/main" prst="roundRect">
            <a:avLst>
              <a:gd name="adj" fmla="val 10000"/>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Conv1d</a:t>
            </a:r>
          </a:p>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128 → 128</a:t>
            </a:r>
          </a:p>
        </p:txBody>
      </p:sp>
      <p:sp>
        <p:nvSpPr>
          <p:cNvPr id="17" name="line-9">
            <a:extLst xmlns:a="http://schemas.openxmlformats.org/drawingml/2006/main">
              <a:ext uri="{FF2B5EF4-FFF2-40B4-BE49-F238E27FC236}">
                <a16:creationId xmlns:a16="http://schemas.microsoft.com/office/drawing/2014/main" id="{11B54E68-8427-4459-9D20-EC77D11500A1}"/>
              </a:ext>
            </a:extLst>
          </p:cNvPr>
          <p:cNvSpPr>
            <a:spLocks xmlns:a="http://schemas.openxmlformats.org/drawingml/2006/main" noGrp="1"/>
          </p:cNvSpPr>
          <p:nvPr/>
        </p:nvSpPr>
        <p:spPr>
          <a:xfrm xmlns:a="http://schemas.openxmlformats.org/drawingml/2006/main" flipV="0">
            <a:off x="8805863" y="1876425"/>
            <a:ext cx="180975"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8" name="line-9">
            <a:extLst xmlns:a="http://schemas.openxmlformats.org/drawingml/2006/main">
              <a:ext uri="{FF2B5EF4-FFF2-40B4-BE49-F238E27FC236}">
                <a16:creationId xmlns:a16="http://schemas.microsoft.com/office/drawing/2014/main" id="{D5203148-5B3A-4922-BA11-2E798D127965}"/>
              </a:ext>
            </a:extLst>
          </p:cNvPr>
          <p:cNvSpPr>
            <a:spLocks xmlns:a="http://schemas.openxmlformats.org/drawingml/2006/main" noGrp="1"/>
          </p:cNvSpPr>
          <p:nvPr/>
        </p:nvSpPr>
        <p:spPr>
          <a:xfrm xmlns:a="http://schemas.openxmlformats.org/drawingml/2006/main" flipV="1">
            <a:off x="8911607" y="1876425"/>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9" name="line-9">
            <a:extLst xmlns:a="http://schemas.openxmlformats.org/drawingml/2006/main">
              <a:ext uri="{FF2B5EF4-FFF2-40B4-BE49-F238E27FC236}">
                <a16:creationId xmlns:a16="http://schemas.microsoft.com/office/drawing/2014/main" id="{87C2DE7B-39D3-4765-86DD-10F3998723FD}"/>
              </a:ext>
            </a:extLst>
          </p:cNvPr>
          <p:cNvSpPr>
            <a:spLocks xmlns:a="http://schemas.openxmlformats.org/drawingml/2006/main" noGrp="1"/>
          </p:cNvSpPr>
          <p:nvPr/>
        </p:nvSpPr>
        <p:spPr>
          <a:xfrm xmlns:a="http://schemas.openxmlformats.org/drawingml/2006/main" flipV="0">
            <a:off x="8911607" y="1835326"/>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20" name="o19">
            <a:extLst xmlns:a="http://schemas.openxmlformats.org/drawingml/2006/main">
              <a:ext uri="{FF2B5EF4-FFF2-40B4-BE49-F238E27FC236}">
                <a16:creationId xmlns:a16="http://schemas.microsoft.com/office/drawing/2014/main" id="{7B8F1333-C2A8-44EB-9E6F-965989F395D2}"/>
              </a:ext>
            </a:extLst>
          </p:cNvPr>
          <p:cNvSpPr>
            <a:spLocks xmlns:a="http://schemas.openxmlformats.org/drawingml/2006/main" noGrp="1"/>
          </p:cNvSpPr>
          <p:nvPr/>
        </p:nvSpPr>
        <p:spPr>
          <a:xfrm xmlns:a="http://schemas.openxmlformats.org/drawingml/2006/main">
            <a:off x="9024938" y="1495425"/>
            <a:ext cx="2557463" cy="762000"/>
          </a:xfrm>
          <a:prstGeom xmlns:a="http://schemas.openxmlformats.org/drawingml/2006/main" prst="roundRect">
            <a:avLst>
              <a:gd name="adj" fmla="val 10000"/>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Conv1d</a:t>
            </a:r>
          </a:p>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128 → 128</a:t>
            </a:r>
          </a:p>
        </p:txBody>
      </p:sp>
      <p:sp>
        <p:nvSpPr>
          <p:cNvPr id="21" name="o20">
            <a:extLst xmlns:a="http://schemas.openxmlformats.org/drawingml/2006/main">
              <a:ext uri="{FF2B5EF4-FFF2-40B4-BE49-F238E27FC236}">
                <a16:creationId xmlns:a16="http://schemas.microsoft.com/office/drawing/2014/main" id="{F0533216-0BF4-492B-86D2-DC84F8E9EAE8}"/>
              </a:ext>
            </a:extLst>
          </p:cNvPr>
          <p:cNvSpPr>
            <a:spLocks xmlns:a="http://schemas.openxmlformats.org/drawingml/2006/main" noGrp="1"/>
          </p:cNvSpPr>
          <p:nvPr/>
        </p:nvSpPr>
        <p:spPr>
          <a:xfrm xmlns:a="http://schemas.openxmlformats.org/drawingml/2006/main">
            <a:off x="609600" y="2409825"/>
            <a:ext cx="109728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0F6E73"/>
                </a:solidFill>
                <a:latin typeface="Noto Sans SC"/>
                <a:ea typeface="Noto Sans SC"/>
                <a:cs typeface="Noto Sans SC"/>
              </a:defRPr>
            </a:defPPr>
            <a:lvl1pPr algn="l">
              <a:defRPr sz="1650" b="1">
                <a:solidFill>
                  <a:srgbClr val="0F6E73"/>
                </a:solidFill>
                <a:latin typeface="Noto Sans SC"/>
                <a:ea typeface="Noto Sans SC"/>
                <a:cs typeface="Noto Sans SC"/>
              </a:defRPr>
            </a:lvl1pPr>
            <a:lvl2pPr algn="l">
              <a:defRPr sz="1650" b="1">
                <a:solidFill>
                  <a:srgbClr val="0F6E73"/>
                </a:solidFill>
                <a:latin typeface="Noto Sans SC"/>
                <a:ea typeface="Noto Sans SC"/>
                <a:cs typeface="Noto Sans SC"/>
              </a:defRPr>
            </a:lvl2pPr>
            <a:lvl3pPr algn="l">
              <a:defRPr sz="1650" b="1">
                <a:solidFill>
                  <a:srgbClr val="0F6E73"/>
                </a:solidFill>
                <a:latin typeface="Noto Sans SC"/>
                <a:ea typeface="Noto Sans SC"/>
                <a:cs typeface="Noto Sans SC"/>
              </a:defRPr>
            </a:lvl3pPr>
            <a:lvl4pPr algn="l">
              <a:defRPr sz="1650" b="1">
                <a:solidFill>
                  <a:srgbClr val="0F6E73"/>
                </a:solidFill>
                <a:latin typeface="Noto Sans SC"/>
                <a:ea typeface="Noto Sans SC"/>
                <a:cs typeface="Noto Sans SC"/>
              </a:defRPr>
            </a:lvl4pPr>
            <a:lvl5pPr algn="l">
              <a:defRPr sz="1650" b="1">
                <a:solidFill>
                  <a:srgbClr val="0F6E73"/>
                </a:solidFill>
                <a:latin typeface="Noto Sans SC"/>
                <a:ea typeface="Noto Sans SC"/>
                <a:cs typeface="Noto Sans SC"/>
              </a:defRPr>
            </a:lvl5pPr>
            <a:lvl6pPr algn="l">
              <a:defRPr sz="1650" b="1">
                <a:solidFill>
                  <a:srgbClr val="0F6E73"/>
                </a:solidFill>
                <a:latin typeface="Noto Sans SC"/>
                <a:ea typeface="Noto Sans SC"/>
                <a:cs typeface="Noto Sans SC"/>
              </a:defRPr>
            </a:lvl6pPr>
            <a:lvl7pPr algn="l">
              <a:defRPr sz="1650" b="1">
                <a:solidFill>
                  <a:srgbClr val="0F6E73"/>
                </a:solidFill>
                <a:latin typeface="Noto Sans SC"/>
                <a:ea typeface="Noto Sans SC"/>
                <a:cs typeface="Noto Sans SC"/>
              </a:defRPr>
            </a:lvl7pPr>
            <a:lvl8pPr algn="l">
              <a:defRPr sz="1650" b="1">
                <a:solidFill>
                  <a:srgbClr val="0F6E73"/>
                </a:solidFill>
                <a:latin typeface="Noto Sans SC"/>
                <a:ea typeface="Noto Sans SC"/>
                <a:cs typeface="Noto Sans SC"/>
              </a:defRPr>
            </a:lvl8pPr>
            <a:lvl9pPr algn="l">
              <a:defRPr sz="1650" b="1">
                <a:solidFill>
                  <a:srgbClr val="0F6E73"/>
                </a:solidFill>
                <a:latin typeface="Noto Sans SC"/>
                <a:ea typeface="Noto Sans SC"/>
                <a:cs typeface="Noto Sans SC"/>
              </a:defRPr>
            </a:lvl9pPr>
          </a:lstStyle>
          <a:p xmlns:a="http://schemas.openxmlformats.org/drawingml/2006/main">
            <a:pPr algn="l">
              <a:defRPr sz="1650" b="1">
                <a:solidFill>
                  <a:srgbClr val="0F6E73"/>
                </a:solidFill>
                <a:latin typeface="Noto Sans SC"/>
                <a:ea typeface="Noto Sans SC"/>
                <a:cs typeface="Noto Sans SC"/>
              </a:defRPr>
            </a:pPr>
            <a:r>
              <a:rPr sz="1650" b="1">
                <a:solidFill>
                  <a:srgbClr val="0F6E73"/>
                </a:solidFill>
                <a:latin typeface="Noto Sans SC"/>
                <a:ea typeface="Noto Sans SC"/>
                <a:cs typeface="Noto Sans SC"/>
              </a:rPr>
              <a:t>三层均为核大小 1；各点共享参数；每层 BN + ReLU</a:t>
            </a:r>
          </a:p>
        </p:txBody>
      </p:sp>
      <p:sp>
        <p:nvSpPr>
          <p:cNvPr id="22" name="o21">
            <a:extLst xmlns:a="http://schemas.openxmlformats.org/drawingml/2006/main">
              <a:ext uri="{FF2B5EF4-FFF2-40B4-BE49-F238E27FC236}">
                <a16:creationId xmlns:a16="http://schemas.microsoft.com/office/drawing/2014/main" id="{2C3822C3-B876-4285-9814-03DEE48EAEBE}"/>
              </a:ext>
            </a:extLst>
          </p:cNvPr>
          <p:cNvSpPr>
            <a:spLocks xmlns:a="http://schemas.openxmlformats.org/drawingml/2006/main" noGrp="1"/>
          </p:cNvSpPr>
          <p:nvPr/>
        </p:nvSpPr>
        <p:spPr>
          <a:xfrm xmlns:a="http://schemas.openxmlformats.org/drawingml/2006/main">
            <a:off x="609600" y="3000375"/>
            <a:ext cx="2557463" cy="762000"/>
          </a:xfrm>
          <a:prstGeom xmlns:a="http://schemas.openxmlformats.org/drawingml/2006/main" prst="roundRect">
            <a:avLst>
              <a:gd name="adj" fmla="val 10000"/>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lengths 掩码</a:t>
            </a:r>
          </a:p>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排除填充点</a:t>
            </a:r>
          </a:p>
        </p:txBody>
      </p:sp>
      <p:sp>
        <p:nvSpPr>
          <p:cNvPr id="23" name="line-12">
            <a:extLst xmlns:a="http://schemas.openxmlformats.org/drawingml/2006/main">
              <a:ext uri="{FF2B5EF4-FFF2-40B4-BE49-F238E27FC236}">
                <a16:creationId xmlns:a16="http://schemas.microsoft.com/office/drawing/2014/main" id="{DBA2F314-C4D4-46C8-A611-BE64031D307C}"/>
              </a:ext>
            </a:extLst>
          </p:cNvPr>
          <p:cNvSpPr>
            <a:spLocks xmlns:a="http://schemas.openxmlformats.org/drawingml/2006/main" noGrp="1"/>
          </p:cNvSpPr>
          <p:nvPr/>
        </p:nvSpPr>
        <p:spPr>
          <a:xfrm xmlns:a="http://schemas.openxmlformats.org/drawingml/2006/main" flipV="0">
            <a:off x="3195638" y="3381375"/>
            <a:ext cx="180975"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24" name="line-12">
            <a:extLst xmlns:a="http://schemas.openxmlformats.org/drawingml/2006/main">
              <a:ext uri="{FF2B5EF4-FFF2-40B4-BE49-F238E27FC236}">
                <a16:creationId xmlns:a16="http://schemas.microsoft.com/office/drawing/2014/main" id="{A4B9E81A-E9A2-427E-961A-70AB446B3364}"/>
              </a:ext>
            </a:extLst>
          </p:cNvPr>
          <p:cNvSpPr>
            <a:spLocks xmlns:a="http://schemas.openxmlformats.org/drawingml/2006/main" noGrp="1"/>
          </p:cNvSpPr>
          <p:nvPr/>
        </p:nvSpPr>
        <p:spPr>
          <a:xfrm xmlns:a="http://schemas.openxmlformats.org/drawingml/2006/main" flipV="1">
            <a:off x="3301382" y="3381375"/>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25" name="line-12">
            <a:extLst xmlns:a="http://schemas.openxmlformats.org/drawingml/2006/main">
              <a:ext uri="{FF2B5EF4-FFF2-40B4-BE49-F238E27FC236}">
                <a16:creationId xmlns:a16="http://schemas.microsoft.com/office/drawing/2014/main" id="{3C0CA293-D437-4C2C-80DE-AF5D0CB9BE00}"/>
              </a:ext>
            </a:extLst>
          </p:cNvPr>
          <p:cNvSpPr>
            <a:spLocks xmlns:a="http://schemas.openxmlformats.org/drawingml/2006/main" noGrp="1"/>
          </p:cNvSpPr>
          <p:nvPr/>
        </p:nvSpPr>
        <p:spPr>
          <a:xfrm xmlns:a="http://schemas.openxmlformats.org/drawingml/2006/main" flipV="0">
            <a:off x="3301382" y="3340276"/>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26" name="o25">
            <a:extLst xmlns:a="http://schemas.openxmlformats.org/drawingml/2006/main">
              <a:ext uri="{FF2B5EF4-FFF2-40B4-BE49-F238E27FC236}">
                <a16:creationId xmlns:a16="http://schemas.microsoft.com/office/drawing/2014/main" id="{C0596732-E05F-477A-9D4E-8D3E4AA28F6B}"/>
              </a:ext>
            </a:extLst>
          </p:cNvPr>
          <p:cNvSpPr>
            <a:spLocks xmlns:a="http://schemas.openxmlformats.org/drawingml/2006/main" noGrp="1"/>
          </p:cNvSpPr>
          <p:nvPr/>
        </p:nvSpPr>
        <p:spPr>
          <a:xfrm xmlns:a="http://schemas.openxmlformats.org/drawingml/2006/main">
            <a:off x="3414713" y="3000375"/>
            <a:ext cx="2557463" cy="762000"/>
          </a:xfrm>
          <a:prstGeom xmlns:a="http://schemas.openxmlformats.org/drawingml/2006/main" prst="roundRect">
            <a:avLst>
              <a:gd name="adj" fmla="val 10000"/>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全局最大池化</a:t>
            </a:r>
          </a:p>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B × 128</a:t>
            </a:r>
          </a:p>
        </p:txBody>
      </p:sp>
      <p:sp>
        <p:nvSpPr>
          <p:cNvPr id="27" name="line-13">
            <a:extLst xmlns:a="http://schemas.openxmlformats.org/drawingml/2006/main">
              <a:ext uri="{FF2B5EF4-FFF2-40B4-BE49-F238E27FC236}">
                <a16:creationId xmlns:a16="http://schemas.microsoft.com/office/drawing/2014/main" id="{8C2FD99D-2F4B-4C21-B7B9-8F4CD16695FB}"/>
              </a:ext>
            </a:extLst>
          </p:cNvPr>
          <p:cNvSpPr>
            <a:spLocks xmlns:a="http://schemas.openxmlformats.org/drawingml/2006/main" noGrp="1"/>
          </p:cNvSpPr>
          <p:nvPr/>
        </p:nvSpPr>
        <p:spPr>
          <a:xfrm xmlns:a="http://schemas.openxmlformats.org/drawingml/2006/main" flipV="0">
            <a:off x="6000750" y="3381375"/>
            <a:ext cx="180975"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28" name="line-13">
            <a:extLst xmlns:a="http://schemas.openxmlformats.org/drawingml/2006/main">
              <a:ext uri="{FF2B5EF4-FFF2-40B4-BE49-F238E27FC236}">
                <a16:creationId xmlns:a16="http://schemas.microsoft.com/office/drawing/2014/main" id="{97D6A835-3B36-42EE-BF72-32B72BD40CE5}"/>
              </a:ext>
            </a:extLst>
          </p:cNvPr>
          <p:cNvSpPr>
            <a:spLocks xmlns:a="http://schemas.openxmlformats.org/drawingml/2006/main" noGrp="1"/>
          </p:cNvSpPr>
          <p:nvPr/>
        </p:nvSpPr>
        <p:spPr>
          <a:xfrm xmlns:a="http://schemas.openxmlformats.org/drawingml/2006/main" flipV="1">
            <a:off x="6106494" y="3381375"/>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29" name="line-13">
            <a:extLst xmlns:a="http://schemas.openxmlformats.org/drawingml/2006/main">
              <a:ext uri="{FF2B5EF4-FFF2-40B4-BE49-F238E27FC236}">
                <a16:creationId xmlns:a16="http://schemas.microsoft.com/office/drawing/2014/main" id="{75F3AC80-370F-425E-87A8-412534918199}"/>
              </a:ext>
            </a:extLst>
          </p:cNvPr>
          <p:cNvSpPr>
            <a:spLocks xmlns:a="http://schemas.openxmlformats.org/drawingml/2006/main" noGrp="1"/>
          </p:cNvSpPr>
          <p:nvPr/>
        </p:nvSpPr>
        <p:spPr>
          <a:xfrm xmlns:a="http://schemas.openxmlformats.org/drawingml/2006/main" flipV="0">
            <a:off x="6106494" y="3340276"/>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30" name="o29">
            <a:extLst xmlns:a="http://schemas.openxmlformats.org/drawingml/2006/main">
              <a:ext uri="{FF2B5EF4-FFF2-40B4-BE49-F238E27FC236}">
                <a16:creationId xmlns:a16="http://schemas.microsoft.com/office/drawing/2014/main" id="{1F263385-E015-4138-A14E-25796B076747}"/>
              </a:ext>
            </a:extLst>
          </p:cNvPr>
          <p:cNvSpPr>
            <a:spLocks xmlns:a="http://schemas.openxmlformats.org/drawingml/2006/main" noGrp="1"/>
          </p:cNvSpPr>
          <p:nvPr/>
        </p:nvSpPr>
        <p:spPr>
          <a:xfrm xmlns:a="http://schemas.openxmlformats.org/drawingml/2006/main">
            <a:off x="6219825" y="3000375"/>
            <a:ext cx="2557463" cy="762000"/>
          </a:xfrm>
          <a:prstGeom xmlns:a="http://schemas.openxmlformats.org/drawingml/2006/main" prst="roundRect">
            <a:avLst>
              <a:gd name="adj" fmla="val 10000"/>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FC 128 → 128</a:t>
            </a:r>
          </a:p>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ReLU / Dropout 0.3</a:t>
            </a:r>
          </a:p>
        </p:txBody>
      </p:sp>
      <p:sp>
        <p:nvSpPr>
          <p:cNvPr id="31" name="line-14">
            <a:extLst xmlns:a="http://schemas.openxmlformats.org/drawingml/2006/main">
              <a:ext uri="{FF2B5EF4-FFF2-40B4-BE49-F238E27FC236}">
                <a16:creationId xmlns:a16="http://schemas.microsoft.com/office/drawing/2014/main" id="{A107BDE5-9288-4D0F-8BD6-D83CD8391255}"/>
              </a:ext>
            </a:extLst>
          </p:cNvPr>
          <p:cNvSpPr>
            <a:spLocks xmlns:a="http://schemas.openxmlformats.org/drawingml/2006/main" noGrp="1"/>
          </p:cNvSpPr>
          <p:nvPr/>
        </p:nvSpPr>
        <p:spPr>
          <a:xfrm xmlns:a="http://schemas.openxmlformats.org/drawingml/2006/main" flipV="0">
            <a:off x="8805863" y="3381375"/>
            <a:ext cx="180975"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32" name="line-14">
            <a:extLst xmlns:a="http://schemas.openxmlformats.org/drawingml/2006/main">
              <a:ext uri="{FF2B5EF4-FFF2-40B4-BE49-F238E27FC236}">
                <a16:creationId xmlns:a16="http://schemas.microsoft.com/office/drawing/2014/main" id="{B44AFE62-34BC-4374-A983-D1C22E84D29A}"/>
              </a:ext>
            </a:extLst>
          </p:cNvPr>
          <p:cNvSpPr>
            <a:spLocks xmlns:a="http://schemas.openxmlformats.org/drawingml/2006/main" noGrp="1"/>
          </p:cNvSpPr>
          <p:nvPr/>
        </p:nvSpPr>
        <p:spPr>
          <a:xfrm xmlns:a="http://schemas.openxmlformats.org/drawingml/2006/main" flipV="1">
            <a:off x="8911607" y="3381375"/>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33" name="line-14">
            <a:extLst xmlns:a="http://schemas.openxmlformats.org/drawingml/2006/main">
              <a:ext uri="{FF2B5EF4-FFF2-40B4-BE49-F238E27FC236}">
                <a16:creationId xmlns:a16="http://schemas.microsoft.com/office/drawing/2014/main" id="{DFE804F4-B48A-4782-B39F-C8C5F863D0F4}"/>
              </a:ext>
            </a:extLst>
          </p:cNvPr>
          <p:cNvSpPr>
            <a:spLocks xmlns:a="http://schemas.openxmlformats.org/drawingml/2006/main" noGrp="1"/>
          </p:cNvSpPr>
          <p:nvPr/>
        </p:nvSpPr>
        <p:spPr>
          <a:xfrm xmlns:a="http://schemas.openxmlformats.org/drawingml/2006/main" flipV="0">
            <a:off x="8911607" y="3340276"/>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34" name="o33">
            <a:extLst xmlns:a="http://schemas.openxmlformats.org/drawingml/2006/main">
              <a:ext uri="{FF2B5EF4-FFF2-40B4-BE49-F238E27FC236}">
                <a16:creationId xmlns:a16="http://schemas.microsoft.com/office/drawing/2014/main" id="{9470FC66-CEA5-4635-88E6-DF494053C0FB}"/>
              </a:ext>
            </a:extLst>
          </p:cNvPr>
          <p:cNvSpPr>
            <a:spLocks xmlns:a="http://schemas.openxmlformats.org/drawingml/2006/main" noGrp="1"/>
          </p:cNvSpPr>
          <p:nvPr/>
        </p:nvSpPr>
        <p:spPr>
          <a:xfrm xmlns:a="http://schemas.openxmlformats.org/drawingml/2006/main">
            <a:off x="9024938" y="3000375"/>
            <a:ext cx="2557463" cy="762000"/>
          </a:xfrm>
          <a:prstGeom xmlns:a="http://schemas.openxmlformats.org/drawingml/2006/main" prst="roundRect">
            <a:avLst>
              <a:gd name="adj" fmla="val 10000"/>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FC 128 → 5</a:t>
            </a:r>
          </a:p>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argmax 输出</a:t>
            </a:r>
          </a:p>
        </p:txBody>
      </p:sp>
      <p:sp>
        <p:nvSpPr>
          <p:cNvPr id="35" name="line-15">
            <a:extLst xmlns:a="http://schemas.openxmlformats.org/drawingml/2006/main">
              <a:ext uri="{FF2B5EF4-FFF2-40B4-BE49-F238E27FC236}">
                <a16:creationId xmlns:a16="http://schemas.microsoft.com/office/drawing/2014/main" id="{D5E0457B-317E-4DD2-B6D4-40622CD0DC03}"/>
              </a:ext>
            </a:extLst>
          </p:cNvPr>
          <p:cNvSpPr>
            <a:spLocks xmlns:a="http://schemas.openxmlformats.org/drawingml/2006/main" noGrp="1"/>
          </p:cNvSpPr>
          <p:nvPr/>
        </p:nvSpPr>
        <p:spPr>
          <a:xfrm xmlns:a="http://schemas.openxmlformats.org/drawingml/2006/main" flipV="0">
            <a:off x="10287000" y="2257425"/>
            <a:ext cx="953" cy="104775"/>
          </a:xfrm>
          <a:prstGeom xmlns:a="http://schemas.openxmlformats.org/drawingml/2006/main" prst="line">
            <a:avLst/>
          </a:prstGeom>
          <a:noFill xmlns:a="http://schemas.openxmlformats.org/drawingml/2006/main"/>
          <a:ln xmlns:a="http://schemas.openxmlformats.org/drawingml/2006/main" w="14288">
            <a:solidFill>
              <a:srgbClr val="0F6E73"/>
            </a:solidFill>
            <a:prstDash val="solid"/>
          </a:ln>
        </p:spPr>
      </p:sp>
      <p:sp>
        <p:nvSpPr>
          <p:cNvPr id="36" name="line-15">
            <a:extLst xmlns:a="http://schemas.openxmlformats.org/drawingml/2006/main">
              <a:ext uri="{FF2B5EF4-FFF2-40B4-BE49-F238E27FC236}">
                <a16:creationId xmlns:a16="http://schemas.microsoft.com/office/drawing/2014/main" id="{F0A2BDE3-92EC-4483-8089-1196B74943A6}"/>
              </a:ext>
            </a:extLst>
          </p:cNvPr>
          <p:cNvSpPr>
            <a:spLocks xmlns:a="http://schemas.openxmlformats.org/drawingml/2006/main" noGrp="1"/>
          </p:cNvSpPr>
          <p:nvPr/>
        </p:nvSpPr>
        <p:spPr>
          <a:xfrm xmlns:a="http://schemas.openxmlformats.org/drawingml/2006/main" flipV="0">
            <a:off x="10287000" y="2362200"/>
            <a:ext cx="1428750" cy="953"/>
          </a:xfrm>
          <a:prstGeom xmlns:a="http://schemas.openxmlformats.org/drawingml/2006/main" prst="line">
            <a:avLst/>
          </a:prstGeom>
          <a:noFill xmlns:a="http://schemas.openxmlformats.org/drawingml/2006/main"/>
          <a:ln xmlns:a="http://schemas.openxmlformats.org/drawingml/2006/main" w="14288">
            <a:solidFill>
              <a:srgbClr val="0F6E73"/>
            </a:solidFill>
            <a:prstDash val="solid"/>
          </a:ln>
        </p:spPr>
      </p:sp>
      <p:sp>
        <p:nvSpPr>
          <p:cNvPr id="37" name="line-15">
            <a:extLst xmlns:a="http://schemas.openxmlformats.org/drawingml/2006/main">
              <a:ext uri="{FF2B5EF4-FFF2-40B4-BE49-F238E27FC236}">
                <a16:creationId xmlns:a16="http://schemas.microsoft.com/office/drawing/2014/main" id="{1EEF2646-D317-4C3B-99D0-0E1CD0AC357A}"/>
              </a:ext>
            </a:extLst>
          </p:cNvPr>
          <p:cNvSpPr>
            <a:spLocks xmlns:a="http://schemas.openxmlformats.org/drawingml/2006/main" noGrp="1"/>
          </p:cNvSpPr>
          <p:nvPr/>
        </p:nvSpPr>
        <p:spPr>
          <a:xfrm xmlns:a="http://schemas.openxmlformats.org/drawingml/2006/main" flipV="0">
            <a:off x="11715750" y="2362200"/>
            <a:ext cx="953" cy="476250"/>
          </a:xfrm>
          <a:prstGeom xmlns:a="http://schemas.openxmlformats.org/drawingml/2006/main" prst="line">
            <a:avLst/>
          </a:prstGeom>
          <a:noFill xmlns:a="http://schemas.openxmlformats.org/drawingml/2006/main"/>
          <a:ln xmlns:a="http://schemas.openxmlformats.org/drawingml/2006/main" w="14288">
            <a:solidFill>
              <a:srgbClr val="0F6E73"/>
            </a:solidFill>
            <a:prstDash val="solid"/>
          </a:ln>
        </p:spPr>
      </p:sp>
      <p:sp>
        <p:nvSpPr>
          <p:cNvPr id="38" name="line-15">
            <a:extLst xmlns:a="http://schemas.openxmlformats.org/drawingml/2006/main">
              <a:ext uri="{FF2B5EF4-FFF2-40B4-BE49-F238E27FC236}">
                <a16:creationId xmlns:a16="http://schemas.microsoft.com/office/drawing/2014/main" id="{AB17169F-9AC3-485D-AFF6-5F2A7F455BBC}"/>
              </a:ext>
            </a:extLst>
          </p:cNvPr>
          <p:cNvSpPr>
            <a:spLocks xmlns:a="http://schemas.openxmlformats.org/drawingml/2006/main" noGrp="1"/>
          </p:cNvSpPr>
          <p:nvPr/>
        </p:nvSpPr>
        <p:spPr>
          <a:xfrm xmlns:a="http://schemas.openxmlformats.org/drawingml/2006/main" flipV="0">
            <a:off x="1905000" y="2838450"/>
            <a:ext cx="9810750" cy="953"/>
          </a:xfrm>
          <a:prstGeom xmlns:a="http://schemas.openxmlformats.org/drawingml/2006/main" prst="line">
            <a:avLst/>
          </a:prstGeom>
          <a:noFill xmlns:a="http://schemas.openxmlformats.org/drawingml/2006/main"/>
          <a:ln xmlns:a="http://schemas.openxmlformats.org/drawingml/2006/main" w="14288">
            <a:solidFill>
              <a:srgbClr val="0F6E73"/>
            </a:solidFill>
            <a:prstDash val="solid"/>
          </a:ln>
        </p:spPr>
      </p:sp>
      <p:sp>
        <p:nvSpPr>
          <p:cNvPr id="39" name="line-15">
            <a:extLst xmlns:a="http://schemas.openxmlformats.org/drawingml/2006/main">
              <a:ext uri="{FF2B5EF4-FFF2-40B4-BE49-F238E27FC236}">
                <a16:creationId xmlns:a16="http://schemas.microsoft.com/office/drawing/2014/main" id="{9358764B-F341-4C2A-B556-107908F3BE1F}"/>
              </a:ext>
            </a:extLst>
          </p:cNvPr>
          <p:cNvSpPr>
            <a:spLocks xmlns:a="http://schemas.openxmlformats.org/drawingml/2006/main" noGrp="1"/>
          </p:cNvSpPr>
          <p:nvPr/>
        </p:nvSpPr>
        <p:spPr>
          <a:xfrm xmlns:a="http://schemas.openxmlformats.org/drawingml/2006/main" flipV="0">
            <a:off x="1905000" y="2838450"/>
            <a:ext cx="953" cy="161925"/>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40" name="line-15">
            <a:extLst xmlns:a="http://schemas.openxmlformats.org/drawingml/2006/main">
              <a:ext uri="{FF2B5EF4-FFF2-40B4-BE49-F238E27FC236}">
                <a16:creationId xmlns:a16="http://schemas.microsoft.com/office/drawing/2014/main" id="{3D179550-3B79-4832-BE9C-77123D50CFBA}"/>
              </a:ext>
            </a:extLst>
          </p:cNvPr>
          <p:cNvSpPr>
            <a:spLocks xmlns:a="http://schemas.openxmlformats.org/drawingml/2006/main" noGrp="1"/>
          </p:cNvSpPr>
          <p:nvPr/>
        </p:nvSpPr>
        <p:spPr>
          <a:xfrm xmlns:a="http://schemas.openxmlformats.org/drawingml/2006/main" flipV="0">
            <a:off x="1863901" y="2925144"/>
            <a:ext cx="41099" cy="75231"/>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41" name="line-15">
            <a:extLst xmlns:a="http://schemas.openxmlformats.org/drawingml/2006/main">
              <a:ext uri="{FF2B5EF4-FFF2-40B4-BE49-F238E27FC236}">
                <a16:creationId xmlns:a16="http://schemas.microsoft.com/office/drawing/2014/main" id="{6210FCEE-C707-466F-B572-55CD1B43BB00}"/>
              </a:ext>
            </a:extLst>
          </p:cNvPr>
          <p:cNvSpPr>
            <a:spLocks xmlns:a="http://schemas.openxmlformats.org/drawingml/2006/main" noGrp="1"/>
          </p:cNvSpPr>
          <p:nvPr/>
        </p:nvSpPr>
        <p:spPr>
          <a:xfrm xmlns:a="http://schemas.openxmlformats.org/drawingml/2006/main" flipV="1">
            <a:off x="1905000" y="2925144"/>
            <a:ext cx="41099" cy="75231"/>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42" name="o41">
            <a:extLst xmlns:a="http://schemas.openxmlformats.org/drawingml/2006/main">
              <a:ext uri="{FF2B5EF4-FFF2-40B4-BE49-F238E27FC236}">
                <a16:creationId xmlns:a16="http://schemas.microsoft.com/office/drawing/2014/main" id="{A908EA54-A4FE-4668-B0C2-517080DE415F}"/>
              </a:ext>
            </a:extLst>
          </p:cNvPr>
          <p:cNvSpPr>
            <a:spLocks xmlns:a="http://schemas.openxmlformats.org/drawingml/2006/main" noGrp="1"/>
          </p:cNvSpPr>
          <p:nvPr/>
        </p:nvSpPr>
        <p:spPr>
          <a:xfrm xmlns:a="http://schemas.openxmlformats.org/drawingml/2006/main">
            <a:off x="609600" y="4772025"/>
            <a:ext cx="5238750" cy="1028700"/>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43" name="line-16">
            <a:extLst xmlns:a="http://schemas.openxmlformats.org/drawingml/2006/main">
              <a:ext uri="{FF2B5EF4-FFF2-40B4-BE49-F238E27FC236}">
                <a16:creationId xmlns:a16="http://schemas.microsoft.com/office/drawing/2014/main" id="{FC001761-F978-4C95-BA1F-E6A79CC829C7}"/>
              </a:ext>
            </a:extLst>
          </p:cNvPr>
          <p:cNvSpPr>
            <a:spLocks xmlns:a="http://schemas.openxmlformats.org/drawingml/2006/main" noGrp="1"/>
          </p:cNvSpPr>
          <p:nvPr/>
        </p:nvSpPr>
        <p:spPr>
          <a:xfrm xmlns:a="http://schemas.openxmlformats.org/drawingml/2006/main" flipV="0">
            <a:off x="609600" y="4772025"/>
            <a:ext cx="5238750" cy="953"/>
          </a:xfrm>
          <a:prstGeom xmlns:a="http://schemas.openxmlformats.org/drawingml/2006/main" prst="line">
            <a:avLst/>
          </a:prstGeom>
          <a:noFill xmlns:a="http://schemas.openxmlformats.org/drawingml/2006/main"/>
          <a:ln xmlns:a="http://schemas.openxmlformats.org/drawingml/2006/main" w="28575">
            <a:solidFill>
              <a:srgbClr val="32668E"/>
            </a:solidFill>
            <a:prstDash val="solid"/>
          </a:ln>
        </p:spPr>
      </p:sp>
      <p:sp>
        <p:nvSpPr>
          <p:cNvPr id="44" name="o43">
            <a:extLst xmlns:a="http://schemas.openxmlformats.org/drawingml/2006/main">
              <a:ext uri="{FF2B5EF4-FFF2-40B4-BE49-F238E27FC236}">
                <a16:creationId xmlns:a16="http://schemas.microsoft.com/office/drawing/2014/main" id="{F0AA7F83-5592-4BAC-A8B5-D1E7CA53A67D}"/>
              </a:ext>
            </a:extLst>
          </p:cNvPr>
          <p:cNvSpPr>
            <a:spLocks xmlns:a="http://schemas.openxmlformats.org/drawingml/2006/main" noGrp="1"/>
          </p:cNvSpPr>
          <p:nvPr/>
        </p:nvSpPr>
        <p:spPr>
          <a:xfrm xmlns:a="http://schemas.openxmlformats.org/drawingml/2006/main">
            <a:off x="762000" y="4867275"/>
            <a:ext cx="4933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32668E"/>
                </a:solidFill>
                <a:latin typeface="Noto Sans SC"/>
                <a:ea typeface="Noto Sans SC"/>
                <a:cs typeface="Noto Sans SC"/>
              </a:defRPr>
            </a:defPPr>
            <a:lvl1pPr algn="l">
              <a:defRPr sz="1650" b="1">
                <a:solidFill>
                  <a:srgbClr val="32668E"/>
                </a:solidFill>
                <a:latin typeface="Noto Sans SC"/>
                <a:ea typeface="Noto Sans SC"/>
                <a:cs typeface="Noto Sans SC"/>
              </a:defRPr>
            </a:lvl1pPr>
            <a:lvl2pPr algn="l">
              <a:defRPr sz="1650" b="1">
                <a:solidFill>
                  <a:srgbClr val="32668E"/>
                </a:solidFill>
                <a:latin typeface="Noto Sans SC"/>
                <a:ea typeface="Noto Sans SC"/>
                <a:cs typeface="Noto Sans SC"/>
              </a:defRPr>
            </a:lvl2pPr>
            <a:lvl3pPr algn="l">
              <a:defRPr sz="1650" b="1">
                <a:solidFill>
                  <a:srgbClr val="32668E"/>
                </a:solidFill>
                <a:latin typeface="Noto Sans SC"/>
                <a:ea typeface="Noto Sans SC"/>
                <a:cs typeface="Noto Sans SC"/>
              </a:defRPr>
            </a:lvl3pPr>
            <a:lvl4pPr algn="l">
              <a:defRPr sz="1650" b="1">
                <a:solidFill>
                  <a:srgbClr val="32668E"/>
                </a:solidFill>
                <a:latin typeface="Noto Sans SC"/>
                <a:ea typeface="Noto Sans SC"/>
                <a:cs typeface="Noto Sans SC"/>
              </a:defRPr>
            </a:lvl4pPr>
            <a:lvl5pPr algn="l">
              <a:defRPr sz="1650" b="1">
                <a:solidFill>
                  <a:srgbClr val="32668E"/>
                </a:solidFill>
                <a:latin typeface="Noto Sans SC"/>
                <a:ea typeface="Noto Sans SC"/>
                <a:cs typeface="Noto Sans SC"/>
              </a:defRPr>
            </a:lvl5pPr>
            <a:lvl6pPr algn="l">
              <a:defRPr sz="1650" b="1">
                <a:solidFill>
                  <a:srgbClr val="32668E"/>
                </a:solidFill>
                <a:latin typeface="Noto Sans SC"/>
                <a:ea typeface="Noto Sans SC"/>
                <a:cs typeface="Noto Sans SC"/>
              </a:defRPr>
            </a:lvl6pPr>
            <a:lvl7pPr algn="l">
              <a:defRPr sz="1650" b="1">
                <a:solidFill>
                  <a:srgbClr val="32668E"/>
                </a:solidFill>
                <a:latin typeface="Noto Sans SC"/>
                <a:ea typeface="Noto Sans SC"/>
                <a:cs typeface="Noto Sans SC"/>
              </a:defRPr>
            </a:lvl7pPr>
            <a:lvl8pPr algn="l">
              <a:defRPr sz="1650" b="1">
                <a:solidFill>
                  <a:srgbClr val="32668E"/>
                </a:solidFill>
                <a:latin typeface="Noto Sans SC"/>
                <a:ea typeface="Noto Sans SC"/>
                <a:cs typeface="Noto Sans SC"/>
              </a:defRPr>
            </a:lvl8pPr>
            <a:lvl9pPr algn="l">
              <a:defRPr sz="1650" b="1">
                <a:solidFill>
                  <a:srgbClr val="32668E"/>
                </a:solidFill>
                <a:latin typeface="Noto Sans SC"/>
                <a:ea typeface="Noto Sans SC"/>
                <a:cs typeface="Noto Sans SC"/>
              </a:defRPr>
            </a:lvl9pPr>
          </a:lstStyle>
          <a:p xmlns:a="http://schemas.openxmlformats.org/drawingml/2006/main">
            <a:pPr algn="l">
              <a:defRPr sz="1650" b="1">
                <a:solidFill>
                  <a:srgbClr val="32668E"/>
                </a:solidFill>
                <a:latin typeface="Noto Sans SC"/>
                <a:ea typeface="Noto Sans SC"/>
                <a:cs typeface="Noto Sans SC"/>
              </a:defRPr>
            </a:pPr>
            <a:r>
              <a:rPr sz="1650" b="1">
                <a:solidFill>
                  <a:srgbClr val="32668E"/>
                </a:solidFill>
                <a:latin typeface="Noto Sans SC"/>
                <a:ea typeface="Noto Sans SC"/>
                <a:cs typeface="Noto Sans SC"/>
              </a:rPr>
              <a:t>训练与推理</a:t>
            </a:r>
          </a:p>
        </p:txBody>
      </p:sp>
      <p:sp>
        <p:nvSpPr>
          <p:cNvPr id="45" name="o44">
            <a:extLst xmlns:a="http://schemas.openxmlformats.org/drawingml/2006/main">
              <a:ext uri="{FF2B5EF4-FFF2-40B4-BE49-F238E27FC236}">
                <a16:creationId xmlns:a16="http://schemas.microsoft.com/office/drawing/2014/main" id="{DF868C6C-A77F-4F1A-87E2-7ABBC6CA2734}"/>
              </a:ext>
            </a:extLst>
          </p:cNvPr>
          <p:cNvSpPr>
            <a:spLocks xmlns:a="http://schemas.openxmlformats.org/drawingml/2006/main" noGrp="1"/>
          </p:cNvSpPr>
          <p:nvPr/>
        </p:nvSpPr>
        <p:spPr>
          <a:xfrm xmlns:a="http://schemas.openxmlformats.org/drawingml/2006/main">
            <a:off x="762000" y="5219700"/>
            <a:ext cx="49339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36A"/>
                </a:solidFill>
                <a:latin typeface="Noto Sans SC"/>
                <a:ea typeface="Noto Sans SC"/>
                <a:cs typeface="Noto Sans SC"/>
              </a:defRPr>
            </a:defPPr>
            <a:lvl1pPr algn="l">
              <a:defRPr sz="1425" b="0">
                <a:solidFill>
                  <a:srgbClr val="46536A"/>
                </a:solidFill>
                <a:latin typeface="Noto Sans SC"/>
                <a:ea typeface="Noto Sans SC"/>
                <a:cs typeface="Noto Sans SC"/>
              </a:defRPr>
            </a:lvl1pPr>
            <a:lvl2pPr algn="l">
              <a:defRPr sz="1425" b="0">
                <a:solidFill>
                  <a:srgbClr val="46536A"/>
                </a:solidFill>
                <a:latin typeface="Noto Sans SC"/>
                <a:ea typeface="Noto Sans SC"/>
                <a:cs typeface="Noto Sans SC"/>
              </a:defRPr>
            </a:lvl2pPr>
            <a:lvl3pPr algn="l">
              <a:defRPr sz="1425" b="0">
                <a:solidFill>
                  <a:srgbClr val="46536A"/>
                </a:solidFill>
                <a:latin typeface="Noto Sans SC"/>
                <a:ea typeface="Noto Sans SC"/>
                <a:cs typeface="Noto Sans SC"/>
              </a:defRPr>
            </a:lvl3pPr>
            <a:lvl4pPr algn="l">
              <a:defRPr sz="1425" b="0">
                <a:solidFill>
                  <a:srgbClr val="46536A"/>
                </a:solidFill>
                <a:latin typeface="Noto Sans SC"/>
                <a:ea typeface="Noto Sans SC"/>
                <a:cs typeface="Noto Sans SC"/>
              </a:defRPr>
            </a:lvl4pPr>
            <a:lvl5pPr algn="l">
              <a:defRPr sz="1425" b="0">
                <a:solidFill>
                  <a:srgbClr val="46536A"/>
                </a:solidFill>
                <a:latin typeface="Noto Sans SC"/>
                <a:ea typeface="Noto Sans SC"/>
                <a:cs typeface="Noto Sans SC"/>
              </a:defRPr>
            </a:lvl5pPr>
            <a:lvl6pPr algn="l">
              <a:defRPr sz="1425" b="0">
                <a:solidFill>
                  <a:srgbClr val="46536A"/>
                </a:solidFill>
                <a:latin typeface="Noto Sans SC"/>
                <a:ea typeface="Noto Sans SC"/>
                <a:cs typeface="Noto Sans SC"/>
              </a:defRPr>
            </a:lvl6pPr>
            <a:lvl7pPr algn="l">
              <a:defRPr sz="1425" b="0">
                <a:solidFill>
                  <a:srgbClr val="46536A"/>
                </a:solidFill>
                <a:latin typeface="Noto Sans SC"/>
                <a:ea typeface="Noto Sans SC"/>
                <a:cs typeface="Noto Sans SC"/>
              </a:defRPr>
            </a:lvl7pPr>
            <a:lvl8pPr algn="l">
              <a:defRPr sz="1425" b="0">
                <a:solidFill>
                  <a:srgbClr val="46536A"/>
                </a:solidFill>
                <a:latin typeface="Noto Sans SC"/>
                <a:ea typeface="Noto Sans SC"/>
                <a:cs typeface="Noto Sans SC"/>
              </a:defRPr>
            </a:lvl8pPr>
            <a:lvl9pPr algn="l">
              <a:defRPr sz="1425" b="0">
                <a:solidFill>
                  <a:srgbClr val="46536A"/>
                </a:solidFill>
                <a:latin typeface="Noto Sans SC"/>
                <a:ea typeface="Noto Sans SC"/>
                <a:cs typeface="Noto Sans SC"/>
              </a:defRPr>
            </a:lvl9pPr>
          </a:lstStyle>
          <a:p xmlns:a="http://schemas.openxmlformats.org/drawingml/2006/main">
            <a:pPr algn="l">
              <a:defRPr sz="1425" b="0">
                <a:solidFill>
                  <a:srgbClr val="46536A"/>
                </a:solidFill>
                <a:latin typeface="Noto Sans SC"/>
                <a:ea typeface="Noto Sans SC"/>
                <a:cs typeface="Noto Sans SC"/>
              </a:defRPr>
            </a:pPr>
            <a:r>
              <a:rPr sz="1425" b="0">
                <a:solidFill>
                  <a:srgbClr val="46536A"/>
                </a:solidFill>
                <a:latin typeface="Noto Sans SC"/>
                <a:ea typeface="Noto Sans SC"/>
                <a:cs typeface="Noto Sans SC"/>
              </a:rPr>
              <a:t>交叉熵 / Adam；推理 eval</a:t>
            </a:r>
          </a:p>
          <a:p xmlns:a="http://schemas.openxmlformats.org/drawingml/2006/main">
            <a:pPr algn="l">
              <a:defRPr sz="1425" b="0">
                <a:solidFill>
                  <a:srgbClr val="46536A"/>
                </a:solidFill>
                <a:latin typeface="Noto Sans SC"/>
                <a:ea typeface="Noto Sans SC"/>
                <a:cs typeface="Noto Sans SC"/>
              </a:defRPr>
            </a:pPr>
            <a:r>
              <a:rPr sz="1425" b="0">
                <a:solidFill>
                  <a:srgbClr val="46536A"/>
                </a:solidFill>
                <a:latin typeface="Noto Sans SC"/>
                <a:ea typeface="Noto Sans SC"/>
                <a:cs typeface="Noto Sans SC"/>
              </a:rPr>
              <a:t>模型缓存已实现，未独立量化收益</a:t>
            </a:r>
          </a:p>
        </p:txBody>
      </p:sp>
      <p:sp>
        <p:nvSpPr>
          <p:cNvPr id="46" name="o45">
            <a:extLst xmlns:a="http://schemas.openxmlformats.org/drawingml/2006/main">
              <a:ext uri="{FF2B5EF4-FFF2-40B4-BE49-F238E27FC236}">
                <a16:creationId xmlns:a16="http://schemas.microsoft.com/office/drawing/2014/main" id="{87920BFF-AB2D-4764-8561-695930F9D1FF}"/>
              </a:ext>
            </a:extLst>
          </p:cNvPr>
          <p:cNvSpPr>
            <a:spLocks xmlns:a="http://schemas.openxmlformats.org/drawingml/2006/main" noGrp="1"/>
          </p:cNvSpPr>
          <p:nvPr/>
        </p:nvSpPr>
        <p:spPr>
          <a:xfrm xmlns:a="http://schemas.openxmlformats.org/drawingml/2006/main">
            <a:off x="6267450" y="4772025"/>
            <a:ext cx="5314950" cy="1028700"/>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47" name="line-19">
            <a:extLst xmlns:a="http://schemas.openxmlformats.org/drawingml/2006/main">
              <a:ext uri="{FF2B5EF4-FFF2-40B4-BE49-F238E27FC236}">
                <a16:creationId xmlns:a16="http://schemas.microsoft.com/office/drawing/2014/main" id="{7B7F5D87-2898-4DC4-A8FE-FF38D8C80760}"/>
              </a:ext>
            </a:extLst>
          </p:cNvPr>
          <p:cNvSpPr>
            <a:spLocks xmlns:a="http://schemas.openxmlformats.org/drawingml/2006/main" noGrp="1"/>
          </p:cNvSpPr>
          <p:nvPr/>
        </p:nvSpPr>
        <p:spPr>
          <a:xfrm xmlns:a="http://schemas.openxmlformats.org/drawingml/2006/main" flipV="0">
            <a:off x="6267450" y="4772025"/>
            <a:ext cx="5314950" cy="953"/>
          </a:xfrm>
          <a:prstGeom xmlns:a="http://schemas.openxmlformats.org/drawingml/2006/main" prst="line">
            <a:avLst/>
          </a:prstGeom>
          <a:noFill xmlns:a="http://schemas.openxmlformats.org/drawingml/2006/main"/>
          <a:ln xmlns:a="http://schemas.openxmlformats.org/drawingml/2006/main" w="28575">
            <a:solidFill>
              <a:srgbClr val="B85A1E"/>
            </a:solidFill>
            <a:prstDash val="solid"/>
          </a:ln>
        </p:spPr>
      </p:sp>
      <p:sp>
        <p:nvSpPr>
          <p:cNvPr id="48" name="o47">
            <a:extLst xmlns:a="http://schemas.openxmlformats.org/drawingml/2006/main">
              <a:ext uri="{FF2B5EF4-FFF2-40B4-BE49-F238E27FC236}">
                <a16:creationId xmlns:a16="http://schemas.microsoft.com/office/drawing/2014/main" id="{A1D6A395-D0CD-49E3-AC95-6F9DC4E3524F}"/>
              </a:ext>
            </a:extLst>
          </p:cNvPr>
          <p:cNvSpPr>
            <a:spLocks xmlns:a="http://schemas.openxmlformats.org/drawingml/2006/main" noGrp="1"/>
          </p:cNvSpPr>
          <p:nvPr/>
        </p:nvSpPr>
        <p:spPr>
          <a:xfrm xmlns:a="http://schemas.openxmlformats.org/drawingml/2006/main">
            <a:off x="6419850" y="4867275"/>
            <a:ext cx="501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B85A1E"/>
                </a:solidFill>
                <a:latin typeface="Noto Sans SC"/>
                <a:ea typeface="Noto Sans SC"/>
                <a:cs typeface="Noto Sans SC"/>
              </a:defRPr>
            </a:defPPr>
            <a:lvl1pPr algn="l">
              <a:defRPr sz="1650" b="1">
                <a:solidFill>
                  <a:srgbClr val="B85A1E"/>
                </a:solidFill>
                <a:latin typeface="Noto Sans SC"/>
                <a:ea typeface="Noto Sans SC"/>
                <a:cs typeface="Noto Sans SC"/>
              </a:defRPr>
            </a:lvl1pPr>
            <a:lvl2pPr algn="l">
              <a:defRPr sz="1650" b="1">
                <a:solidFill>
                  <a:srgbClr val="B85A1E"/>
                </a:solidFill>
                <a:latin typeface="Noto Sans SC"/>
                <a:ea typeface="Noto Sans SC"/>
                <a:cs typeface="Noto Sans SC"/>
              </a:defRPr>
            </a:lvl2pPr>
            <a:lvl3pPr algn="l">
              <a:defRPr sz="1650" b="1">
                <a:solidFill>
                  <a:srgbClr val="B85A1E"/>
                </a:solidFill>
                <a:latin typeface="Noto Sans SC"/>
                <a:ea typeface="Noto Sans SC"/>
                <a:cs typeface="Noto Sans SC"/>
              </a:defRPr>
            </a:lvl3pPr>
            <a:lvl4pPr algn="l">
              <a:defRPr sz="1650" b="1">
                <a:solidFill>
                  <a:srgbClr val="B85A1E"/>
                </a:solidFill>
                <a:latin typeface="Noto Sans SC"/>
                <a:ea typeface="Noto Sans SC"/>
                <a:cs typeface="Noto Sans SC"/>
              </a:defRPr>
            </a:lvl4pPr>
            <a:lvl5pPr algn="l">
              <a:defRPr sz="1650" b="1">
                <a:solidFill>
                  <a:srgbClr val="B85A1E"/>
                </a:solidFill>
                <a:latin typeface="Noto Sans SC"/>
                <a:ea typeface="Noto Sans SC"/>
                <a:cs typeface="Noto Sans SC"/>
              </a:defRPr>
            </a:lvl5pPr>
            <a:lvl6pPr algn="l">
              <a:defRPr sz="1650" b="1">
                <a:solidFill>
                  <a:srgbClr val="B85A1E"/>
                </a:solidFill>
                <a:latin typeface="Noto Sans SC"/>
                <a:ea typeface="Noto Sans SC"/>
                <a:cs typeface="Noto Sans SC"/>
              </a:defRPr>
            </a:lvl6pPr>
            <a:lvl7pPr algn="l">
              <a:defRPr sz="1650" b="1">
                <a:solidFill>
                  <a:srgbClr val="B85A1E"/>
                </a:solidFill>
                <a:latin typeface="Noto Sans SC"/>
                <a:ea typeface="Noto Sans SC"/>
                <a:cs typeface="Noto Sans SC"/>
              </a:defRPr>
            </a:lvl7pPr>
            <a:lvl8pPr algn="l">
              <a:defRPr sz="1650" b="1">
                <a:solidFill>
                  <a:srgbClr val="B85A1E"/>
                </a:solidFill>
                <a:latin typeface="Noto Sans SC"/>
                <a:ea typeface="Noto Sans SC"/>
                <a:cs typeface="Noto Sans SC"/>
              </a:defRPr>
            </a:lvl8pPr>
            <a:lvl9pPr algn="l">
              <a:defRPr sz="1650" b="1">
                <a:solidFill>
                  <a:srgbClr val="B85A1E"/>
                </a:solidFill>
                <a:latin typeface="Noto Sans SC"/>
                <a:ea typeface="Noto Sans SC"/>
                <a:cs typeface="Noto Sans SC"/>
              </a:defRPr>
            </a:lvl9pPr>
          </a:lstStyle>
          <a:p xmlns:a="http://schemas.openxmlformats.org/drawingml/2006/main">
            <a:pPr algn="l">
              <a:defRPr sz="1650" b="1">
                <a:solidFill>
                  <a:srgbClr val="B85A1E"/>
                </a:solidFill>
                <a:latin typeface="Noto Sans SC"/>
                <a:ea typeface="Noto Sans SC"/>
                <a:cs typeface="Noto Sans SC"/>
              </a:defRPr>
            </a:pPr>
            <a:r>
              <a:rPr sz="1650" b="1">
                <a:solidFill>
                  <a:srgbClr val="B85A1E"/>
                </a:solidFill>
                <a:latin typeface="Noto Sans SC"/>
                <a:ea typeface="Noto Sans SC"/>
                <a:cs typeface="Noto Sans SC"/>
              </a:rPr>
              <a:t>固定五成员核验</a:t>
            </a:r>
          </a:p>
        </p:txBody>
      </p:sp>
      <p:sp>
        <p:nvSpPr>
          <p:cNvPr id="49" name="o48">
            <a:extLst xmlns:a="http://schemas.openxmlformats.org/drawingml/2006/main">
              <a:ext uri="{FF2B5EF4-FFF2-40B4-BE49-F238E27FC236}">
                <a16:creationId xmlns:a16="http://schemas.microsoft.com/office/drawing/2014/main" id="{953A3169-5E39-4294-B092-3D4F2817106F}"/>
              </a:ext>
            </a:extLst>
          </p:cNvPr>
          <p:cNvSpPr>
            <a:spLocks xmlns:a="http://schemas.openxmlformats.org/drawingml/2006/main" noGrp="1"/>
          </p:cNvSpPr>
          <p:nvPr/>
        </p:nvSpPr>
        <p:spPr>
          <a:xfrm xmlns:a="http://schemas.openxmlformats.org/drawingml/2006/main">
            <a:off x="6419850" y="5219700"/>
            <a:ext cx="50101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36A"/>
                </a:solidFill>
                <a:latin typeface="Noto Sans SC"/>
                <a:ea typeface="Noto Sans SC"/>
                <a:cs typeface="Noto Sans SC"/>
              </a:defRPr>
            </a:defPPr>
            <a:lvl1pPr algn="l">
              <a:defRPr sz="1425" b="0">
                <a:solidFill>
                  <a:srgbClr val="46536A"/>
                </a:solidFill>
                <a:latin typeface="Noto Sans SC"/>
                <a:ea typeface="Noto Sans SC"/>
                <a:cs typeface="Noto Sans SC"/>
              </a:defRPr>
            </a:lvl1pPr>
            <a:lvl2pPr algn="l">
              <a:defRPr sz="1425" b="0">
                <a:solidFill>
                  <a:srgbClr val="46536A"/>
                </a:solidFill>
                <a:latin typeface="Noto Sans SC"/>
                <a:ea typeface="Noto Sans SC"/>
                <a:cs typeface="Noto Sans SC"/>
              </a:defRPr>
            </a:lvl2pPr>
            <a:lvl3pPr algn="l">
              <a:defRPr sz="1425" b="0">
                <a:solidFill>
                  <a:srgbClr val="46536A"/>
                </a:solidFill>
                <a:latin typeface="Noto Sans SC"/>
                <a:ea typeface="Noto Sans SC"/>
                <a:cs typeface="Noto Sans SC"/>
              </a:defRPr>
            </a:lvl3pPr>
            <a:lvl4pPr algn="l">
              <a:defRPr sz="1425" b="0">
                <a:solidFill>
                  <a:srgbClr val="46536A"/>
                </a:solidFill>
                <a:latin typeface="Noto Sans SC"/>
                <a:ea typeface="Noto Sans SC"/>
                <a:cs typeface="Noto Sans SC"/>
              </a:defRPr>
            </a:lvl4pPr>
            <a:lvl5pPr algn="l">
              <a:defRPr sz="1425" b="0">
                <a:solidFill>
                  <a:srgbClr val="46536A"/>
                </a:solidFill>
                <a:latin typeface="Noto Sans SC"/>
                <a:ea typeface="Noto Sans SC"/>
                <a:cs typeface="Noto Sans SC"/>
              </a:defRPr>
            </a:lvl5pPr>
            <a:lvl6pPr algn="l">
              <a:defRPr sz="1425" b="0">
                <a:solidFill>
                  <a:srgbClr val="46536A"/>
                </a:solidFill>
                <a:latin typeface="Noto Sans SC"/>
                <a:ea typeface="Noto Sans SC"/>
                <a:cs typeface="Noto Sans SC"/>
              </a:defRPr>
            </a:lvl6pPr>
            <a:lvl7pPr algn="l">
              <a:defRPr sz="1425" b="0">
                <a:solidFill>
                  <a:srgbClr val="46536A"/>
                </a:solidFill>
                <a:latin typeface="Noto Sans SC"/>
                <a:ea typeface="Noto Sans SC"/>
                <a:cs typeface="Noto Sans SC"/>
              </a:defRPr>
            </a:lvl7pPr>
            <a:lvl8pPr algn="l">
              <a:defRPr sz="1425" b="0">
                <a:solidFill>
                  <a:srgbClr val="46536A"/>
                </a:solidFill>
                <a:latin typeface="Noto Sans SC"/>
                <a:ea typeface="Noto Sans SC"/>
                <a:cs typeface="Noto Sans SC"/>
              </a:defRPr>
            </a:lvl8pPr>
            <a:lvl9pPr algn="l">
              <a:defRPr sz="1425" b="0">
                <a:solidFill>
                  <a:srgbClr val="46536A"/>
                </a:solidFill>
                <a:latin typeface="Noto Sans SC"/>
                <a:ea typeface="Noto Sans SC"/>
                <a:cs typeface="Noto Sans SC"/>
              </a:defRPr>
            </a:lvl9pPr>
          </a:lstStyle>
          <a:p xmlns:a="http://schemas.openxmlformats.org/drawingml/2006/main">
            <a:pPr algn="l">
              <a:defRPr sz="1425" b="0">
                <a:solidFill>
                  <a:srgbClr val="46536A"/>
                </a:solidFill>
                <a:latin typeface="Noto Sans SC"/>
                <a:ea typeface="Noto Sans SC"/>
                <a:cs typeface="Noto Sans SC"/>
              </a:defRPr>
            </a:pPr>
            <a:r>
              <a:rPr sz="1425" b="0">
                <a:solidFill>
                  <a:srgbClr val="46536A"/>
                </a:solidFill>
                <a:latin typeface="Noto Sans SC"/>
                <a:ea typeface="Noto Sans SC"/>
                <a:cs typeface="Noto Sans SC"/>
              </a:rPr>
              <a:t>51,333 参数；vshape；逆序误差 9.54×10⁻⁷</a:t>
            </a:r>
          </a:p>
          <a:p xmlns:a="http://schemas.openxmlformats.org/drawingml/2006/main">
            <a:pPr algn="l">
              <a:defRPr sz="1425" b="0">
                <a:solidFill>
                  <a:srgbClr val="46536A"/>
                </a:solidFill>
                <a:latin typeface="Noto Sans SC"/>
                <a:ea typeface="Noto Sans SC"/>
                <a:cs typeface="Noto Sans SC"/>
              </a:defRPr>
            </a:pPr>
            <a:r>
              <a:rPr sz="1425" b="0">
                <a:solidFill>
                  <a:srgbClr val="46536A"/>
                </a:solidFill>
                <a:latin typeface="Noto Sans SC"/>
                <a:ea typeface="Noto Sans SC"/>
                <a:cs typeface="Noto Sans SC"/>
              </a:rPr>
              <a:t>无 T-Net；未报告独立分类准确率</a:t>
            </a:r>
          </a:p>
        </p:txBody>
      </p:sp>
      <p:sp xmlns:a="http://schemas.openxmlformats.org/drawingml/2006/main" xmlns:m="http://schemas.openxmlformats.org/officeDocument/2006/math" xmlns:w="http://schemas.openxmlformats.org/wordprocessingml/2006/main" xmlns:a14="http://schemas.microsoft.com/office/drawing/2010/main" xmlns:r="http://schemas.openxmlformats.org/officeDocument/2006/relationships" xmlns:rel="http://schemas.openxmlformats.org/package/2006/relationships" xmlns:ct="http://schemas.openxmlformats.org/package/2006/content-types">
        <p:nvSpPr>
          <p:cNvPr id="7001" name="latex-equation-7001"/>
          <p:cNvSpPr txBox="1">
            <a:spLocks noGrp="1"/>
          </p:cNvSpPr>
          <p:nvPr/>
        </p:nvSpPr>
        <p:spPr>
          <a:xfrm>
            <a:off x="609600" y="3990975"/>
            <a:ext cx="10972800" cy="619125"/>
          </a:xfrm>
          <a:prstGeom prst="rect">
            <a:avLst/>
          </a:prstGeom>
          <a:noFill/>
          <a:ln>
            <a:noFill/>
          </a:ln>
        </p:spPr>
        <p:txBody>
          <a:bodyPr wrap="none" lIns="0" tIns="0" rIns="0" bIns="0" anchor="ctr">
            <a:noAutofit/>
          </a:bodyPr>
          <a:lstStyle/>
          <a:p>
            <a:pPr algn="ctr"/>
            <a14:m>
              <m:oMathPara>
                <m:oMath>
                  <m:sSub>
                    <m:e>
                      <m:r>
                        <w:rPr>
                          <w:sz w:val="40"/>
                          <w:rFonts w:ascii="Cambria Math" w:hAnsi="Cambria Math" w:eastAsia="Cambria Math"/>
                        </w:rPr>
                        <m:t>h</m:t>
                      </m:r>
                    </m:e>
                    <m:sub>
                      <m:r>
                        <w:rPr>
                          <w:sz w:val="40"/>
                          <w:rFonts w:ascii="Cambria Math" w:hAnsi="Cambria Math" w:eastAsia="Cambria Math"/>
                        </w:rPr>
                        <m:t>i</m:t>
                      </m:r>
                    </m:sub>
                  </m:sSub>
                  <m:r>
                    <w:rPr>
                      <w:sz w:val="40"/>
                      <w:rFonts w:ascii="Cambria Math" w:hAnsi="Cambria Math" w:eastAsia="Cambria Math"/>
                    </w:rPr>
                    <m:t>=ϕ(</m:t>
                  </m:r>
                  <m:sSub>
                    <m:e>
                      <m:r>
                        <w:rPr>
                          <w:sz w:val="40"/>
                          <w:rFonts w:ascii="Cambria Math" w:hAnsi="Cambria Math" w:eastAsia="Cambria Math"/>
                        </w:rPr>
                        <m:t>z</m:t>
                      </m:r>
                    </m:e>
                    <m:sub>
                      <m:r>
                        <w:rPr>
                          <w:sz w:val="40"/>
                          <w:rFonts w:ascii="Cambria Math" w:hAnsi="Cambria Math" w:eastAsia="Cambria Math"/>
                        </w:rPr>
                        <m:t>i</m:t>
                      </m:r>
                    </m:sub>
                  </m:sSub>
                  <m:r>
                    <w:rPr>
                      <w:sz w:val="40"/>
                      <w:rFonts w:ascii="Cambria Math" w:hAnsi="Cambria Math" w:eastAsia="Cambria Math"/>
                    </w:rPr>
                    <m:t>),</m:t>
                  </m:r>
                  <m:sSub>
                    <m:e>
                      <m:r>
                        <w:rPr>
                          <w:sz w:val="40"/>
                          <w:rFonts w:ascii="Cambria Math" w:hAnsi="Cambria Math" w:eastAsia="Cambria Math"/>
                        </w:rPr>
                        <m:t>g</m:t>
                      </m:r>
                    </m:e>
                    <m:sub>
                      <m:r>
                        <w:rPr>
                          <w:sz w:val="40"/>
                          <w:rFonts w:ascii="Cambria Math" w:hAnsi="Cambria Math" w:eastAsia="Cambria Math"/>
                        </w:rPr>
                        <m:t>c</m:t>
                      </m:r>
                    </m:sub>
                  </m:sSub>
                  <m:r>
                    <w:rPr>
                      <w:sz w:val="40"/>
                      <w:rFonts w:ascii="Cambria Math" w:hAnsi="Cambria Math" w:eastAsia="Cambria Math"/>
                    </w:rPr>
                    <m:t>=</m:t>
                  </m:r>
                  <m:sSub>
                    <m:e>
                      <m:r>
                        <w:rPr>
                          <w:sz w:val="40"/>
                          <w:rFonts w:ascii="Cambria Math" w:hAnsi="Cambria Math" w:eastAsia="Cambria Math"/>
                        </w:rPr>
                        <m:t>max</m:t>
                      </m:r>
                    </m:e>
                    <m:sub>
                      <m:r>
                        <w:rPr>
                          <w:sz w:val="40"/>
                          <w:rFonts w:ascii="Cambria Math" w:hAnsi="Cambria Math" w:eastAsia="Cambria Math"/>
                        </w:rPr>
                        <m:t>i∈</m:t>
                      </m:r>
                      <m:r>
                        <w:rPr>
                          <w:sz w:val="40"/>
                          <w:rFonts w:ascii="Cambria Math" w:hAnsi="Cambria Math" w:eastAsia="Cambria Math"/>
                        </w:rPr>
                        <m:rPr>
                          <m:scr m:val="script"/>
                        </m:rPr>
                        <m:t>V</m:t>
                      </m:r>
                    </m:sub>
                  </m:sSub>
                  <m:sSub>
                    <m:e>
                      <m:r>
                        <w:rPr>
                          <w:sz w:val="40"/>
                          <w:rFonts w:ascii="Cambria Math" w:hAnsi="Cambria Math" w:eastAsia="Cambria Math"/>
                        </w:rPr>
                        <m:t>h</m:t>
                      </m:r>
                    </m:e>
                    <m:sub>
                      <m:r>
                        <w:rPr>
                          <w:sz w:val="40"/>
                          <w:rFonts w:ascii="Cambria Math" w:hAnsi="Cambria Math" w:eastAsia="Cambria Math"/>
                        </w:rPr>
                        <m:t>ic</m:t>
                      </m:r>
                    </m:sub>
                  </m:sSub>
                  <m:r>
                    <w:rPr>
                      <w:sz w:val="40"/>
                      <w:rFonts w:ascii="Cambria Math" w:hAnsi="Cambria Math" w:eastAsia="Cambria Math"/>
                    </w:rPr>
                    <m:t>,</m:t>
                  </m:r>
                  <m:acc>
                    <m:accPr>
                      <m:chr m:val="̂"/>
                    </m:accPr>
                    <m:e>
                      <m:r>
                        <w:rPr>
                          <w:sz w:val="40"/>
                          <w:rFonts w:ascii="Cambria Math" w:hAnsi="Cambria Math" w:eastAsia="Cambria Math"/>
                        </w:rPr>
                        <m:t>y</m:t>
                      </m:r>
                    </m:e>
                  </m:acc>
                  <m:r>
                    <w:rPr>
                      <w:sz w:val="40"/>
                      <w:rFonts w:ascii="Cambria Math" w:hAnsi="Cambria Math" w:eastAsia="Cambria Math"/>
                    </w:rPr>
                    <m:t>=</m:t>
                  </m:r>
                  <m:sSub>
                    <m:e>
                      <m:r>
                        <w:rPr>
                          <w:sz w:val="40"/>
                          <w:rFonts w:ascii="Cambria Math" w:hAnsi="Cambria Math" w:eastAsia="Cambria Math"/>
                        </w:rPr>
                        <m:t>argmax</m:t>
                      </m:r>
                    </m:e>
                    <m:sub>
                      <m:r>
                        <w:rPr>
                          <w:sz w:val="40"/>
                          <w:rFonts w:ascii="Cambria Math" w:hAnsi="Cambria Math" w:eastAsia="Cambria Math"/>
                        </w:rPr>
                        <m:t>k</m:t>
                      </m:r>
                    </m:sub>
                  </m:sSub>
                  <m:r>
                    <w:rPr>
                      <w:sz w:val="40"/>
                      <w:rFonts w:ascii="Cambria Math" w:hAnsi="Cambria Math" w:eastAsia="Cambria Math"/>
                    </w:rPr>
                    <m:t>ψ(g</m:t>
                  </m:r>
                  <m:sSub>
                    <m:e>
                      <m:r>
                        <w:rPr>
                          <w:sz w:val="40"/>
                          <w:rFonts w:ascii="Cambria Math" w:hAnsi="Cambria Math" w:eastAsia="Cambria Math"/>
                        </w:rPr>
                        <m:t>)</m:t>
                      </m:r>
                    </m:e>
                    <m:sub>
                      <m:r>
                        <w:rPr>
                          <w:sz w:val="40"/>
                          <w:rFonts w:ascii="Cambria Math" w:hAnsi="Cambria Math" w:eastAsia="Cambria Math"/>
                        </w:rPr>
                        <m:t>k</m:t>
                      </m:r>
                    </m:sub>
                  </m:sSub>
                </m:oMath>
              </m:oMathPara>
            </a14:m>
            <a:endParaRPr sz="2000"/>
          </a:p>
        </p:txBody>
      </p:sp>
    </p:spTree>
    <p:extLst>
      <p:ext uri="{BB962C8B-B14F-4D97-AF65-F5344CB8AC3E}">
        <p14:creationId xmlns:p14="http://schemas.microsoft.com/office/powerpoint/2010/main" val="976239694"/>
      </p:ext>
    </p:extLst>
  </p:cSld>
</p:sld>
</file>

<file path=ppt/slides/slide16.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65" name="o0">
            <a:extLst xmlns:a="http://schemas.openxmlformats.org/drawingml/2006/main">
              <a:ext uri="{FF2B5EF4-FFF2-40B4-BE49-F238E27FC236}">
                <a16:creationId xmlns:a16="http://schemas.microsoft.com/office/drawing/2014/main" id="{60D685B9-E7A4-4886-AE94-D4874F49682D}"/>
              </a:ext>
            </a:extLst>
          </p:cNvPr>
          <p:cNvSpPr>
            <a:spLocks xmlns:a="http://schemas.openxmlformats.org/drawingml/2006/main" noGrp="1"/>
          </p:cNvSpPr>
          <p:nvPr/>
        </p:nvSpPr>
        <p:spPr>
          <a:xfrm xmlns:a="http://schemas.openxmlformats.org/drawingml/2006/main">
            <a:off x="609600" y="219075"/>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B85A1E"/>
                </a:solidFill>
                <a:latin typeface="Noto Sans SC"/>
                <a:ea typeface="Noto Sans SC"/>
                <a:cs typeface="Noto Sans SC"/>
              </a:defRPr>
            </a:defPPr>
            <a:lvl1pPr algn="l">
              <a:defRPr sz="1275" b="1">
                <a:solidFill>
                  <a:srgbClr val="B85A1E"/>
                </a:solidFill>
                <a:latin typeface="Noto Sans SC"/>
                <a:ea typeface="Noto Sans SC"/>
                <a:cs typeface="Noto Sans SC"/>
              </a:defRPr>
            </a:lvl1pPr>
            <a:lvl2pPr algn="l">
              <a:defRPr sz="1275" b="1">
                <a:solidFill>
                  <a:srgbClr val="B85A1E"/>
                </a:solidFill>
                <a:latin typeface="Noto Sans SC"/>
                <a:ea typeface="Noto Sans SC"/>
                <a:cs typeface="Noto Sans SC"/>
              </a:defRPr>
            </a:lvl2pPr>
            <a:lvl3pPr algn="l">
              <a:defRPr sz="1275" b="1">
                <a:solidFill>
                  <a:srgbClr val="B85A1E"/>
                </a:solidFill>
                <a:latin typeface="Noto Sans SC"/>
                <a:ea typeface="Noto Sans SC"/>
                <a:cs typeface="Noto Sans SC"/>
              </a:defRPr>
            </a:lvl3pPr>
            <a:lvl4pPr algn="l">
              <a:defRPr sz="1275" b="1">
                <a:solidFill>
                  <a:srgbClr val="B85A1E"/>
                </a:solidFill>
                <a:latin typeface="Noto Sans SC"/>
                <a:ea typeface="Noto Sans SC"/>
                <a:cs typeface="Noto Sans SC"/>
              </a:defRPr>
            </a:lvl4pPr>
            <a:lvl5pPr algn="l">
              <a:defRPr sz="1275" b="1">
                <a:solidFill>
                  <a:srgbClr val="B85A1E"/>
                </a:solidFill>
                <a:latin typeface="Noto Sans SC"/>
                <a:ea typeface="Noto Sans SC"/>
                <a:cs typeface="Noto Sans SC"/>
              </a:defRPr>
            </a:lvl5pPr>
            <a:lvl6pPr algn="l">
              <a:defRPr sz="1275" b="1">
                <a:solidFill>
                  <a:srgbClr val="B85A1E"/>
                </a:solidFill>
                <a:latin typeface="Noto Sans SC"/>
                <a:ea typeface="Noto Sans SC"/>
                <a:cs typeface="Noto Sans SC"/>
              </a:defRPr>
            </a:lvl6pPr>
            <a:lvl7pPr algn="l">
              <a:defRPr sz="1275" b="1">
                <a:solidFill>
                  <a:srgbClr val="B85A1E"/>
                </a:solidFill>
                <a:latin typeface="Noto Sans SC"/>
                <a:ea typeface="Noto Sans SC"/>
                <a:cs typeface="Noto Sans SC"/>
              </a:defRPr>
            </a:lvl7pPr>
            <a:lvl8pPr algn="l">
              <a:defRPr sz="1275" b="1">
                <a:solidFill>
                  <a:srgbClr val="B85A1E"/>
                </a:solidFill>
                <a:latin typeface="Noto Sans SC"/>
                <a:ea typeface="Noto Sans SC"/>
                <a:cs typeface="Noto Sans SC"/>
              </a:defRPr>
            </a:lvl8pPr>
            <a:lvl9pPr algn="l">
              <a:defRPr sz="1275" b="1">
                <a:solidFill>
                  <a:srgbClr val="B85A1E"/>
                </a:solidFill>
                <a:latin typeface="Noto Sans SC"/>
                <a:ea typeface="Noto Sans SC"/>
                <a:cs typeface="Noto Sans SC"/>
              </a:defRPr>
            </a:lvl9pPr>
          </a:lstStyle>
          <a:p xmlns:a="http://schemas.openxmlformats.org/drawingml/2006/main">
            <a:pPr algn="l">
              <a:defRPr sz="1275" b="1">
                <a:solidFill>
                  <a:srgbClr val="B85A1E"/>
                </a:solidFill>
                <a:latin typeface="Noto Sans SC"/>
                <a:ea typeface="Noto Sans SC"/>
                <a:cs typeface="Noto Sans SC"/>
              </a:defRPr>
            </a:pPr>
            <a:r>
              <a:rPr sz="1275" b="1">
                <a:solidFill>
                  <a:srgbClr val="B85A1E"/>
                </a:solidFill>
                <a:latin typeface="Noto Sans SC"/>
                <a:ea typeface="Noto Sans SC"/>
                <a:cs typeface="Noto Sans SC"/>
              </a:rPr>
              <a:t>行为 · 特征形成与判定</a:t>
            </a:r>
          </a:p>
        </p:txBody>
      </p:sp>
      <p:sp>
        <p:nvSpPr>
          <p:cNvPr id="2" name="o1">
            <a:extLst xmlns:a="http://schemas.openxmlformats.org/drawingml/2006/main">
              <a:ext uri="{FF2B5EF4-FFF2-40B4-BE49-F238E27FC236}">
                <a16:creationId xmlns:a16="http://schemas.microsoft.com/office/drawing/2014/main" id="{14D8B0A3-EAFA-4B50-94A9-CDFEABA86D46}"/>
              </a:ext>
            </a:extLst>
          </p:cNvPr>
          <p:cNvSpPr>
            <a:spLocks xmlns:a="http://schemas.openxmlformats.org/drawingml/2006/main" noGrp="1"/>
          </p:cNvSpPr>
          <p:nvPr/>
        </p:nvSpPr>
        <p:spPr>
          <a:xfrm xmlns:a="http://schemas.openxmlformats.org/drawingml/2006/main">
            <a:off x="609600" y="6000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700" b="1">
                <a:solidFill>
                  <a:srgbClr val="16243A"/>
                </a:solidFill>
                <a:latin typeface="Noto Serif SC"/>
                <a:ea typeface="Noto Serif SC"/>
                <a:cs typeface="Noto Serif SC"/>
              </a:defRPr>
            </a:defPPr>
            <a:lvl1pPr algn="l">
              <a:defRPr sz="2700" b="1">
                <a:solidFill>
                  <a:srgbClr val="16243A"/>
                </a:solidFill>
                <a:latin typeface="Noto Serif SC"/>
                <a:ea typeface="Noto Serif SC"/>
                <a:cs typeface="Noto Serif SC"/>
              </a:defRPr>
            </a:lvl1pPr>
            <a:lvl2pPr algn="l">
              <a:defRPr sz="2700" b="1">
                <a:solidFill>
                  <a:srgbClr val="16243A"/>
                </a:solidFill>
                <a:latin typeface="Noto Serif SC"/>
                <a:ea typeface="Noto Serif SC"/>
                <a:cs typeface="Noto Serif SC"/>
              </a:defRPr>
            </a:lvl2pPr>
            <a:lvl3pPr algn="l">
              <a:defRPr sz="2700" b="1">
                <a:solidFill>
                  <a:srgbClr val="16243A"/>
                </a:solidFill>
                <a:latin typeface="Noto Serif SC"/>
                <a:ea typeface="Noto Serif SC"/>
                <a:cs typeface="Noto Serif SC"/>
              </a:defRPr>
            </a:lvl3pPr>
            <a:lvl4pPr algn="l">
              <a:defRPr sz="2700" b="1">
                <a:solidFill>
                  <a:srgbClr val="16243A"/>
                </a:solidFill>
                <a:latin typeface="Noto Serif SC"/>
                <a:ea typeface="Noto Serif SC"/>
                <a:cs typeface="Noto Serif SC"/>
              </a:defRPr>
            </a:lvl4pPr>
            <a:lvl5pPr algn="l">
              <a:defRPr sz="2700" b="1">
                <a:solidFill>
                  <a:srgbClr val="16243A"/>
                </a:solidFill>
                <a:latin typeface="Noto Serif SC"/>
                <a:ea typeface="Noto Serif SC"/>
                <a:cs typeface="Noto Serif SC"/>
              </a:defRPr>
            </a:lvl5pPr>
            <a:lvl6pPr algn="l">
              <a:defRPr sz="2700" b="1">
                <a:solidFill>
                  <a:srgbClr val="16243A"/>
                </a:solidFill>
                <a:latin typeface="Noto Serif SC"/>
                <a:ea typeface="Noto Serif SC"/>
                <a:cs typeface="Noto Serif SC"/>
              </a:defRPr>
            </a:lvl6pPr>
            <a:lvl7pPr algn="l">
              <a:defRPr sz="2700" b="1">
                <a:solidFill>
                  <a:srgbClr val="16243A"/>
                </a:solidFill>
                <a:latin typeface="Noto Serif SC"/>
                <a:ea typeface="Noto Serif SC"/>
                <a:cs typeface="Noto Serif SC"/>
              </a:defRPr>
            </a:lvl7pPr>
            <a:lvl8pPr algn="l">
              <a:defRPr sz="2700" b="1">
                <a:solidFill>
                  <a:srgbClr val="16243A"/>
                </a:solidFill>
                <a:latin typeface="Noto Serif SC"/>
                <a:ea typeface="Noto Serif SC"/>
                <a:cs typeface="Noto Serif SC"/>
              </a:defRPr>
            </a:lvl8pPr>
            <a:lvl9pPr algn="l">
              <a:defRPr sz="2700" b="1">
                <a:solidFill>
                  <a:srgbClr val="16243A"/>
                </a:solidFill>
                <a:latin typeface="Noto Serif SC"/>
                <a:ea typeface="Noto Serif SC"/>
                <a:cs typeface="Noto Serif SC"/>
              </a:defRPr>
            </a:lvl9pPr>
          </a:lstStyle>
          <a:p xmlns:a="http://schemas.openxmlformats.org/drawingml/2006/main">
            <a:pPr algn="l">
              <a:defRPr sz="2700" b="1">
                <a:solidFill>
                  <a:srgbClr val="16243A"/>
                </a:solidFill>
                <a:latin typeface="Noto Serif SC"/>
                <a:ea typeface="Noto Serif SC"/>
                <a:cs typeface="Noto Serif SC"/>
              </a:defRPr>
            </a:pPr>
            <a:r>
              <a:rPr sz="2700" b="1">
                <a:solidFill>
                  <a:srgbClr val="16243A"/>
                </a:solidFill>
                <a:latin typeface="Noto Serif SC"/>
                <a:ea typeface="Noto Serif SC"/>
                <a:cs typeface="Noto Serif SC"/>
              </a:rPr>
              <a:t>运动变化转化为可解释的行为特征</a:t>
            </a:r>
          </a:p>
        </p:txBody>
      </p:sp>
      <p:sp>
        <p:nvSpPr>
          <p:cNvPr id="3" name="line-2">
            <a:extLst xmlns:a="http://schemas.openxmlformats.org/drawingml/2006/main">
              <a:ext uri="{FF2B5EF4-FFF2-40B4-BE49-F238E27FC236}">
                <a16:creationId xmlns:a16="http://schemas.microsoft.com/office/drawing/2014/main" id="{16BEB83F-7BD9-4054-9D9D-3588D1409555}"/>
              </a:ext>
            </a:extLst>
          </p:cNvPr>
          <p:cNvSpPr>
            <a:spLocks xmlns:a="http://schemas.openxmlformats.org/drawingml/2006/main" noGrp="1"/>
          </p:cNvSpPr>
          <p:nvPr/>
        </p:nvSpPr>
        <p:spPr>
          <a:xfrm xmlns:a="http://schemas.openxmlformats.org/drawingml/2006/main" flipV="0">
            <a:off x="609600" y="1200150"/>
            <a:ext cx="10972800" cy="953"/>
          </a:xfrm>
          <a:prstGeom xmlns:a="http://schemas.openxmlformats.org/drawingml/2006/main" prst="line">
            <a:avLst/>
          </a:prstGeom>
          <a:noFill xmlns:a="http://schemas.openxmlformats.org/drawingml/2006/main"/>
          <a:ln xmlns:a="http://schemas.openxmlformats.org/drawingml/2006/main" w="14288">
            <a:solidFill>
              <a:srgbClr val="D5DAE0"/>
            </a:solidFill>
            <a:prstDash val="solid"/>
          </a:ln>
        </p:spPr>
      </p:sp>
      <p:sp>
        <p:nvSpPr>
          <p:cNvPr id="4" name="o3">
            <a:extLst xmlns:a="http://schemas.openxmlformats.org/drawingml/2006/main">
              <a:ext uri="{FF2B5EF4-FFF2-40B4-BE49-F238E27FC236}">
                <a16:creationId xmlns:a16="http://schemas.microsoft.com/office/drawing/2014/main" id="{C9D1A563-63E5-40E8-9476-AFC237E48CCF}"/>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00" b="0">
                <a:solidFill>
                  <a:srgbClr val="6B7689"/>
                </a:solidFill>
                <a:latin typeface="Noto Sans SC"/>
                <a:ea typeface="Noto Sans SC"/>
                <a:cs typeface="Noto Sans SC"/>
              </a:defRPr>
            </a:defPPr>
            <a:lvl1pPr algn="l">
              <a:defRPr sz="900" b="0">
                <a:solidFill>
                  <a:srgbClr val="6B7689"/>
                </a:solidFill>
                <a:latin typeface="Noto Sans SC"/>
                <a:ea typeface="Noto Sans SC"/>
                <a:cs typeface="Noto Sans SC"/>
              </a:defRPr>
            </a:lvl1pPr>
            <a:lvl2pPr algn="l">
              <a:defRPr sz="900" b="0">
                <a:solidFill>
                  <a:srgbClr val="6B7689"/>
                </a:solidFill>
                <a:latin typeface="Noto Sans SC"/>
                <a:ea typeface="Noto Sans SC"/>
                <a:cs typeface="Noto Sans SC"/>
              </a:defRPr>
            </a:lvl2pPr>
            <a:lvl3pPr algn="l">
              <a:defRPr sz="900" b="0">
                <a:solidFill>
                  <a:srgbClr val="6B7689"/>
                </a:solidFill>
                <a:latin typeface="Noto Sans SC"/>
                <a:ea typeface="Noto Sans SC"/>
                <a:cs typeface="Noto Sans SC"/>
              </a:defRPr>
            </a:lvl3pPr>
            <a:lvl4pPr algn="l">
              <a:defRPr sz="900" b="0">
                <a:solidFill>
                  <a:srgbClr val="6B7689"/>
                </a:solidFill>
                <a:latin typeface="Noto Sans SC"/>
                <a:ea typeface="Noto Sans SC"/>
                <a:cs typeface="Noto Sans SC"/>
              </a:defRPr>
            </a:lvl4pPr>
            <a:lvl5pPr algn="l">
              <a:defRPr sz="900" b="0">
                <a:solidFill>
                  <a:srgbClr val="6B7689"/>
                </a:solidFill>
                <a:latin typeface="Noto Sans SC"/>
                <a:ea typeface="Noto Sans SC"/>
                <a:cs typeface="Noto Sans SC"/>
              </a:defRPr>
            </a:lvl5pPr>
            <a:lvl6pPr algn="l">
              <a:defRPr sz="900" b="0">
                <a:solidFill>
                  <a:srgbClr val="6B7689"/>
                </a:solidFill>
                <a:latin typeface="Noto Sans SC"/>
                <a:ea typeface="Noto Sans SC"/>
                <a:cs typeface="Noto Sans SC"/>
              </a:defRPr>
            </a:lvl6pPr>
            <a:lvl7pPr algn="l">
              <a:defRPr sz="900" b="0">
                <a:solidFill>
                  <a:srgbClr val="6B7689"/>
                </a:solidFill>
                <a:latin typeface="Noto Sans SC"/>
                <a:ea typeface="Noto Sans SC"/>
                <a:cs typeface="Noto Sans SC"/>
              </a:defRPr>
            </a:lvl7pPr>
            <a:lvl8pPr algn="l">
              <a:defRPr sz="900" b="0">
                <a:solidFill>
                  <a:srgbClr val="6B7689"/>
                </a:solidFill>
                <a:latin typeface="Noto Sans SC"/>
                <a:ea typeface="Noto Sans SC"/>
                <a:cs typeface="Noto Sans SC"/>
              </a:defRPr>
            </a:lvl8pPr>
            <a:lvl9pPr algn="l">
              <a:defRPr sz="900" b="0">
                <a:solidFill>
                  <a:srgbClr val="6B7689"/>
                </a:solidFill>
                <a:latin typeface="Noto Sans SC"/>
                <a:ea typeface="Noto Sans SC"/>
                <a:cs typeface="Noto Sans SC"/>
              </a:defRPr>
            </a:lvl9pPr>
          </a:lstStyle>
          <a:p xmlns:a="http://schemas.openxmlformats.org/drawingml/2006/main">
            <a:pPr algn="l">
              <a:defRPr sz="900" b="0">
                <a:solidFill>
                  <a:srgbClr val="6B7689"/>
                </a:solidFill>
                <a:latin typeface="Noto Sans SC"/>
                <a:ea typeface="Noto Sans SC"/>
                <a:cs typeface="Noto Sans SC"/>
              </a:defRPr>
            </a:pPr>
            <a:r>
              <a:rPr sz="900" b="0">
                <a:solidFill>
                  <a:srgbClr val="6B7689"/>
                </a:solidFill>
                <a:latin typeface="Noto Sans SC"/>
                <a:ea typeface="Noto Sans SC"/>
                <a:cs typeface="Noto Sans SC"/>
              </a:rPr>
              <a:t>project_reference §4.2；intention_recognition.py；legacy_adapter.py</a:t>
            </a:r>
          </a:p>
        </p:txBody>
      </p:sp>
      <p:sp>
        <p:nvSpPr>
          <p:cNvPr id="5" name="o4">
            <a:extLst xmlns:a="http://schemas.openxmlformats.org/drawingml/2006/main">
              <a:ext uri="{FF2B5EF4-FFF2-40B4-BE49-F238E27FC236}">
                <a16:creationId xmlns:a16="http://schemas.microsoft.com/office/drawing/2014/main" id="{3B82A827-FE76-41A9-AE10-D78BE5C404EF}"/>
              </a:ext>
            </a:extLst>
          </p:cNvPr>
          <p:cNvSpPr>
            <a:spLocks xmlns:a="http://schemas.openxmlformats.org/drawingml/2006/main" noGrp="1"/>
          </p:cNvSpPr>
          <p:nvPr/>
        </p:nvSpPr>
        <p:spPr>
          <a:xfrm xmlns:a="http://schemas.openxmlformats.org/drawingml/2006/main">
            <a:off x="10896600" y="6505575"/>
            <a:ext cx="68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6B7689"/>
                </a:solidFill>
                <a:latin typeface="Noto Sans SC"/>
                <a:ea typeface="Noto Sans SC"/>
                <a:cs typeface="Noto Sans SC"/>
              </a:defRPr>
            </a:defPPr>
            <a:lvl1pPr algn="r">
              <a:defRPr sz="1200" b="0">
                <a:solidFill>
                  <a:srgbClr val="6B7689"/>
                </a:solidFill>
                <a:latin typeface="Noto Sans SC"/>
                <a:ea typeface="Noto Sans SC"/>
                <a:cs typeface="Noto Sans SC"/>
              </a:defRPr>
            </a:lvl1pPr>
            <a:lvl2pPr algn="r">
              <a:defRPr sz="1200" b="0">
                <a:solidFill>
                  <a:srgbClr val="6B7689"/>
                </a:solidFill>
                <a:latin typeface="Noto Sans SC"/>
                <a:ea typeface="Noto Sans SC"/>
                <a:cs typeface="Noto Sans SC"/>
              </a:defRPr>
            </a:lvl2pPr>
            <a:lvl3pPr algn="r">
              <a:defRPr sz="1200" b="0">
                <a:solidFill>
                  <a:srgbClr val="6B7689"/>
                </a:solidFill>
                <a:latin typeface="Noto Sans SC"/>
                <a:ea typeface="Noto Sans SC"/>
                <a:cs typeface="Noto Sans SC"/>
              </a:defRPr>
            </a:lvl3pPr>
            <a:lvl4pPr algn="r">
              <a:defRPr sz="1200" b="0">
                <a:solidFill>
                  <a:srgbClr val="6B7689"/>
                </a:solidFill>
                <a:latin typeface="Noto Sans SC"/>
                <a:ea typeface="Noto Sans SC"/>
                <a:cs typeface="Noto Sans SC"/>
              </a:defRPr>
            </a:lvl4pPr>
            <a:lvl5pPr algn="r">
              <a:defRPr sz="1200" b="0">
                <a:solidFill>
                  <a:srgbClr val="6B7689"/>
                </a:solidFill>
                <a:latin typeface="Noto Sans SC"/>
                <a:ea typeface="Noto Sans SC"/>
                <a:cs typeface="Noto Sans SC"/>
              </a:defRPr>
            </a:lvl5pPr>
            <a:lvl6pPr algn="r">
              <a:defRPr sz="1200" b="0">
                <a:solidFill>
                  <a:srgbClr val="6B7689"/>
                </a:solidFill>
                <a:latin typeface="Noto Sans SC"/>
                <a:ea typeface="Noto Sans SC"/>
                <a:cs typeface="Noto Sans SC"/>
              </a:defRPr>
            </a:lvl6pPr>
            <a:lvl7pPr algn="r">
              <a:defRPr sz="1200" b="0">
                <a:solidFill>
                  <a:srgbClr val="6B7689"/>
                </a:solidFill>
                <a:latin typeface="Noto Sans SC"/>
                <a:ea typeface="Noto Sans SC"/>
                <a:cs typeface="Noto Sans SC"/>
              </a:defRPr>
            </a:lvl7pPr>
            <a:lvl8pPr algn="r">
              <a:defRPr sz="1200" b="0">
                <a:solidFill>
                  <a:srgbClr val="6B7689"/>
                </a:solidFill>
                <a:latin typeface="Noto Sans SC"/>
                <a:ea typeface="Noto Sans SC"/>
                <a:cs typeface="Noto Sans SC"/>
              </a:defRPr>
            </a:lvl8pPr>
            <a:lvl9pPr algn="r">
              <a:defRPr sz="1200" b="0">
                <a:solidFill>
                  <a:srgbClr val="6B7689"/>
                </a:solidFill>
                <a:latin typeface="Noto Sans SC"/>
                <a:ea typeface="Noto Sans SC"/>
                <a:cs typeface="Noto Sans SC"/>
              </a:defRPr>
            </a:lvl9pPr>
          </a:lstStyle>
          <a:p xmlns:a="http://schemas.openxmlformats.org/drawingml/2006/main">
            <a:pPr algn="r">
              <a:defRPr sz="1200" b="0">
                <a:solidFill>
                  <a:srgbClr val="6B7689"/>
                </a:solidFill>
                <a:latin typeface="Noto Sans SC"/>
                <a:ea typeface="Noto Sans SC"/>
                <a:cs typeface="Noto Sans SC"/>
              </a:defRPr>
            </a:pPr>
            <a:r>
              <a:rPr sz="1200" b="0">
                <a:solidFill>
                  <a:srgbClr val="6B7689"/>
                </a:solidFill>
                <a:latin typeface="Noto Sans SC"/>
                <a:ea typeface="Noto Sans SC"/>
                <a:cs typeface="Noto Sans SC"/>
              </a:rPr>
              <a:t>16 / 39</a:t>
            </a:r>
          </a:p>
        </p:txBody>
      </p:sp>
      <p:sp>
        <p:nvSpPr>
          <p:cNvPr id="6" name="o5">
            <a:extLst xmlns:a="http://schemas.openxmlformats.org/drawingml/2006/main">
              <a:ext uri="{FF2B5EF4-FFF2-40B4-BE49-F238E27FC236}">
                <a16:creationId xmlns:a16="http://schemas.microsoft.com/office/drawing/2014/main" id="{78B9A644-3084-4134-9AA4-29791B6598D7}"/>
              </a:ext>
            </a:extLst>
          </p:cNvPr>
          <p:cNvSpPr>
            <a:spLocks xmlns:a="http://schemas.openxmlformats.org/drawingml/2006/main" noGrp="1"/>
          </p:cNvSpPr>
          <p:nvPr/>
        </p:nvSpPr>
        <p:spPr>
          <a:xfrm xmlns:a="http://schemas.openxmlformats.org/drawingml/2006/main">
            <a:off x="609600" y="5981700"/>
            <a:ext cx="10972800" cy="428625"/>
          </a:xfrm>
          <a:prstGeom xmlns:a="http://schemas.openxmlformats.org/drawingml/2006/main" prst="roundRect">
            <a:avLst>
              <a:gd name="adj" fmla="val 17778"/>
            </a:avLst>
          </a:prstGeom>
          <a:solidFill xmlns:a="http://schemas.openxmlformats.org/drawingml/2006/main">
            <a:srgbClr val="D6E6E5"/>
          </a:solidFill>
          <a:ln xmlns:a="http://schemas.openxmlformats.org/drawingml/2006/main" w="0">
            <a:noFill/>
            <a:prstDash val="solid"/>
          </a:ln>
        </p:spPr>
      </p:sp>
      <p:sp>
        <p:nvSpPr>
          <p:cNvPr id="7" name="o6">
            <a:extLst xmlns:a="http://schemas.openxmlformats.org/drawingml/2006/main">
              <a:ext uri="{FF2B5EF4-FFF2-40B4-BE49-F238E27FC236}">
                <a16:creationId xmlns:a16="http://schemas.microsoft.com/office/drawing/2014/main" id="{1D14DE2A-81B2-42E0-B440-0F06B449991E}"/>
              </a:ext>
            </a:extLst>
          </p:cNvPr>
          <p:cNvSpPr>
            <a:spLocks xmlns:a="http://schemas.openxmlformats.org/drawingml/2006/main" noGrp="1"/>
          </p:cNvSpPr>
          <p:nvPr/>
        </p:nvSpPr>
        <p:spPr>
          <a:xfrm xmlns:a="http://schemas.openxmlformats.org/drawingml/2006/main">
            <a:off x="781050" y="6029325"/>
            <a:ext cx="10629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75" b="1">
                <a:solidFill>
                  <a:srgbClr val="0F6E73"/>
                </a:solidFill>
                <a:latin typeface="Noto Sans SC"/>
                <a:ea typeface="Noto Sans SC"/>
                <a:cs typeface="Noto Sans SC"/>
              </a:defRPr>
            </a:defPPr>
            <a:lvl1pPr algn="l">
              <a:defRPr sz="1575" b="1">
                <a:solidFill>
                  <a:srgbClr val="0F6E73"/>
                </a:solidFill>
                <a:latin typeface="Noto Sans SC"/>
                <a:ea typeface="Noto Sans SC"/>
                <a:cs typeface="Noto Sans SC"/>
              </a:defRPr>
            </a:lvl1pPr>
            <a:lvl2pPr algn="l">
              <a:defRPr sz="1575" b="1">
                <a:solidFill>
                  <a:srgbClr val="0F6E73"/>
                </a:solidFill>
                <a:latin typeface="Noto Sans SC"/>
                <a:ea typeface="Noto Sans SC"/>
                <a:cs typeface="Noto Sans SC"/>
              </a:defRPr>
            </a:lvl2pPr>
            <a:lvl3pPr algn="l">
              <a:defRPr sz="1575" b="1">
                <a:solidFill>
                  <a:srgbClr val="0F6E73"/>
                </a:solidFill>
                <a:latin typeface="Noto Sans SC"/>
                <a:ea typeface="Noto Sans SC"/>
                <a:cs typeface="Noto Sans SC"/>
              </a:defRPr>
            </a:lvl3pPr>
            <a:lvl4pPr algn="l">
              <a:defRPr sz="1575" b="1">
                <a:solidFill>
                  <a:srgbClr val="0F6E73"/>
                </a:solidFill>
                <a:latin typeface="Noto Sans SC"/>
                <a:ea typeface="Noto Sans SC"/>
                <a:cs typeface="Noto Sans SC"/>
              </a:defRPr>
            </a:lvl4pPr>
            <a:lvl5pPr algn="l">
              <a:defRPr sz="1575" b="1">
                <a:solidFill>
                  <a:srgbClr val="0F6E73"/>
                </a:solidFill>
                <a:latin typeface="Noto Sans SC"/>
                <a:ea typeface="Noto Sans SC"/>
                <a:cs typeface="Noto Sans SC"/>
              </a:defRPr>
            </a:lvl5pPr>
            <a:lvl6pPr algn="l">
              <a:defRPr sz="1575" b="1">
                <a:solidFill>
                  <a:srgbClr val="0F6E73"/>
                </a:solidFill>
                <a:latin typeface="Noto Sans SC"/>
                <a:ea typeface="Noto Sans SC"/>
                <a:cs typeface="Noto Sans SC"/>
              </a:defRPr>
            </a:lvl6pPr>
            <a:lvl7pPr algn="l">
              <a:defRPr sz="1575" b="1">
                <a:solidFill>
                  <a:srgbClr val="0F6E73"/>
                </a:solidFill>
                <a:latin typeface="Noto Sans SC"/>
                <a:ea typeface="Noto Sans SC"/>
                <a:cs typeface="Noto Sans SC"/>
              </a:defRPr>
            </a:lvl7pPr>
            <a:lvl8pPr algn="l">
              <a:defRPr sz="1575" b="1">
                <a:solidFill>
                  <a:srgbClr val="0F6E73"/>
                </a:solidFill>
                <a:latin typeface="Noto Sans SC"/>
                <a:ea typeface="Noto Sans SC"/>
                <a:cs typeface="Noto Sans SC"/>
              </a:defRPr>
            </a:lvl8pPr>
            <a:lvl9pPr algn="l">
              <a:defRPr sz="1575" b="1">
                <a:solidFill>
                  <a:srgbClr val="0F6E73"/>
                </a:solidFill>
                <a:latin typeface="Noto Sans SC"/>
                <a:ea typeface="Noto Sans SC"/>
                <a:cs typeface="Noto Sans SC"/>
              </a:defRPr>
            </a:lvl9pPr>
          </a:lstStyle>
          <a:p xmlns:a="http://schemas.openxmlformats.org/drawingml/2006/main">
            <a:pPr algn="l">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行为特征进入后续规则，旧模块的意图名称不会直接成为正式意图。</a:t>
            </a:r>
          </a:p>
        </p:txBody>
      </p:sp>
      <p:sp>
        <p:nvSpPr>
          <p:cNvPr id="8" name="o7">
            <a:extLst xmlns:a="http://schemas.openxmlformats.org/drawingml/2006/main">
              <a:ext uri="{FF2B5EF4-FFF2-40B4-BE49-F238E27FC236}">
                <a16:creationId xmlns:a16="http://schemas.microsoft.com/office/drawing/2014/main" id="{528CE126-E6AF-4139-8846-5D0D04A40468}"/>
              </a:ext>
            </a:extLst>
          </p:cNvPr>
          <p:cNvSpPr>
            <a:spLocks xmlns:a="http://schemas.openxmlformats.org/drawingml/2006/main" noGrp="1"/>
          </p:cNvSpPr>
          <p:nvPr/>
        </p:nvSpPr>
        <p:spPr>
          <a:xfrm xmlns:a="http://schemas.openxmlformats.org/drawingml/2006/main">
            <a:off x="609600" y="1562100"/>
            <a:ext cx="3543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32668E"/>
                </a:solidFill>
                <a:latin typeface="Noto Sans SC"/>
                <a:ea typeface="Noto Sans SC"/>
                <a:cs typeface="Noto Sans SC"/>
              </a:defRPr>
            </a:defPPr>
            <a:lvl1pPr algn="l">
              <a:defRPr sz="1875" b="1">
                <a:solidFill>
                  <a:srgbClr val="32668E"/>
                </a:solidFill>
                <a:latin typeface="Noto Sans SC"/>
                <a:ea typeface="Noto Sans SC"/>
                <a:cs typeface="Noto Sans SC"/>
              </a:defRPr>
            </a:lvl1pPr>
            <a:lvl2pPr algn="l">
              <a:defRPr sz="1875" b="1">
                <a:solidFill>
                  <a:srgbClr val="32668E"/>
                </a:solidFill>
                <a:latin typeface="Noto Sans SC"/>
                <a:ea typeface="Noto Sans SC"/>
                <a:cs typeface="Noto Sans SC"/>
              </a:defRPr>
            </a:lvl2pPr>
            <a:lvl3pPr algn="l">
              <a:defRPr sz="1875" b="1">
                <a:solidFill>
                  <a:srgbClr val="32668E"/>
                </a:solidFill>
                <a:latin typeface="Noto Sans SC"/>
                <a:ea typeface="Noto Sans SC"/>
                <a:cs typeface="Noto Sans SC"/>
              </a:defRPr>
            </a:lvl3pPr>
            <a:lvl4pPr algn="l">
              <a:defRPr sz="1875" b="1">
                <a:solidFill>
                  <a:srgbClr val="32668E"/>
                </a:solidFill>
                <a:latin typeface="Noto Sans SC"/>
                <a:ea typeface="Noto Sans SC"/>
                <a:cs typeface="Noto Sans SC"/>
              </a:defRPr>
            </a:lvl4pPr>
            <a:lvl5pPr algn="l">
              <a:defRPr sz="1875" b="1">
                <a:solidFill>
                  <a:srgbClr val="32668E"/>
                </a:solidFill>
                <a:latin typeface="Noto Sans SC"/>
                <a:ea typeface="Noto Sans SC"/>
                <a:cs typeface="Noto Sans SC"/>
              </a:defRPr>
            </a:lvl5pPr>
            <a:lvl6pPr algn="l">
              <a:defRPr sz="1875" b="1">
                <a:solidFill>
                  <a:srgbClr val="32668E"/>
                </a:solidFill>
                <a:latin typeface="Noto Sans SC"/>
                <a:ea typeface="Noto Sans SC"/>
                <a:cs typeface="Noto Sans SC"/>
              </a:defRPr>
            </a:lvl6pPr>
            <a:lvl7pPr algn="l">
              <a:defRPr sz="1875" b="1">
                <a:solidFill>
                  <a:srgbClr val="32668E"/>
                </a:solidFill>
                <a:latin typeface="Noto Sans SC"/>
                <a:ea typeface="Noto Sans SC"/>
                <a:cs typeface="Noto Sans SC"/>
              </a:defRPr>
            </a:lvl7pPr>
            <a:lvl8pPr algn="l">
              <a:defRPr sz="1875" b="1">
                <a:solidFill>
                  <a:srgbClr val="32668E"/>
                </a:solidFill>
                <a:latin typeface="Noto Sans SC"/>
                <a:ea typeface="Noto Sans SC"/>
                <a:cs typeface="Noto Sans SC"/>
              </a:defRPr>
            </a:lvl8pPr>
            <a:lvl9pPr algn="l">
              <a:defRPr sz="1875" b="1">
                <a:solidFill>
                  <a:srgbClr val="32668E"/>
                </a:solidFill>
                <a:latin typeface="Noto Sans SC"/>
                <a:ea typeface="Noto Sans SC"/>
                <a:cs typeface="Noto Sans SC"/>
              </a:defRPr>
            </a:lvl9pPr>
          </a:lstStyle>
          <a:p xmlns:a="http://schemas.openxmlformats.org/drawingml/2006/main">
            <a:pPr algn="l">
              <a:defRPr sz="1875" b="1">
                <a:solidFill>
                  <a:srgbClr val="32668E"/>
                </a:solidFill>
                <a:latin typeface="Noto Sans SC"/>
                <a:ea typeface="Noto Sans SC"/>
                <a:cs typeface="Noto Sans SC"/>
              </a:defRPr>
            </a:pPr>
            <a:r>
              <a:rPr sz="1875" b="1">
                <a:solidFill>
                  <a:srgbClr val="32668E"/>
                </a:solidFill>
                <a:latin typeface="Noto Sans SC"/>
                <a:ea typeface="Noto Sans SC"/>
                <a:cs typeface="Noto Sans SC"/>
              </a:rPr>
              <a:t>速度变化</a:t>
            </a:r>
          </a:p>
        </p:txBody>
      </p:sp>
      <p:sp>
        <p:nvSpPr>
          <p:cNvPr id="9" name="o8">
            <a:extLst xmlns:a="http://schemas.openxmlformats.org/drawingml/2006/main">
              <a:ext uri="{FF2B5EF4-FFF2-40B4-BE49-F238E27FC236}">
                <a16:creationId xmlns:a16="http://schemas.microsoft.com/office/drawing/2014/main" id="{924693AA-16C4-46A1-8FAD-CEB60C8C41AE}"/>
              </a:ext>
            </a:extLst>
          </p:cNvPr>
          <p:cNvSpPr>
            <a:spLocks xmlns:a="http://schemas.openxmlformats.org/drawingml/2006/main" noGrp="1"/>
          </p:cNvSpPr>
          <p:nvPr/>
        </p:nvSpPr>
        <p:spPr>
          <a:xfrm xmlns:a="http://schemas.openxmlformats.org/drawingml/2006/main">
            <a:off x="609600" y="2057400"/>
            <a:ext cx="3543300" cy="2476500"/>
          </a:xfrm>
          <a:prstGeom xmlns:a="http://schemas.openxmlformats.org/drawingml/2006/main" prst="rect">
            <a:avLst/>
          </a:prstGeom>
          <a:solidFill xmlns:a="http://schemas.openxmlformats.org/drawingml/2006/main">
            <a:srgbClr val="FBFBF8"/>
          </a:solidFill>
          <a:ln xmlns:a="http://schemas.openxmlformats.org/drawingml/2006/main" w="11430">
            <a:solidFill>
              <a:srgbClr val="D5DAE0"/>
            </a:solidFill>
            <a:prstDash val="solid"/>
          </a:ln>
        </p:spPr>
      </p:sp>
      <p:sp>
        <p:nvSpPr>
          <p:cNvPr id="10" name="line-8">
            <a:extLst xmlns:a="http://schemas.openxmlformats.org/drawingml/2006/main">
              <a:ext uri="{FF2B5EF4-FFF2-40B4-BE49-F238E27FC236}">
                <a16:creationId xmlns:a16="http://schemas.microsoft.com/office/drawing/2014/main" id="{33274BD0-D719-41F2-A97C-2CD454068556}"/>
              </a:ext>
            </a:extLst>
          </p:cNvPr>
          <p:cNvSpPr>
            <a:spLocks xmlns:a="http://schemas.openxmlformats.org/drawingml/2006/main" noGrp="1"/>
          </p:cNvSpPr>
          <p:nvPr/>
        </p:nvSpPr>
        <p:spPr>
          <a:xfrm xmlns:a="http://schemas.openxmlformats.org/drawingml/2006/main" flipV="1">
            <a:off x="1935956" y="3817938"/>
            <a:ext cx="277812" cy="277813"/>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11" name="line-8">
            <a:extLst xmlns:a="http://schemas.openxmlformats.org/drawingml/2006/main">
              <a:ext uri="{FF2B5EF4-FFF2-40B4-BE49-F238E27FC236}">
                <a16:creationId xmlns:a16="http://schemas.microsoft.com/office/drawing/2014/main" id="{79AC52F2-46FA-42A9-98FF-529B40F069F2}"/>
              </a:ext>
            </a:extLst>
          </p:cNvPr>
          <p:cNvSpPr>
            <a:spLocks xmlns:a="http://schemas.openxmlformats.org/drawingml/2006/main" noGrp="1"/>
          </p:cNvSpPr>
          <p:nvPr/>
        </p:nvSpPr>
        <p:spPr>
          <a:xfrm xmlns:a="http://schemas.openxmlformats.org/drawingml/2006/main" flipV="1">
            <a:off x="2189634" y="3817938"/>
            <a:ext cx="24135" cy="82257"/>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12" name="line-8">
            <a:extLst xmlns:a="http://schemas.openxmlformats.org/drawingml/2006/main">
              <a:ext uri="{FF2B5EF4-FFF2-40B4-BE49-F238E27FC236}">
                <a16:creationId xmlns:a16="http://schemas.microsoft.com/office/drawing/2014/main" id="{2B2806A1-BCF0-4E3C-A682-B365C390DFF6}"/>
              </a:ext>
            </a:extLst>
          </p:cNvPr>
          <p:cNvSpPr>
            <a:spLocks xmlns:a="http://schemas.openxmlformats.org/drawingml/2006/main" noGrp="1"/>
          </p:cNvSpPr>
          <p:nvPr/>
        </p:nvSpPr>
        <p:spPr>
          <a:xfrm xmlns:a="http://schemas.openxmlformats.org/drawingml/2006/main" flipV="1">
            <a:off x="2131511" y="3817938"/>
            <a:ext cx="82257" cy="24135"/>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13" name="line-8">
            <a:extLst xmlns:a="http://schemas.openxmlformats.org/drawingml/2006/main">
              <a:ext uri="{FF2B5EF4-FFF2-40B4-BE49-F238E27FC236}">
                <a16:creationId xmlns:a16="http://schemas.microsoft.com/office/drawing/2014/main" id="{D1E5D51D-D2DB-4249-BF9C-A1A050E51267}"/>
              </a:ext>
            </a:extLst>
          </p:cNvPr>
          <p:cNvSpPr>
            <a:spLocks xmlns:a="http://schemas.openxmlformats.org/drawingml/2006/main" noGrp="1"/>
          </p:cNvSpPr>
          <p:nvPr/>
        </p:nvSpPr>
        <p:spPr>
          <a:xfrm xmlns:a="http://schemas.openxmlformats.org/drawingml/2006/main" flipV="1">
            <a:off x="2213769" y="3262313"/>
            <a:ext cx="277812" cy="555625"/>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14" name="line-8">
            <a:extLst xmlns:a="http://schemas.openxmlformats.org/drawingml/2006/main">
              <a:ext uri="{FF2B5EF4-FFF2-40B4-BE49-F238E27FC236}">
                <a16:creationId xmlns:a16="http://schemas.microsoft.com/office/drawing/2014/main" id="{58F2019D-409F-4E31-85B6-FEF479D2D269}"/>
              </a:ext>
            </a:extLst>
          </p:cNvPr>
          <p:cNvSpPr>
            <a:spLocks xmlns:a="http://schemas.openxmlformats.org/drawingml/2006/main" noGrp="1"/>
          </p:cNvSpPr>
          <p:nvPr/>
        </p:nvSpPr>
        <p:spPr>
          <a:xfrm xmlns:a="http://schemas.openxmlformats.org/drawingml/2006/main" flipV="0">
            <a:off x="2491581" y="3262313"/>
            <a:ext cx="3116" cy="85668"/>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15" name="line-8">
            <a:extLst xmlns:a="http://schemas.openxmlformats.org/drawingml/2006/main">
              <a:ext uri="{FF2B5EF4-FFF2-40B4-BE49-F238E27FC236}">
                <a16:creationId xmlns:a16="http://schemas.microsoft.com/office/drawing/2014/main" id="{2FB69132-D66B-4E53-BE00-30E8B76EE0E9}"/>
              </a:ext>
            </a:extLst>
          </p:cNvPr>
          <p:cNvSpPr>
            <a:spLocks xmlns:a="http://schemas.openxmlformats.org/drawingml/2006/main" noGrp="1"/>
          </p:cNvSpPr>
          <p:nvPr/>
        </p:nvSpPr>
        <p:spPr>
          <a:xfrm xmlns:a="http://schemas.openxmlformats.org/drawingml/2006/main" flipV="1">
            <a:off x="2421177" y="3262313"/>
            <a:ext cx="70404" cy="48909"/>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16" name="line-8">
            <a:extLst xmlns:a="http://schemas.openxmlformats.org/drawingml/2006/main">
              <a:ext uri="{FF2B5EF4-FFF2-40B4-BE49-F238E27FC236}">
                <a16:creationId xmlns:a16="http://schemas.microsoft.com/office/drawing/2014/main" id="{07F89915-80BA-4B7A-B3A9-FA46303E5BCF}"/>
              </a:ext>
            </a:extLst>
          </p:cNvPr>
          <p:cNvSpPr>
            <a:spLocks xmlns:a="http://schemas.openxmlformats.org/drawingml/2006/main" noGrp="1"/>
          </p:cNvSpPr>
          <p:nvPr/>
        </p:nvSpPr>
        <p:spPr>
          <a:xfrm xmlns:a="http://schemas.openxmlformats.org/drawingml/2006/main" flipV="1">
            <a:off x="2491581" y="2428875"/>
            <a:ext cx="277813" cy="833438"/>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17" name="line-8">
            <a:extLst xmlns:a="http://schemas.openxmlformats.org/drawingml/2006/main">
              <a:ext uri="{FF2B5EF4-FFF2-40B4-BE49-F238E27FC236}">
                <a16:creationId xmlns:a16="http://schemas.microsoft.com/office/drawing/2014/main" id="{AF7FBDE5-1BCA-4F1B-8DBC-F8DD1762BD45}"/>
              </a:ext>
            </a:extLst>
          </p:cNvPr>
          <p:cNvSpPr>
            <a:spLocks xmlns:a="http://schemas.openxmlformats.org/drawingml/2006/main" noGrp="1"/>
          </p:cNvSpPr>
          <p:nvPr/>
        </p:nvSpPr>
        <p:spPr>
          <a:xfrm xmlns:a="http://schemas.openxmlformats.org/drawingml/2006/main" flipV="0">
            <a:off x="2769394" y="2428875"/>
            <a:ext cx="15200" cy="84367"/>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18" name="line-8">
            <a:extLst xmlns:a="http://schemas.openxmlformats.org/drawingml/2006/main">
              <a:ext uri="{FF2B5EF4-FFF2-40B4-BE49-F238E27FC236}">
                <a16:creationId xmlns:a16="http://schemas.microsoft.com/office/drawing/2014/main" id="{D31F5ECF-E02D-4023-A03B-7E063F92E5E8}"/>
              </a:ext>
            </a:extLst>
          </p:cNvPr>
          <p:cNvSpPr>
            <a:spLocks xmlns:a="http://schemas.openxmlformats.org/drawingml/2006/main" noGrp="1"/>
          </p:cNvSpPr>
          <p:nvPr/>
        </p:nvSpPr>
        <p:spPr>
          <a:xfrm xmlns:a="http://schemas.openxmlformats.org/drawingml/2006/main" flipV="1">
            <a:off x="2706614" y="2428875"/>
            <a:ext cx="62780" cy="58374"/>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19" name="o18">
            <a:extLst xmlns:a="http://schemas.openxmlformats.org/drawingml/2006/main">
              <a:ext uri="{FF2B5EF4-FFF2-40B4-BE49-F238E27FC236}">
                <a16:creationId xmlns:a16="http://schemas.microsoft.com/office/drawing/2014/main" id="{996EF233-2D35-4C4B-993C-C84912C35DB8}"/>
              </a:ext>
            </a:extLst>
          </p:cNvPr>
          <p:cNvSpPr>
            <a:spLocks xmlns:a="http://schemas.openxmlformats.org/drawingml/2006/main" noGrp="1"/>
          </p:cNvSpPr>
          <p:nvPr/>
        </p:nvSpPr>
        <p:spPr>
          <a:xfrm xmlns:a="http://schemas.openxmlformats.org/drawingml/2006/main">
            <a:off x="1878806" y="4038600"/>
            <a:ext cx="114300" cy="114300"/>
          </a:xfrm>
          <a:prstGeom xmlns:a="http://schemas.openxmlformats.org/drawingml/2006/main" prst="ellipse">
            <a:avLst/>
          </a:prstGeom>
          <a:solidFill xmlns:a="http://schemas.openxmlformats.org/drawingml/2006/main">
            <a:srgbClr val="0F6E73"/>
          </a:solidFill>
          <a:ln xmlns:a="http://schemas.openxmlformats.org/drawingml/2006/main" w="0">
            <a:noFill/>
            <a:prstDash val="solid"/>
          </a:ln>
        </p:spPr>
      </p:sp>
      <p:sp>
        <p:nvSpPr>
          <p:cNvPr id="20" name="o19">
            <a:extLst xmlns:a="http://schemas.openxmlformats.org/drawingml/2006/main">
              <a:ext uri="{FF2B5EF4-FFF2-40B4-BE49-F238E27FC236}">
                <a16:creationId xmlns:a16="http://schemas.microsoft.com/office/drawing/2014/main" id="{27747E96-2CD2-4938-97AD-38C473A65411}"/>
              </a:ext>
            </a:extLst>
          </p:cNvPr>
          <p:cNvSpPr>
            <a:spLocks xmlns:a="http://schemas.openxmlformats.org/drawingml/2006/main" noGrp="1"/>
          </p:cNvSpPr>
          <p:nvPr/>
        </p:nvSpPr>
        <p:spPr>
          <a:xfrm xmlns:a="http://schemas.openxmlformats.org/drawingml/2006/main">
            <a:off x="2156619" y="3760788"/>
            <a:ext cx="114300" cy="114300"/>
          </a:xfrm>
          <a:prstGeom xmlns:a="http://schemas.openxmlformats.org/drawingml/2006/main" prst="ellipse">
            <a:avLst/>
          </a:prstGeom>
          <a:solidFill xmlns:a="http://schemas.openxmlformats.org/drawingml/2006/main">
            <a:srgbClr val="32668E"/>
          </a:solidFill>
          <a:ln xmlns:a="http://schemas.openxmlformats.org/drawingml/2006/main" w="0">
            <a:noFill/>
            <a:prstDash val="solid"/>
          </a:ln>
        </p:spPr>
      </p:sp>
      <p:sp>
        <p:nvSpPr>
          <p:cNvPr id="21" name="o20">
            <a:extLst xmlns:a="http://schemas.openxmlformats.org/drawingml/2006/main">
              <a:ext uri="{FF2B5EF4-FFF2-40B4-BE49-F238E27FC236}">
                <a16:creationId xmlns:a16="http://schemas.microsoft.com/office/drawing/2014/main" id="{99F7D6DC-43E8-45A7-9DAD-F91BCC1198EA}"/>
              </a:ext>
            </a:extLst>
          </p:cNvPr>
          <p:cNvSpPr>
            <a:spLocks xmlns:a="http://schemas.openxmlformats.org/drawingml/2006/main" noGrp="1"/>
          </p:cNvSpPr>
          <p:nvPr/>
        </p:nvSpPr>
        <p:spPr>
          <a:xfrm xmlns:a="http://schemas.openxmlformats.org/drawingml/2006/main">
            <a:off x="2434431" y="3205163"/>
            <a:ext cx="114300" cy="114300"/>
          </a:xfrm>
          <a:prstGeom xmlns:a="http://schemas.openxmlformats.org/drawingml/2006/main" prst="ellipse">
            <a:avLst/>
          </a:prstGeom>
          <a:solidFill xmlns:a="http://schemas.openxmlformats.org/drawingml/2006/main">
            <a:srgbClr val="B85A1E"/>
          </a:solidFill>
          <a:ln xmlns:a="http://schemas.openxmlformats.org/drawingml/2006/main" w="0">
            <a:noFill/>
            <a:prstDash val="solid"/>
          </a:ln>
        </p:spPr>
      </p:sp>
      <p:sp>
        <p:nvSpPr>
          <p:cNvPr id="22" name="o21">
            <a:extLst xmlns:a="http://schemas.openxmlformats.org/drawingml/2006/main">
              <a:ext uri="{FF2B5EF4-FFF2-40B4-BE49-F238E27FC236}">
                <a16:creationId xmlns:a16="http://schemas.microsoft.com/office/drawing/2014/main" id="{DD7D62F0-66DD-47FC-9288-1C129E7D5ACE}"/>
              </a:ext>
            </a:extLst>
          </p:cNvPr>
          <p:cNvSpPr>
            <a:spLocks xmlns:a="http://schemas.openxmlformats.org/drawingml/2006/main" noGrp="1"/>
          </p:cNvSpPr>
          <p:nvPr/>
        </p:nvSpPr>
        <p:spPr>
          <a:xfrm xmlns:a="http://schemas.openxmlformats.org/drawingml/2006/main">
            <a:off x="2712244" y="2371725"/>
            <a:ext cx="114300" cy="114300"/>
          </a:xfrm>
          <a:prstGeom xmlns:a="http://schemas.openxmlformats.org/drawingml/2006/main" prst="ellipse">
            <a:avLst/>
          </a:prstGeom>
          <a:solidFill xmlns:a="http://schemas.openxmlformats.org/drawingml/2006/main">
            <a:srgbClr val="7C618D"/>
          </a:solidFill>
          <a:ln xmlns:a="http://schemas.openxmlformats.org/drawingml/2006/main" w="0">
            <a:noFill/>
            <a:prstDash val="solid"/>
          </a:ln>
        </p:spPr>
      </p:sp>
      <p:sp>
        <p:nvSpPr>
          <p:cNvPr id="23" name="o22">
            <a:extLst xmlns:a="http://schemas.openxmlformats.org/drawingml/2006/main">
              <a:ext uri="{FF2B5EF4-FFF2-40B4-BE49-F238E27FC236}">
                <a16:creationId xmlns:a16="http://schemas.microsoft.com/office/drawing/2014/main" id="{6E5AC6B3-4DBF-42ED-BF10-D648A3CBADC5}"/>
              </a:ext>
            </a:extLst>
          </p:cNvPr>
          <p:cNvSpPr>
            <a:spLocks xmlns:a="http://schemas.openxmlformats.org/drawingml/2006/main" noGrp="1"/>
          </p:cNvSpPr>
          <p:nvPr/>
        </p:nvSpPr>
        <p:spPr>
          <a:xfrm xmlns:a="http://schemas.openxmlformats.org/drawingml/2006/main">
            <a:off x="609600" y="4819650"/>
            <a:ext cx="35433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46536A"/>
                </a:solidFill>
                <a:latin typeface="Noto Sans SC"/>
                <a:ea typeface="Noto Sans SC"/>
                <a:cs typeface="Noto Sans SC"/>
              </a:defRPr>
            </a:defPPr>
            <a:lvl1pPr algn="l">
              <a:defRPr sz="1650" b="0">
                <a:solidFill>
                  <a:srgbClr val="46536A"/>
                </a:solidFill>
                <a:latin typeface="Noto Sans SC"/>
                <a:ea typeface="Noto Sans SC"/>
                <a:cs typeface="Noto Sans SC"/>
              </a:defRPr>
            </a:lvl1pPr>
            <a:lvl2pPr algn="l">
              <a:defRPr sz="1650" b="0">
                <a:solidFill>
                  <a:srgbClr val="46536A"/>
                </a:solidFill>
                <a:latin typeface="Noto Sans SC"/>
                <a:ea typeface="Noto Sans SC"/>
                <a:cs typeface="Noto Sans SC"/>
              </a:defRPr>
            </a:lvl2pPr>
            <a:lvl3pPr algn="l">
              <a:defRPr sz="1650" b="0">
                <a:solidFill>
                  <a:srgbClr val="46536A"/>
                </a:solidFill>
                <a:latin typeface="Noto Sans SC"/>
                <a:ea typeface="Noto Sans SC"/>
                <a:cs typeface="Noto Sans SC"/>
              </a:defRPr>
            </a:lvl3pPr>
            <a:lvl4pPr algn="l">
              <a:defRPr sz="1650" b="0">
                <a:solidFill>
                  <a:srgbClr val="46536A"/>
                </a:solidFill>
                <a:latin typeface="Noto Sans SC"/>
                <a:ea typeface="Noto Sans SC"/>
                <a:cs typeface="Noto Sans SC"/>
              </a:defRPr>
            </a:lvl4pPr>
            <a:lvl5pPr algn="l">
              <a:defRPr sz="1650" b="0">
                <a:solidFill>
                  <a:srgbClr val="46536A"/>
                </a:solidFill>
                <a:latin typeface="Noto Sans SC"/>
                <a:ea typeface="Noto Sans SC"/>
                <a:cs typeface="Noto Sans SC"/>
              </a:defRPr>
            </a:lvl5pPr>
            <a:lvl6pPr algn="l">
              <a:defRPr sz="1650" b="0">
                <a:solidFill>
                  <a:srgbClr val="46536A"/>
                </a:solidFill>
                <a:latin typeface="Noto Sans SC"/>
                <a:ea typeface="Noto Sans SC"/>
                <a:cs typeface="Noto Sans SC"/>
              </a:defRPr>
            </a:lvl6pPr>
            <a:lvl7pPr algn="l">
              <a:defRPr sz="1650" b="0">
                <a:solidFill>
                  <a:srgbClr val="46536A"/>
                </a:solidFill>
                <a:latin typeface="Noto Sans SC"/>
                <a:ea typeface="Noto Sans SC"/>
                <a:cs typeface="Noto Sans SC"/>
              </a:defRPr>
            </a:lvl7pPr>
            <a:lvl8pPr algn="l">
              <a:defRPr sz="1650" b="0">
                <a:solidFill>
                  <a:srgbClr val="46536A"/>
                </a:solidFill>
                <a:latin typeface="Noto Sans SC"/>
                <a:ea typeface="Noto Sans SC"/>
                <a:cs typeface="Noto Sans SC"/>
              </a:defRPr>
            </a:lvl8pPr>
            <a:lvl9pPr algn="l">
              <a:defRPr sz="1650" b="0">
                <a:solidFill>
                  <a:srgbClr val="46536A"/>
                </a:solidFill>
                <a:latin typeface="Noto Sans SC"/>
                <a:ea typeface="Noto Sans SC"/>
                <a:cs typeface="Noto Sans SC"/>
              </a:defRPr>
            </a:lvl9pPr>
          </a:lstStyle>
          <a:p xmlns:a="http://schemas.openxmlformats.org/drawingml/2006/main">
            <a:pPr algn="l">
              <a:defRPr sz="1650" b="0">
                <a:solidFill>
                  <a:srgbClr val="46536A"/>
                </a:solidFill>
                <a:latin typeface="Noto Sans SC"/>
                <a:ea typeface="Noto Sans SC"/>
                <a:cs typeface="Noto Sans SC"/>
              </a:defRPr>
            </a:pPr>
            <a:r>
              <a:rPr sz="1650" b="0">
                <a:solidFill>
                  <a:srgbClr val="46536A"/>
                </a:solidFill>
                <a:latin typeface="Noto Sans SC"/>
                <a:ea typeface="Noto Sans SC"/>
                <a:cs typeface="Noto Sans SC"/>
              </a:rPr>
              <a:t>段距离 / 实际时间差</a:t>
            </a:r>
          </a:p>
          <a:p xmlns:a="http://schemas.openxmlformats.org/drawingml/2006/main">
            <a:pPr algn="l">
              <a:defRPr sz="1650" b="0">
                <a:solidFill>
                  <a:srgbClr val="46536A"/>
                </a:solidFill>
                <a:latin typeface="Noto Sans SC"/>
                <a:ea typeface="Noto Sans SC"/>
                <a:cs typeface="Noto Sans SC"/>
              </a:defRPr>
            </a:pPr>
            <a:r>
              <a:rPr sz="1650" b="0">
                <a:solidFill>
                  <a:srgbClr val="46536A"/>
                </a:solidFill>
                <a:latin typeface="Noto Sans SC"/>
                <a:ea typeface="Noto Sans SC"/>
                <a:cs typeface="Noto Sans SC"/>
              </a:rPr>
              <a:t>变化特征与判定条件</a:t>
            </a:r>
          </a:p>
        </p:txBody>
      </p:sp>
      <p:sp>
        <p:nvSpPr>
          <p:cNvPr id="24" name="o23">
            <a:extLst xmlns:a="http://schemas.openxmlformats.org/drawingml/2006/main">
              <a:ext uri="{FF2B5EF4-FFF2-40B4-BE49-F238E27FC236}">
                <a16:creationId xmlns:a16="http://schemas.microsoft.com/office/drawing/2014/main" id="{BFFB946B-BF89-4C3E-B0D1-C6DC3E08F82C}"/>
              </a:ext>
            </a:extLst>
          </p:cNvPr>
          <p:cNvSpPr>
            <a:spLocks xmlns:a="http://schemas.openxmlformats.org/drawingml/2006/main" noGrp="1"/>
          </p:cNvSpPr>
          <p:nvPr/>
        </p:nvSpPr>
        <p:spPr>
          <a:xfrm xmlns:a="http://schemas.openxmlformats.org/drawingml/2006/main">
            <a:off x="4324350" y="1562100"/>
            <a:ext cx="3543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0F6E73"/>
                </a:solidFill>
                <a:latin typeface="Noto Sans SC"/>
                <a:ea typeface="Noto Sans SC"/>
                <a:cs typeface="Noto Sans SC"/>
              </a:defRPr>
            </a:defPPr>
            <a:lvl1pPr algn="l">
              <a:defRPr sz="1875" b="1">
                <a:solidFill>
                  <a:srgbClr val="0F6E73"/>
                </a:solidFill>
                <a:latin typeface="Noto Sans SC"/>
                <a:ea typeface="Noto Sans SC"/>
                <a:cs typeface="Noto Sans SC"/>
              </a:defRPr>
            </a:lvl1pPr>
            <a:lvl2pPr algn="l">
              <a:defRPr sz="1875" b="1">
                <a:solidFill>
                  <a:srgbClr val="0F6E73"/>
                </a:solidFill>
                <a:latin typeface="Noto Sans SC"/>
                <a:ea typeface="Noto Sans SC"/>
                <a:cs typeface="Noto Sans SC"/>
              </a:defRPr>
            </a:lvl2pPr>
            <a:lvl3pPr algn="l">
              <a:defRPr sz="1875" b="1">
                <a:solidFill>
                  <a:srgbClr val="0F6E73"/>
                </a:solidFill>
                <a:latin typeface="Noto Sans SC"/>
                <a:ea typeface="Noto Sans SC"/>
                <a:cs typeface="Noto Sans SC"/>
              </a:defRPr>
            </a:lvl3pPr>
            <a:lvl4pPr algn="l">
              <a:defRPr sz="1875" b="1">
                <a:solidFill>
                  <a:srgbClr val="0F6E73"/>
                </a:solidFill>
                <a:latin typeface="Noto Sans SC"/>
                <a:ea typeface="Noto Sans SC"/>
                <a:cs typeface="Noto Sans SC"/>
              </a:defRPr>
            </a:lvl4pPr>
            <a:lvl5pPr algn="l">
              <a:defRPr sz="1875" b="1">
                <a:solidFill>
                  <a:srgbClr val="0F6E73"/>
                </a:solidFill>
                <a:latin typeface="Noto Sans SC"/>
                <a:ea typeface="Noto Sans SC"/>
                <a:cs typeface="Noto Sans SC"/>
              </a:defRPr>
            </a:lvl5pPr>
            <a:lvl6pPr algn="l">
              <a:defRPr sz="1875" b="1">
                <a:solidFill>
                  <a:srgbClr val="0F6E73"/>
                </a:solidFill>
                <a:latin typeface="Noto Sans SC"/>
                <a:ea typeface="Noto Sans SC"/>
                <a:cs typeface="Noto Sans SC"/>
              </a:defRPr>
            </a:lvl6pPr>
            <a:lvl7pPr algn="l">
              <a:defRPr sz="1875" b="1">
                <a:solidFill>
                  <a:srgbClr val="0F6E73"/>
                </a:solidFill>
                <a:latin typeface="Noto Sans SC"/>
                <a:ea typeface="Noto Sans SC"/>
                <a:cs typeface="Noto Sans SC"/>
              </a:defRPr>
            </a:lvl7pPr>
            <a:lvl8pPr algn="l">
              <a:defRPr sz="1875" b="1">
                <a:solidFill>
                  <a:srgbClr val="0F6E73"/>
                </a:solidFill>
                <a:latin typeface="Noto Sans SC"/>
                <a:ea typeface="Noto Sans SC"/>
                <a:cs typeface="Noto Sans SC"/>
              </a:defRPr>
            </a:lvl8pPr>
            <a:lvl9pPr algn="l">
              <a:defRPr sz="1875" b="1">
                <a:solidFill>
                  <a:srgbClr val="0F6E73"/>
                </a:solidFill>
                <a:latin typeface="Noto Sans SC"/>
                <a:ea typeface="Noto Sans SC"/>
                <a:cs typeface="Noto Sans SC"/>
              </a:defRPr>
            </a:lvl9pPr>
          </a:lstStyle>
          <a:p xmlns:a="http://schemas.openxmlformats.org/drawingml/2006/main">
            <a:pPr algn="l">
              <a:defRPr sz="1875" b="1">
                <a:solidFill>
                  <a:srgbClr val="0F6E73"/>
                </a:solidFill>
                <a:latin typeface="Noto Sans SC"/>
                <a:ea typeface="Noto Sans SC"/>
                <a:cs typeface="Noto Sans SC"/>
              </a:defRPr>
            </a:pPr>
            <a:r>
              <a:rPr sz="1875" b="1">
                <a:solidFill>
                  <a:srgbClr val="0F6E73"/>
                </a:solidFill>
                <a:latin typeface="Noto Sans SC"/>
                <a:ea typeface="Noto Sans SC"/>
                <a:cs typeface="Noto Sans SC"/>
              </a:rPr>
              <a:t>方向变化</a:t>
            </a:r>
          </a:p>
        </p:txBody>
      </p:sp>
      <p:sp>
        <p:nvSpPr>
          <p:cNvPr id="25" name="o24">
            <a:extLst xmlns:a="http://schemas.openxmlformats.org/drawingml/2006/main">
              <a:ext uri="{FF2B5EF4-FFF2-40B4-BE49-F238E27FC236}">
                <a16:creationId xmlns:a16="http://schemas.microsoft.com/office/drawing/2014/main" id="{39E5907B-5D9B-4858-BCC7-535F0A2EA2CE}"/>
              </a:ext>
            </a:extLst>
          </p:cNvPr>
          <p:cNvSpPr>
            <a:spLocks xmlns:a="http://schemas.openxmlformats.org/drawingml/2006/main" noGrp="1"/>
          </p:cNvSpPr>
          <p:nvPr/>
        </p:nvSpPr>
        <p:spPr>
          <a:xfrm xmlns:a="http://schemas.openxmlformats.org/drawingml/2006/main">
            <a:off x="4324350" y="2057400"/>
            <a:ext cx="3543300" cy="2476500"/>
          </a:xfrm>
          <a:prstGeom xmlns:a="http://schemas.openxmlformats.org/drawingml/2006/main" prst="rect">
            <a:avLst/>
          </a:prstGeom>
          <a:solidFill xmlns:a="http://schemas.openxmlformats.org/drawingml/2006/main">
            <a:srgbClr val="FBFBF8"/>
          </a:solidFill>
          <a:ln xmlns:a="http://schemas.openxmlformats.org/drawingml/2006/main" w="11430">
            <a:solidFill>
              <a:srgbClr val="D5DAE0"/>
            </a:solidFill>
            <a:prstDash val="solid"/>
          </a:ln>
        </p:spPr>
      </p:sp>
      <p:sp>
        <p:nvSpPr>
          <p:cNvPr id="26" name="line-15">
            <a:extLst xmlns:a="http://schemas.openxmlformats.org/drawingml/2006/main">
              <a:ext uri="{FF2B5EF4-FFF2-40B4-BE49-F238E27FC236}">
                <a16:creationId xmlns:a16="http://schemas.microsoft.com/office/drawing/2014/main" id="{83BCEEB9-3ED5-4C63-B0B6-43DA6CB6F404}"/>
              </a:ext>
            </a:extLst>
          </p:cNvPr>
          <p:cNvSpPr>
            <a:spLocks xmlns:a="http://schemas.openxmlformats.org/drawingml/2006/main" noGrp="1"/>
          </p:cNvSpPr>
          <p:nvPr/>
        </p:nvSpPr>
        <p:spPr>
          <a:xfrm xmlns:a="http://schemas.openxmlformats.org/drawingml/2006/main" flipV="0">
            <a:off x="5025628" y="4095750"/>
            <a:ext cx="833438" cy="953"/>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27" name="line-15">
            <a:extLst xmlns:a="http://schemas.openxmlformats.org/drawingml/2006/main">
              <a:ext uri="{FF2B5EF4-FFF2-40B4-BE49-F238E27FC236}">
                <a16:creationId xmlns:a16="http://schemas.microsoft.com/office/drawing/2014/main" id="{1B2730AC-22D3-47D3-B35A-6E6101FFC645}"/>
              </a:ext>
            </a:extLst>
          </p:cNvPr>
          <p:cNvSpPr>
            <a:spLocks xmlns:a="http://schemas.openxmlformats.org/drawingml/2006/main" noGrp="1"/>
          </p:cNvSpPr>
          <p:nvPr/>
        </p:nvSpPr>
        <p:spPr>
          <a:xfrm xmlns:a="http://schemas.openxmlformats.org/drawingml/2006/main" flipV="1">
            <a:off x="5783835" y="4095750"/>
            <a:ext cx="75231" cy="41099"/>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28" name="line-15">
            <a:extLst xmlns:a="http://schemas.openxmlformats.org/drawingml/2006/main">
              <a:ext uri="{FF2B5EF4-FFF2-40B4-BE49-F238E27FC236}">
                <a16:creationId xmlns:a16="http://schemas.microsoft.com/office/drawing/2014/main" id="{1DB0100B-AACD-46D6-9174-25C9101EDAE4}"/>
              </a:ext>
            </a:extLst>
          </p:cNvPr>
          <p:cNvSpPr>
            <a:spLocks xmlns:a="http://schemas.openxmlformats.org/drawingml/2006/main" noGrp="1"/>
          </p:cNvSpPr>
          <p:nvPr/>
        </p:nvSpPr>
        <p:spPr>
          <a:xfrm xmlns:a="http://schemas.openxmlformats.org/drawingml/2006/main" flipV="0">
            <a:off x="5783835" y="4054651"/>
            <a:ext cx="75231" cy="41099"/>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29" name="line-15">
            <a:extLst xmlns:a="http://schemas.openxmlformats.org/drawingml/2006/main">
              <a:ext uri="{FF2B5EF4-FFF2-40B4-BE49-F238E27FC236}">
                <a16:creationId xmlns:a16="http://schemas.microsoft.com/office/drawing/2014/main" id="{4A858BB5-E829-45F5-A43E-65E9756A2DD2}"/>
              </a:ext>
            </a:extLst>
          </p:cNvPr>
          <p:cNvSpPr>
            <a:spLocks xmlns:a="http://schemas.openxmlformats.org/drawingml/2006/main" noGrp="1"/>
          </p:cNvSpPr>
          <p:nvPr/>
        </p:nvSpPr>
        <p:spPr>
          <a:xfrm xmlns:a="http://schemas.openxmlformats.org/drawingml/2006/main" flipV="0">
            <a:off x="5859066" y="4095750"/>
            <a:ext cx="833438" cy="953"/>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30" name="line-15">
            <a:extLst xmlns:a="http://schemas.openxmlformats.org/drawingml/2006/main">
              <a:ext uri="{FF2B5EF4-FFF2-40B4-BE49-F238E27FC236}">
                <a16:creationId xmlns:a16="http://schemas.microsoft.com/office/drawing/2014/main" id="{99EEF3D9-34DC-4597-BEAB-2CCE12810067}"/>
              </a:ext>
            </a:extLst>
          </p:cNvPr>
          <p:cNvSpPr>
            <a:spLocks xmlns:a="http://schemas.openxmlformats.org/drawingml/2006/main" noGrp="1"/>
          </p:cNvSpPr>
          <p:nvPr/>
        </p:nvSpPr>
        <p:spPr>
          <a:xfrm xmlns:a="http://schemas.openxmlformats.org/drawingml/2006/main" flipV="1">
            <a:off x="6617272" y="4095750"/>
            <a:ext cx="75231" cy="41099"/>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31" name="line-15">
            <a:extLst xmlns:a="http://schemas.openxmlformats.org/drawingml/2006/main">
              <a:ext uri="{FF2B5EF4-FFF2-40B4-BE49-F238E27FC236}">
                <a16:creationId xmlns:a16="http://schemas.microsoft.com/office/drawing/2014/main" id="{09C65E66-5C4A-4406-AB43-3DEE911E6C86}"/>
              </a:ext>
            </a:extLst>
          </p:cNvPr>
          <p:cNvSpPr>
            <a:spLocks xmlns:a="http://schemas.openxmlformats.org/drawingml/2006/main" noGrp="1"/>
          </p:cNvSpPr>
          <p:nvPr/>
        </p:nvSpPr>
        <p:spPr>
          <a:xfrm xmlns:a="http://schemas.openxmlformats.org/drawingml/2006/main" flipV="0">
            <a:off x="6617272" y="4054651"/>
            <a:ext cx="75231" cy="41099"/>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32" name="line-15">
            <a:extLst xmlns:a="http://schemas.openxmlformats.org/drawingml/2006/main">
              <a:ext uri="{FF2B5EF4-FFF2-40B4-BE49-F238E27FC236}">
                <a16:creationId xmlns:a16="http://schemas.microsoft.com/office/drawing/2014/main" id="{1621C135-C471-4D83-81BF-3EC857EFA432}"/>
              </a:ext>
            </a:extLst>
          </p:cNvPr>
          <p:cNvSpPr>
            <a:spLocks xmlns:a="http://schemas.openxmlformats.org/drawingml/2006/main" noGrp="1"/>
          </p:cNvSpPr>
          <p:nvPr/>
        </p:nvSpPr>
        <p:spPr>
          <a:xfrm xmlns:a="http://schemas.openxmlformats.org/drawingml/2006/main" flipV="1">
            <a:off x="6692503" y="3262313"/>
            <a:ext cx="416719" cy="833438"/>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33" name="line-15">
            <a:extLst xmlns:a="http://schemas.openxmlformats.org/drawingml/2006/main">
              <a:ext uri="{FF2B5EF4-FFF2-40B4-BE49-F238E27FC236}">
                <a16:creationId xmlns:a16="http://schemas.microsoft.com/office/drawing/2014/main" id="{E8D69F47-3334-4910-9824-BE037E8D957E}"/>
              </a:ext>
            </a:extLst>
          </p:cNvPr>
          <p:cNvSpPr>
            <a:spLocks xmlns:a="http://schemas.openxmlformats.org/drawingml/2006/main" noGrp="1"/>
          </p:cNvSpPr>
          <p:nvPr/>
        </p:nvSpPr>
        <p:spPr>
          <a:xfrm xmlns:a="http://schemas.openxmlformats.org/drawingml/2006/main" flipV="0">
            <a:off x="7109222" y="3262313"/>
            <a:ext cx="3116" cy="85668"/>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34" name="line-15">
            <a:extLst xmlns:a="http://schemas.openxmlformats.org/drawingml/2006/main">
              <a:ext uri="{FF2B5EF4-FFF2-40B4-BE49-F238E27FC236}">
                <a16:creationId xmlns:a16="http://schemas.microsoft.com/office/drawing/2014/main" id="{36AC0CE4-BC4D-4536-BE6D-53BAA28EB7CF}"/>
              </a:ext>
            </a:extLst>
          </p:cNvPr>
          <p:cNvSpPr>
            <a:spLocks xmlns:a="http://schemas.openxmlformats.org/drawingml/2006/main" noGrp="1"/>
          </p:cNvSpPr>
          <p:nvPr/>
        </p:nvSpPr>
        <p:spPr>
          <a:xfrm xmlns:a="http://schemas.openxmlformats.org/drawingml/2006/main" flipV="1">
            <a:off x="7038818" y="3262313"/>
            <a:ext cx="70404" cy="48909"/>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35" name="line-15">
            <a:extLst xmlns:a="http://schemas.openxmlformats.org/drawingml/2006/main">
              <a:ext uri="{FF2B5EF4-FFF2-40B4-BE49-F238E27FC236}">
                <a16:creationId xmlns:a16="http://schemas.microsoft.com/office/drawing/2014/main" id="{B6EC15CF-9700-4B24-8EE4-29E57059AF1E}"/>
              </a:ext>
            </a:extLst>
          </p:cNvPr>
          <p:cNvSpPr>
            <a:spLocks xmlns:a="http://schemas.openxmlformats.org/drawingml/2006/main" noGrp="1"/>
          </p:cNvSpPr>
          <p:nvPr/>
        </p:nvSpPr>
        <p:spPr>
          <a:xfrm xmlns:a="http://schemas.openxmlformats.org/drawingml/2006/main" flipV="0">
            <a:off x="7109222" y="2428875"/>
            <a:ext cx="953" cy="833438"/>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36" name="line-15">
            <a:extLst xmlns:a="http://schemas.openxmlformats.org/drawingml/2006/main">
              <a:ext uri="{FF2B5EF4-FFF2-40B4-BE49-F238E27FC236}">
                <a16:creationId xmlns:a16="http://schemas.microsoft.com/office/drawing/2014/main" id="{00E4B052-CEA0-4A47-B61D-3A5F12DF2097}"/>
              </a:ext>
            </a:extLst>
          </p:cNvPr>
          <p:cNvSpPr>
            <a:spLocks xmlns:a="http://schemas.openxmlformats.org/drawingml/2006/main" noGrp="1"/>
          </p:cNvSpPr>
          <p:nvPr/>
        </p:nvSpPr>
        <p:spPr>
          <a:xfrm xmlns:a="http://schemas.openxmlformats.org/drawingml/2006/main" flipV="0">
            <a:off x="7109222" y="2428875"/>
            <a:ext cx="41099" cy="75231"/>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37" name="line-15">
            <a:extLst xmlns:a="http://schemas.openxmlformats.org/drawingml/2006/main">
              <a:ext uri="{FF2B5EF4-FFF2-40B4-BE49-F238E27FC236}">
                <a16:creationId xmlns:a16="http://schemas.microsoft.com/office/drawing/2014/main" id="{A782E615-8394-4649-8257-BAD1DDFA464B}"/>
              </a:ext>
            </a:extLst>
          </p:cNvPr>
          <p:cNvSpPr>
            <a:spLocks xmlns:a="http://schemas.openxmlformats.org/drawingml/2006/main" noGrp="1"/>
          </p:cNvSpPr>
          <p:nvPr/>
        </p:nvSpPr>
        <p:spPr>
          <a:xfrm xmlns:a="http://schemas.openxmlformats.org/drawingml/2006/main" flipV="1">
            <a:off x="7068123" y="2428875"/>
            <a:ext cx="41099" cy="75231"/>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38" name="o37">
            <a:extLst xmlns:a="http://schemas.openxmlformats.org/drawingml/2006/main">
              <a:ext uri="{FF2B5EF4-FFF2-40B4-BE49-F238E27FC236}">
                <a16:creationId xmlns:a16="http://schemas.microsoft.com/office/drawing/2014/main" id="{7ADA3EE1-A8A8-4A36-8D44-9647718CDD58}"/>
              </a:ext>
            </a:extLst>
          </p:cNvPr>
          <p:cNvSpPr>
            <a:spLocks xmlns:a="http://schemas.openxmlformats.org/drawingml/2006/main" noGrp="1"/>
          </p:cNvSpPr>
          <p:nvPr/>
        </p:nvSpPr>
        <p:spPr>
          <a:xfrm xmlns:a="http://schemas.openxmlformats.org/drawingml/2006/main">
            <a:off x="4968478" y="4038600"/>
            <a:ext cx="114300" cy="114300"/>
          </a:xfrm>
          <a:prstGeom xmlns:a="http://schemas.openxmlformats.org/drawingml/2006/main" prst="ellipse">
            <a:avLst/>
          </a:prstGeom>
          <a:solidFill xmlns:a="http://schemas.openxmlformats.org/drawingml/2006/main">
            <a:srgbClr val="0F6E73"/>
          </a:solidFill>
          <a:ln xmlns:a="http://schemas.openxmlformats.org/drawingml/2006/main" w="0">
            <a:noFill/>
            <a:prstDash val="solid"/>
          </a:ln>
        </p:spPr>
      </p:sp>
      <p:sp>
        <p:nvSpPr>
          <p:cNvPr id="39" name="o38">
            <a:extLst xmlns:a="http://schemas.openxmlformats.org/drawingml/2006/main">
              <a:ext uri="{FF2B5EF4-FFF2-40B4-BE49-F238E27FC236}">
                <a16:creationId xmlns:a16="http://schemas.microsoft.com/office/drawing/2014/main" id="{D3A08A27-BBA2-4B41-B0F8-C61DB2D5C4A1}"/>
              </a:ext>
            </a:extLst>
          </p:cNvPr>
          <p:cNvSpPr>
            <a:spLocks xmlns:a="http://schemas.openxmlformats.org/drawingml/2006/main" noGrp="1"/>
          </p:cNvSpPr>
          <p:nvPr/>
        </p:nvSpPr>
        <p:spPr>
          <a:xfrm xmlns:a="http://schemas.openxmlformats.org/drawingml/2006/main">
            <a:off x="5801916" y="4038600"/>
            <a:ext cx="114300" cy="114300"/>
          </a:xfrm>
          <a:prstGeom xmlns:a="http://schemas.openxmlformats.org/drawingml/2006/main" prst="ellipse">
            <a:avLst/>
          </a:prstGeom>
          <a:solidFill xmlns:a="http://schemas.openxmlformats.org/drawingml/2006/main">
            <a:srgbClr val="32668E"/>
          </a:solidFill>
          <a:ln xmlns:a="http://schemas.openxmlformats.org/drawingml/2006/main" w="0">
            <a:noFill/>
            <a:prstDash val="solid"/>
          </a:ln>
        </p:spPr>
      </p:sp>
      <p:sp>
        <p:nvSpPr>
          <p:cNvPr id="40" name="o39">
            <a:extLst xmlns:a="http://schemas.openxmlformats.org/drawingml/2006/main">
              <a:ext uri="{FF2B5EF4-FFF2-40B4-BE49-F238E27FC236}">
                <a16:creationId xmlns:a16="http://schemas.microsoft.com/office/drawing/2014/main" id="{1D1B6BCE-494F-4D0B-BEB0-0FCA7D49151F}"/>
              </a:ext>
            </a:extLst>
          </p:cNvPr>
          <p:cNvSpPr>
            <a:spLocks xmlns:a="http://schemas.openxmlformats.org/drawingml/2006/main" noGrp="1"/>
          </p:cNvSpPr>
          <p:nvPr/>
        </p:nvSpPr>
        <p:spPr>
          <a:xfrm xmlns:a="http://schemas.openxmlformats.org/drawingml/2006/main">
            <a:off x="6635353" y="4038600"/>
            <a:ext cx="114300" cy="114300"/>
          </a:xfrm>
          <a:prstGeom xmlns:a="http://schemas.openxmlformats.org/drawingml/2006/main" prst="ellipse">
            <a:avLst/>
          </a:prstGeom>
          <a:solidFill xmlns:a="http://schemas.openxmlformats.org/drawingml/2006/main">
            <a:srgbClr val="B85A1E"/>
          </a:solidFill>
          <a:ln xmlns:a="http://schemas.openxmlformats.org/drawingml/2006/main" w="0">
            <a:noFill/>
            <a:prstDash val="solid"/>
          </a:ln>
        </p:spPr>
      </p:sp>
      <p:sp>
        <p:nvSpPr>
          <p:cNvPr id="41" name="o40">
            <a:extLst xmlns:a="http://schemas.openxmlformats.org/drawingml/2006/main">
              <a:ext uri="{FF2B5EF4-FFF2-40B4-BE49-F238E27FC236}">
                <a16:creationId xmlns:a16="http://schemas.microsoft.com/office/drawing/2014/main" id="{C080576C-5980-4D4B-BA8E-F0BB6A6E1FFD}"/>
              </a:ext>
            </a:extLst>
          </p:cNvPr>
          <p:cNvSpPr>
            <a:spLocks xmlns:a="http://schemas.openxmlformats.org/drawingml/2006/main" noGrp="1"/>
          </p:cNvSpPr>
          <p:nvPr/>
        </p:nvSpPr>
        <p:spPr>
          <a:xfrm xmlns:a="http://schemas.openxmlformats.org/drawingml/2006/main">
            <a:off x="7052072" y="3205163"/>
            <a:ext cx="114300" cy="114300"/>
          </a:xfrm>
          <a:prstGeom xmlns:a="http://schemas.openxmlformats.org/drawingml/2006/main" prst="ellipse">
            <a:avLst/>
          </a:prstGeom>
          <a:solidFill xmlns:a="http://schemas.openxmlformats.org/drawingml/2006/main">
            <a:srgbClr val="7C618D"/>
          </a:solidFill>
          <a:ln xmlns:a="http://schemas.openxmlformats.org/drawingml/2006/main" w="0">
            <a:noFill/>
            <a:prstDash val="solid"/>
          </a:ln>
        </p:spPr>
      </p:sp>
      <p:sp>
        <p:nvSpPr>
          <p:cNvPr id="42" name="o41">
            <a:extLst xmlns:a="http://schemas.openxmlformats.org/drawingml/2006/main">
              <a:ext uri="{FF2B5EF4-FFF2-40B4-BE49-F238E27FC236}">
                <a16:creationId xmlns:a16="http://schemas.microsoft.com/office/drawing/2014/main" id="{DA260CD6-FD3B-4068-BE82-7C8E77C8A67D}"/>
              </a:ext>
            </a:extLst>
          </p:cNvPr>
          <p:cNvSpPr>
            <a:spLocks xmlns:a="http://schemas.openxmlformats.org/drawingml/2006/main" noGrp="1"/>
          </p:cNvSpPr>
          <p:nvPr/>
        </p:nvSpPr>
        <p:spPr>
          <a:xfrm xmlns:a="http://schemas.openxmlformats.org/drawingml/2006/main">
            <a:off x="7052072" y="2371725"/>
            <a:ext cx="114300" cy="114300"/>
          </a:xfrm>
          <a:prstGeom xmlns:a="http://schemas.openxmlformats.org/drawingml/2006/main" prst="ellipse">
            <a:avLst/>
          </a:prstGeom>
          <a:solidFill xmlns:a="http://schemas.openxmlformats.org/drawingml/2006/main">
            <a:srgbClr val="618F60"/>
          </a:solidFill>
          <a:ln xmlns:a="http://schemas.openxmlformats.org/drawingml/2006/main" w="0">
            <a:noFill/>
            <a:prstDash val="solid"/>
          </a:ln>
        </p:spPr>
      </p:sp>
      <p:sp>
        <p:nvSpPr>
          <p:cNvPr id="43" name="o42">
            <a:extLst xmlns:a="http://schemas.openxmlformats.org/drawingml/2006/main">
              <a:ext uri="{FF2B5EF4-FFF2-40B4-BE49-F238E27FC236}">
                <a16:creationId xmlns:a16="http://schemas.microsoft.com/office/drawing/2014/main" id="{035A1EBD-B4DF-497A-9038-917FABC87040}"/>
              </a:ext>
            </a:extLst>
          </p:cNvPr>
          <p:cNvSpPr>
            <a:spLocks xmlns:a="http://schemas.openxmlformats.org/drawingml/2006/main" noGrp="1"/>
          </p:cNvSpPr>
          <p:nvPr/>
        </p:nvSpPr>
        <p:spPr>
          <a:xfrm xmlns:a="http://schemas.openxmlformats.org/drawingml/2006/main">
            <a:off x="4324350" y="4819650"/>
            <a:ext cx="35433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46536A"/>
                </a:solidFill>
                <a:latin typeface="Noto Sans SC"/>
                <a:ea typeface="Noto Sans SC"/>
                <a:cs typeface="Noto Sans SC"/>
              </a:defRPr>
            </a:defPPr>
            <a:lvl1pPr algn="l">
              <a:defRPr sz="1650" b="0">
                <a:solidFill>
                  <a:srgbClr val="46536A"/>
                </a:solidFill>
                <a:latin typeface="Noto Sans SC"/>
                <a:ea typeface="Noto Sans SC"/>
                <a:cs typeface="Noto Sans SC"/>
              </a:defRPr>
            </a:lvl1pPr>
            <a:lvl2pPr algn="l">
              <a:defRPr sz="1650" b="0">
                <a:solidFill>
                  <a:srgbClr val="46536A"/>
                </a:solidFill>
                <a:latin typeface="Noto Sans SC"/>
                <a:ea typeface="Noto Sans SC"/>
                <a:cs typeface="Noto Sans SC"/>
              </a:defRPr>
            </a:lvl2pPr>
            <a:lvl3pPr algn="l">
              <a:defRPr sz="1650" b="0">
                <a:solidFill>
                  <a:srgbClr val="46536A"/>
                </a:solidFill>
                <a:latin typeface="Noto Sans SC"/>
                <a:ea typeface="Noto Sans SC"/>
                <a:cs typeface="Noto Sans SC"/>
              </a:defRPr>
            </a:lvl3pPr>
            <a:lvl4pPr algn="l">
              <a:defRPr sz="1650" b="0">
                <a:solidFill>
                  <a:srgbClr val="46536A"/>
                </a:solidFill>
                <a:latin typeface="Noto Sans SC"/>
                <a:ea typeface="Noto Sans SC"/>
                <a:cs typeface="Noto Sans SC"/>
              </a:defRPr>
            </a:lvl4pPr>
            <a:lvl5pPr algn="l">
              <a:defRPr sz="1650" b="0">
                <a:solidFill>
                  <a:srgbClr val="46536A"/>
                </a:solidFill>
                <a:latin typeface="Noto Sans SC"/>
                <a:ea typeface="Noto Sans SC"/>
                <a:cs typeface="Noto Sans SC"/>
              </a:defRPr>
            </a:lvl5pPr>
            <a:lvl6pPr algn="l">
              <a:defRPr sz="1650" b="0">
                <a:solidFill>
                  <a:srgbClr val="46536A"/>
                </a:solidFill>
                <a:latin typeface="Noto Sans SC"/>
                <a:ea typeface="Noto Sans SC"/>
                <a:cs typeface="Noto Sans SC"/>
              </a:defRPr>
            </a:lvl6pPr>
            <a:lvl7pPr algn="l">
              <a:defRPr sz="1650" b="0">
                <a:solidFill>
                  <a:srgbClr val="46536A"/>
                </a:solidFill>
                <a:latin typeface="Noto Sans SC"/>
                <a:ea typeface="Noto Sans SC"/>
                <a:cs typeface="Noto Sans SC"/>
              </a:defRPr>
            </a:lvl7pPr>
            <a:lvl8pPr algn="l">
              <a:defRPr sz="1650" b="0">
                <a:solidFill>
                  <a:srgbClr val="46536A"/>
                </a:solidFill>
                <a:latin typeface="Noto Sans SC"/>
                <a:ea typeface="Noto Sans SC"/>
                <a:cs typeface="Noto Sans SC"/>
              </a:defRPr>
            </a:lvl8pPr>
            <a:lvl9pPr algn="l">
              <a:defRPr sz="1650" b="0">
                <a:solidFill>
                  <a:srgbClr val="46536A"/>
                </a:solidFill>
                <a:latin typeface="Noto Sans SC"/>
                <a:ea typeface="Noto Sans SC"/>
                <a:cs typeface="Noto Sans SC"/>
              </a:defRPr>
            </a:lvl9pPr>
          </a:lstStyle>
          <a:p xmlns:a="http://schemas.openxmlformats.org/drawingml/2006/main">
            <a:pPr algn="l">
              <a:defRPr sz="1650" b="0">
                <a:solidFill>
                  <a:srgbClr val="46536A"/>
                </a:solidFill>
                <a:latin typeface="Noto Sans SC"/>
                <a:ea typeface="Noto Sans SC"/>
                <a:cs typeface="Noto Sans SC"/>
              </a:defRPr>
            </a:pPr>
            <a:r>
              <a:rPr sz="1650" b="0">
                <a:solidFill>
                  <a:srgbClr val="46536A"/>
                </a:solidFill>
                <a:latin typeface="Noto Sans SC"/>
                <a:ea typeface="Noto Sans SC"/>
                <a:cs typeface="Noto Sans SC"/>
              </a:rPr>
              <a:t>有效运动方向</a:t>
            </a:r>
          </a:p>
          <a:p xmlns:a="http://schemas.openxmlformats.org/drawingml/2006/main">
            <a:pPr algn="l">
              <a:defRPr sz="1650" b="0">
                <a:solidFill>
                  <a:srgbClr val="46536A"/>
                </a:solidFill>
                <a:latin typeface="Noto Sans SC"/>
                <a:ea typeface="Noto Sans SC"/>
                <a:cs typeface="Noto Sans SC"/>
              </a:defRPr>
            </a:pPr>
            <a:r>
              <a:rPr sz="1650" b="0">
                <a:solidFill>
                  <a:srgbClr val="46536A"/>
                </a:solidFill>
                <a:latin typeface="Noto Sans SC"/>
                <a:ea typeface="Noto Sans SC"/>
                <a:cs typeface="Noto Sans SC"/>
              </a:rPr>
              <a:t>相邻方向变化</a:t>
            </a:r>
          </a:p>
        </p:txBody>
      </p:sp>
      <p:sp>
        <p:nvSpPr>
          <p:cNvPr id="44" name="o43">
            <a:extLst xmlns:a="http://schemas.openxmlformats.org/drawingml/2006/main">
              <a:ext uri="{FF2B5EF4-FFF2-40B4-BE49-F238E27FC236}">
                <a16:creationId xmlns:a16="http://schemas.microsoft.com/office/drawing/2014/main" id="{B4AC8F90-A6D7-42A3-88D8-CDA033925398}"/>
              </a:ext>
            </a:extLst>
          </p:cNvPr>
          <p:cNvSpPr>
            <a:spLocks xmlns:a="http://schemas.openxmlformats.org/drawingml/2006/main" noGrp="1"/>
          </p:cNvSpPr>
          <p:nvPr/>
        </p:nvSpPr>
        <p:spPr>
          <a:xfrm xmlns:a="http://schemas.openxmlformats.org/drawingml/2006/main">
            <a:off x="8039100" y="1562100"/>
            <a:ext cx="3543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B85A1E"/>
                </a:solidFill>
                <a:latin typeface="Noto Sans SC"/>
                <a:ea typeface="Noto Sans SC"/>
                <a:cs typeface="Noto Sans SC"/>
              </a:defRPr>
            </a:defPPr>
            <a:lvl1pPr algn="l">
              <a:defRPr sz="1875" b="1">
                <a:solidFill>
                  <a:srgbClr val="B85A1E"/>
                </a:solidFill>
                <a:latin typeface="Noto Sans SC"/>
                <a:ea typeface="Noto Sans SC"/>
                <a:cs typeface="Noto Sans SC"/>
              </a:defRPr>
            </a:lvl1pPr>
            <a:lvl2pPr algn="l">
              <a:defRPr sz="1875" b="1">
                <a:solidFill>
                  <a:srgbClr val="B85A1E"/>
                </a:solidFill>
                <a:latin typeface="Noto Sans SC"/>
                <a:ea typeface="Noto Sans SC"/>
                <a:cs typeface="Noto Sans SC"/>
              </a:defRPr>
            </a:lvl2pPr>
            <a:lvl3pPr algn="l">
              <a:defRPr sz="1875" b="1">
                <a:solidFill>
                  <a:srgbClr val="B85A1E"/>
                </a:solidFill>
                <a:latin typeface="Noto Sans SC"/>
                <a:ea typeface="Noto Sans SC"/>
                <a:cs typeface="Noto Sans SC"/>
              </a:defRPr>
            </a:lvl3pPr>
            <a:lvl4pPr algn="l">
              <a:defRPr sz="1875" b="1">
                <a:solidFill>
                  <a:srgbClr val="B85A1E"/>
                </a:solidFill>
                <a:latin typeface="Noto Sans SC"/>
                <a:ea typeface="Noto Sans SC"/>
                <a:cs typeface="Noto Sans SC"/>
              </a:defRPr>
            </a:lvl4pPr>
            <a:lvl5pPr algn="l">
              <a:defRPr sz="1875" b="1">
                <a:solidFill>
                  <a:srgbClr val="B85A1E"/>
                </a:solidFill>
                <a:latin typeface="Noto Sans SC"/>
                <a:ea typeface="Noto Sans SC"/>
                <a:cs typeface="Noto Sans SC"/>
              </a:defRPr>
            </a:lvl5pPr>
            <a:lvl6pPr algn="l">
              <a:defRPr sz="1875" b="1">
                <a:solidFill>
                  <a:srgbClr val="B85A1E"/>
                </a:solidFill>
                <a:latin typeface="Noto Sans SC"/>
                <a:ea typeface="Noto Sans SC"/>
                <a:cs typeface="Noto Sans SC"/>
              </a:defRPr>
            </a:lvl6pPr>
            <a:lvl7pPr algn="l">
              <a:defRPr sz="1875" b="1">
                <a:solidFill>
                  <a:srgbClr val="B85A1E"/>
                </a:solidFill>
                <a:latin typeface="Noto Sans SC"/>
                <a:ea typeface="Noto Sans SC"/>
                <a:cs typeface="Noto Sans SC"/>
              </a:defRPr>
            </a:lvl7pPr>
            <a:lvl8pPr algn="l">
              <a:defRPr sz="1875" b="1">
                <a:solidFill>
                  <a:srgbClr val="B85A1E"/>
                </a:solidFill>
                <a:latin typeface="Noto Sans SC"/>
                <a:ea typeface="Noto Sans SC"/>
                <a:cs typeface="Noto Sans SC"/>
              </a:defRPr>
            </a:lvl8pPr>
            <a:lvl9pPr algn="l">
              <a:defRPr sz="1875" b="1">
                <a:solidFill>
                  <a:srgbClr val="B85A1E"/>
                </a:solidFill>
                <a:latin typeface="Noto Sans SC"/>
                <a:ea typeface="Noto Sans SC"/>
                <a:cs typeface="Noto Sans SC"/>
              </a:defRPr>
            </a:lvl9pPr>
          </a:lstStyle>
          <a:p xmlns:a="http://schemas.openxmlformats.org/drawingml/2006/main">
            <a:pPr algn="l">
              <a:defRPr sz="1875" b="1">
                <a:solidFill>
                  <a:srgbClr val="B85A1E"/>
                </a:solidFill>
                <a:latin typeface="Noto Sans SC"/>
                <a:ea typeface="Noto Sans SC"/>
                <a:cs typeface="Noto Sans SC"/>
              </a:defRPr>
            </a:pPr>
            <a:r>
              <a:rPr sz="1875" b="1">
                <a:solidFill>
                  <a:srgbClr val="B85A1E"/>
                </a:solidFill>
                <a:latin typeface="Noto Sans SC"/>
                <a:ea typeface="Noto Sans SC"/>
                <a:cs typeface="Noto Sans SC"/>
              </a:rPr>
              <a:t>停留证据</a:t>
            </a:r>
          </a:p>
        </p:txBody>
      </p:sp>
      <p:sp>
        <p:nvSpPr>
          <p:cNvPr id="45" name="o44">
            <a:extLst xmlns:a="http://schemas.openxmlformats.org/drawingml/2006/main">
              <a:ext uri="{FF2B5EF4-FFF2-40B4-BE49-F238E27FC236}">
                <a16:creationId xmlns:a16="http://schemas.microsoft.com/office/drawing/2014/main" id="{F7BDC04B-7063-4848-9D99-37B4CDB8CEB3}"/>
              </a:ext>
            </a:extLst>
          </p:cNvPr>
          <p:cNvSpPr>
            <a:spLocks xmlns:a="http://schemas.openxmlformats.org/drawingml/2006/main" noGrp="1"/>
          </p:cNvSpPr>
          <p:nvPr/>
        </p:nvSpPr>
        <p:spPr>
          <a:xfrm xmlns:a="http://schemas.openxmlformats.org/drawingml/2006/main">
            <a:off x="8039100" y="2057400"/>
            <a:ext cx="3543300" cy="2476500"/>
          </a:xfrm>
          <a:prstGeom xmlns:a="http://schemas.openxmlformats.org/drawingml/2006/main" prst="rect">
            <a:avLst/>
          </a:prstGeom>
          <a:solidFill xmlns:a="http://schemas.openxmlformats.org/drawingml/2006/main">
            <a:srgbClr val="FBFBF8"/>
          </a:solidFill>
          <a:ln xmlns:a="http://schemas.openxmlformats.org/drawingml/2006/main" w="11430">
            <a:solidFill>
              <a:srgbClr val="D5DAE0"/>
            </a:solidFill>
            <a:prstDash val="solid"/>
          </a:ln>
        </p:spPr>
      </p:sp>
      <p:sp>
        <p:nvSpPr>
          <p:cNvPr id="46" name="line-23">
            <a:extLst xmlns:a="http://schemas.openxmlformats.org/drawingml/2006/main">
              <a:ext uri="{FF2B5EF4-FFF2-40B4-BE49-F238E27FC236}">
                <a16:creationId xmlns:a16="http://schemas.microsoft.com/office/drawing/2014/main" id="{ED8D3260-B5EC-4A62-85E3-38DC8E755470}"/>
              </a:ext>
            </a:extLst>
          </p:cNvPr>
          <p:cNvSpPr>
            <a:spLocks xmlns:a="http://schemas.openxmlformats.org/drawingml/2006/main" noGrp="1"/>
          </p:cNvSpPr>
          <p:nvPr/>
        </p:nvSpPr>
        <p:spPr>
          <a:xfrm xmlns:a="http://schemas.openxmlformats.org/drawingml/2006/main" flipV="1">
            <a:off x="8401050" y="2933473"/>
            <a:ext cx="2630714" cy="789214"/>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47" name="line-23">
            <a:extLst xmlns:a="http://schemas.openxmlformats.org/drawingml/2006/main">
              <a:ext uri="{FF2B5EF4-FFF2-40B4-BE49-F238E27FC236}">
                <a16:creationId xmlns:a16="http://schemas.microsoft.com/office/drawing/2014/main" id="{DE9D6CB0-4B2B-4C49-902C-0224EC318011}"/>
              </a:ext>
            </a:extLst>
          </p:cNvPr>
          <p:cNvSpPr>
            <a:spLocks xmlns:a="http://schemas.openxmlformats.org/drawingml/2006/main" noGrp="1"/>
          </p:cNvSpPr>
          <p:nvPr/>
        </p:nvSpPr>
        <p:spPr>
          <a:xfrm xmlns:a="http://schemas.openxmlformats.org/drawingml/2006/main" flipV="1">
            <a:off x="10971516" y="2933473"/>
            <a:ext cx="60248" cy="60983"/>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48" name="line-23">
            <a:extLst xmlns:a="http://schemas.openxmlformats.org/drawingml/2006/main">
              <a:ext uri="{FF2B5EF4-FFF2-40B4-BE49-F238E27FC236}">
                <a16:creationId xmlns:a16="http://schemas.microsoft.com/office/drawing/2014/main" id="{EEE0F4D5-5046-44ED-B2DF-638600B1574A}"/>
              </a:ext>
            </a:extLst>
          </p:cNvPr>
          <p:cNvSpPr>
            <a:spLocks xmlns:a="http://schemas.openxmlformats.org/drawingml/2006/main" noGrp="1"/>
          </p:cNvSpPr>
          <p:nvPr/>
        </p:nvSpPr>
        <p:spPr>
          <a:xfrm xmlns:a="http://schemas.openxmlformats.org/drawingml/2006/main" flipV="0">
            <a:off x="10947897" y="2915725"/>
            <a:ext cx="83868" cy="17748"/>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49" name="line-23">
            <a:extLst xmlns:a="http://schemas.openxmlformats.org/drawingml/2006/main">
              <a:ext uri="{FF2B5EF4-FFF2-40B4-BE49-F238E27FC236}">
                <a16:creationId xmlns:a16="http://schemas.microsoft.com/office/drawing/2014/main" id="{28F8114C-1856-41EF-9AA8-E4AE4B9FBFE0}"/>
              </a:ext>
            </a:extLst>
          </p:cNvPr>
          <p:cNvSpPr>
            <a:spLocks xmlns:a="http://schemas.openxmlformats.org/drawingml/2006/main" noGrp="1"/>
          </p:cNvSpPr>
          <p:nvPr/>
        </p:nvSpPr>
        <p:spPr>
          <a:xfrm xmlns:a="http://schemas.openxmlformats.org/drawingml/2006/main" flipV="1">
            <a:off x="11031764" y="2801938"/>
            <a:ext cx="131536" cy="131536"/>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50" name="line-23">
            <a:extLst xmlns:a="http://schemas.openxmlformats.org/drawingml/2006/main">
              <a:ext uri="{FF2B5EF4-FFF2-40B4-BE49-F238E27FC236}">
                <a16:creationId xmlns:a16="http://schemas.microsoft.com/office/drawing/2014/main" id="{37D14126-FF7A-4B48-9CE3-09215B50D64B}"/>
              </a:ext>
            </a:extLst>
          </p:cNvPr>
          <p:cNvSpPr>
            <a:spLocks xmlns:a="http://schemas.openxmlformats.org/drawingml/2006/main" noGrp="1"/>
          </p:cNvSpPr>
          <p:nvPr/>
        </p:nvSpPr>
        <p:spPr>
          <a:xfrm xmlns:a="http://schemas.openxmlformats.org/drawingml/2006/main" flipV="1">
            <a:off x="11139165" y="2801938"/>
            <a:ext cx="24135" cy="82257"/>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51" name="line-23">
            <a:extLst xmlns:a="http://schemas.openxmlformats.org/drawingml/2006/main">
              <a:ext uri="{FF2B5EF4-FFF2-40B4-BE49-F238E27FC236}">
                <a16:creationId xmlns:a16="http://schemas.microsoft.com/office/drawing/2014/main" id="{6BD5D0A4-8DAC-40FF-8069-343AE84FE7ED}"/>
              </a:ext>
            </a:extLst>
          </p:cNvPr>
          <p:cNvSpPr>
            <a:spLocks xmlns:a="http://schemas.openxmlformats.org/drawingml/2006/main" noGrp="1"/>
          </p:cNvSpPr>
          <p:nvPr/>
        </p:nvSpPr>
        <p:spPr>
          <a:xfrm xmlns:a="http://schemas.openxmlformats.org/drawingml/2006/main" flipV="1">
            <a:off x="11081043" y="2801938"/>
            <a:ext cx="82257" cy="24135"/>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52" name="line-23">
            <a:extLst xmlns:a="http://schemas.openxmlformats.org/drawingml/2006/main">
              <a:ext uri="{FF2B5EF4-FFF2-40B4-BE49-F238E27FC236}">
                <a16:creationId xmlns:a16="http://schemas.microsoft.com/office/drawing/2014/main" id="{A9D18011-7F85-40E7-8267-7D6D85C21B75}"/>
              </a:ext>
            </a:extLst>
          </p:cNvPr>
          <p:cNvSpPr>
            <a:spLocks xmlns:a="http://schemas.openxmlformats.org/drawingml/2006/main" noGrp="1"/>
          </p:cNvSpPr>
          <p:nvPr/>
        </p:nvSpPr>
        <p:spPr>
          <a:xfrm xmlns:a="http://schemas.openxmlformats.org/drawingml/2006/main" flipV="1">
            <a:off x="10900229" y="2801938"/>
            <a:ext cx="263071" cy="263071"/>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53" name="line-23">
            <a:extLst xmlns:a="http://schemas.openxmlformats.org/drawingml/2006/main">
              <a:ext uri="{FF2B5EF4-FFF2-40B4-BE49-F238E27FC236}">
                <a16:creationId xmlns:a16="http://schemas.microsoft.com/office/drawing/2014/main" id="{38A18350-CD47-4CFC-98BF-D18B0549041D}"/>
              </a:ext>
            </a:extLst>
          </p:cNvPr>
          <p:cNvSpPr>
            <a:spLocks xmlns:a="http://schemas.openxmlformats.org/drawingml/2006/main" noGrp="1"/>
          </p:cNvSpPr>
          <p:nvPr/>
        </p:nvSpPr>
        <p:spPr>
          <a:xfrm xmlns:a="http://schemas.openxmlformats.org/drawingml/2006/main" flipV="1">
            <a:off x="10900229" y="2982752"/>
            <a:ext cx="24135" cy="82257"/>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54" name="line-23">
            <a:extLst xmlns:a="http://schemas.openxmlformats.org/drawingml/2006/main">
              <a:ext uri="{FF2B5EF4-FFF2-40B4-BE49-F238E27FC236}">
                <a16:creationId xmlns:a16="http://schemas.microsoft.com/office/drawing/2014/main" id="{02C70781-9FF7-43E5-8CB0-1BFB31AAFCC4}"/>
              </a:ext>
            </a:extLst>
          </p:cNvPr>
          <p:cNvSpPr>
            <a:spLocks xmlns:a="http://schemas.openxmlformats.org/drawingml/2006/main" noGrp="1"/>
          </p:cNvSpPr>
          <p:nvPr/>
        </p:nvSpPr>
        <p:spPr>
          <a:xfrm xmlns:a="http://schemas.openxmlformats.org/drawingml/2006/main" flipV="1">
            <a:off x="10900229" y="3040874"/>
            <a:ext cx="82257" cy="24135"/>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55" name="line-23">
            <a:extLst xmlns:a="http://schemas.openxmlformats.org/drawingml/2006/main">
              <a:ext uri="{FF2B5EF4-FFF2-40B4-BE49-F238E27FC236}">
                <a16:creationId xmlns:a16="http://schemas.microsoft.com/office/drawing/2014/main" id="{29471523-E605-4B37-A20A-AE55DFF4753E}"/>
              </a:ext>
            </a:extLst>
          </p:cNvPr>
          <p:cNvSpPr>
            <a:spLocks xmlns:a="http://schemas.openxmlformats.org/drawingml/2006/main" noGrp="1"/>
          </p:cNvSpPr>
          <p:nvPr/>
        </p:nvSpPr>
        <p:spPr>
          <a:xfrm xmlns:a="http://schemas.openxmlformats.org/drawingml/2006/main" flipV="1">
            <a:off x="10900229" y="2880859"/>
            <a:ext cx="131536" cy="184150"/>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56" name="line-23">
            <a:extLst xmlns:a="http://schemas.openxmlformats.org/drawingml/2006/main">
              <a:ext uri="{FF2B5EF4-FFF2-40B4-BE49-F238E27FC236}">
                <a16:creationId xmlns:a16="http://schemas.microsoft.com/office/drawing/2014/main" id="{157785F2-5E43-44DB-AC65-A867D66E79E7}"/>
              </a:ext>
            </a:extLst>
          </p:cNvPr>
          <p:cNvSpPr>
            <a:spLocks xmlns:a="http://schemas.openxmlformats.org/drawingml/2006/main" noGrp="1"/>
          </p:cNvSpPr>
          <p:nvPr/>
        </p:nvSpPr>
        <p:spPr>
          <a:xfrm xmlns:a="http://schemas.openxmlformats.org/drawingml/2006/main" flipV="1">
            <a:off x="11021481" y="2880859"/>
            <a:ext cx="10284" cy="85106"/>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57" name="line-23">
            <a:extLst xmlns:a="http://schemas.openxmlformats.org/drawingml/2006/main">
              <a:ext uri="{FF2B5EF4-FFF2-40B4-BE49-F238E27FC236}">
                <a16:creationId xmlns:a16="http://schemas.microsoft.com/office/drawing/2014/main" id="{508F9F32-6DC1-4C91-AA42-29D18A8E8CF8}"/>
              </a:ext>
            </a:extLst>
          </p:cNvPr>
          <p:cNvSpPr>
            <a:spLocks xmlns:a="http://schemas.openxmlformats.org/drawingml/2006/main" noGrp="1"/>
          </p:cNvSpPr>
          <p:nvPr/>
        </p:nvSpPr>
        <p:spPr>
          <a:xfrm xmlns:a="http://schemas.openxmlformats.org/drawingml/2006/main" flipV="1">
            <a:off x="10954594" y="2880859"/>
            <a:ext cx="77170" cy="37330"/>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58" name="o57">
            <a:extLst xmlns:a="http://schemas.openxmlformats.org/drawingml/2006/main">
              <a:ext uri="{FF2B5EF4-FFF2-40B4-BE49-F238E27FC236}">
                <a16:creationId xmlns:a16="http://schemas.microsoft.com/office/drawing/2014/main" id="{6D697795-61BC-402D-BFF7-F72449D5CE2D}"/>
              </a:ext>
            </a:extLst>
          </p:cNvPr>
          <p:cNvSpPr>
            <a:spLocks xmlns:a="http://schemas.openxmlformats.org/drawingml/2006/main" noGrp="1"/>
          </p:cNvSpPr>
          <p:nvPr/>
        </p:nvSpPr>
        <p:spPr>
          <a:xfrm xmlns:a="http://schemas.openxmlformats.org/drawingml/2006/main">
            <a:off x="8343900" y="3665538"/>
            <a:ext cx="114300" cy="114300"/>
          </a:xfrm>
          <a:prstGeom xmlns:a="http://schemas.openxmlformats.org/drawingml/2006/main" prst="ellipse">
            <a:avLst/>
          </a:prstGeom>
          <a:solidFill xmlns:a="http://schemas.openxmlformats.org/drawingml/2006/main">
            <a:srgbClr val="0F6E73"/>
          </a:solidFill>
          <a:ln xmlns:a="http://schemas.openxmlformats.org/drawingml/2006/main" w="0">
            <a:noFill/>
            <a:prstDash val="solid"/>
          </a:ln>
        </p:spPr>
      </p:sp>
      <p:sp>
        <p:nvSpPr>
          <p:cNvPr id="59" name="o58">
            <a:extLst xmlns:a="http://schemas.openxmlformats.org/drawingml/2006/main">
              <a:ext uri="{FF2B5EF4-FFF2-40B4-BE49-F238E27FC236}">
                <a16:creationId xmlns:a16="http://schemas.microsoft.com/office/drawing/2014/main" id="{5A7DCEE1-AA3E-44E1-BF8D-501EDD731552}"/>
              </a:ext>
            </a:extLst>
          </p:cNvPr>
          <p:cNvSpPr>
            <a:spLocks xmlns:a="http://schemas.openxmlformats.org/drawingml/2006/main" noGrp="1"/>
          </p:cNvSpPr>
          <p:nvPr/>
        </p:nvSpPr>
        <p:spPr>
          <a:xfrm xmlns:a="http://schemas.openxmlformats.org/drawingml/2006/main">
            <a:off x="10974614" y="2876323"/>
            <a:ext cx="114300" cy="114300"/>
          </a:xfrm>
          <a:prstGeom xmlns:a="http://schemas.openxmlformats.org/drawingml/2006/main" prst="ellipse">
            <a:avLst/>
          </a:prstGeom>
          <a:solidFill xmlns:a="http://schemas.openxmlformats.org/drawingml/2006/main">
            <a:srgbClr val="32668E"/>
          </a:solidFill>
          <a:ln xmlns:a="http://schemas.openxmlformats.org/drawingml/2006/main" w="0">
            <a:noFill/>
            <a:prstDash val="solid"/>
          </a:ln>
        </p:spPr>
      </p:sp>
      <p:sp>
        <p:nvSpPr>
          <p:cNvPr id="60" name="o59">
            <a:extLst xmlns:a="http://schemas.openxmlformats.org/drawingml/2006/main">
              <a:ext uri="{FF2B5EF4-FFF2-40B4-BE49-F238E27FC236}">
                <a16:creationId xmlns:a16="http://schemas.microsoft.com/office/drawing/2014/main" id="{3921E90A-5061-49F1-AC9D-8E73E3294B3B}"/>
              </a:ext>
            </a:extLst>
          </p:cNvPr>
          <p:cNvSpPr>
            <a:spLocks xmlns:a="http://schemas.openxmlformats.org/drawingml/2006/main" noGrp="1"/>
          </p:cNvSpPr>
          <p:nvPr/>
        </p:nvSpPr>
        <p:spPr>
          <a:xfrm xmlns:a="http://schemas.openxmlformats.org/drawingml/2006/main">
            <a:off x="11106150" y="2744788"/>
            <a:ext cx="114300" cy="114300"/>
          </a:xfrm>
          <a:prstGeom xmlns:a="http://schemas.openxmlformats.org/drawingml/2006/main" prst="ellipse">
            <a:avLst/>
          </a:prstGeom>
          <a:solidFill xmlns:a="http://schemas.openxmlformats.org/drawingml/2006/main">
            <a:srgbClr val="B85A1E"/>
          </a:solidFill>
          <a:ln xmlns:a="http://schemas.openxmlformats.org/drawingml/2006/main" w="0">
            <a:noFill/>
            <a:prstDash val="solid"/>
          </a:ln>
        </p:spPr>
      </p:sp>
      <p:sp>
        <p:nvSpPr>
          <p:cNvPr id="61" name="o60">
            <a:extLst xmlns:a="http://schemas.openxmlformats.org/drawingml/2006/main">
              <a:ext uri="{FF2B5EF4-FFF2-40B4-BE49-F238E27FC236}">
                <a16:creationId xmlns:a16="http://schemas.microsoft.com/office/drawing/2014/main" id="{D8F8F1D0-B682-4439-8B2B-3AADEF1DE497}"/>
              </a:ext>
            </a:extLst>
          </p:cNvPr>
          <p:cNvSpPr>
            <a:spLocks xmlns:a="http://schemas.openxmlformats.org/drawingml/2006/main" noGrp="1"/>
          </p:cNvSpPr>
          <p:nvPr/>
        </p:nvSpPr>
        <p:spPr>
          <a:xfrm xmlns:a="http://schemas.openxmlformats.org/drawingml/2006/main">
            <a:off x="10843079" y="3007859"/>
            <a:ext cx="114300" cy="114300"/>
          </a:xfrm>
          <a:prstGeom xmlns:a="http://schemas.openxmlformats.org/drawingml/2006/main" prst="ellipse">
            <a:avLst/>
          </a:prstGeom>
          <a:solidFill xmlns:a="http://schemas.openxmlformats.org/drawingml/2006/main">
            <a:srgbClr val="7C618D"/>
          </a:solidFill>
          <a:ln xmlns:a="http://schemas.openxmlformats.org/drawingml/2006/main" w="0">
            <a:noFill/>
            <a:prstDash val="solid"/>
          </a:ln>
        </p:spPr>
      </p:sp>
      <p:sp>
        <p:nvSpPr>
          <p:cNvPr id="62" name="o61">
            <a:extLst xmlns:a="http://schemas.openxmlformats.org/drawingml/2006/main">
              <a:ext uri="{FF2B5EF4-FFF2-40B4-BE49-F238E27FC236}">
                <a16:creationId xmlns:a16="http://schemas.microsoft.com/office/drawing/2014/main" id="{6FF49661-0898-4ED2-A781-660DC84E6030}"/>
              </a:ext>
            </a:extLst>
          </p:cNvPr>
          <p:cNvSpPr>
            <a:spLocks xmlns:a="http://schemas.openxmlformats.org/drawingml/2006/main" noGrp="1"/>
          </p:cNvSpPr>
          <p:nvPr/>
        </p:nvSpPr>
        <p:spPr>
          <a:xfrm xmlns:a="http://schemas.openxmlformats.org/drawingml/2006/main">
            <a:off x="10974614" y="2823709"/>
            <a:ext cx="114300" cy="114300"/>
          </a:xfrm>
          <a:prstGeom xmlns:a="http://schemas.openxmlformats.org/drawingml/2006/main" prst="ellipse">
            <a:avLst/>
          </a:prstGeom>
          <a:solidFill xmlns:a="http://schemas.openxmlformats.org/drawingml/2006/main">
            <a:srgbClr val="618F60"/>
          </a:solidFill>
          <a:ln xmlns:a="http://schemas.openxmlformats.org/drawingml/2006/main" w="0">
            <a:noFill/>
            <a:prstDash val="solid"/>
          </a:ln>
        </p:spPr>
      </p:sp>
      <p:sp>
        <p:nvSpPr>
          <p:cNvPr id="63" name="o62">
            <a:extLst xmlns:a="http://schemas.openxmlformats.org/drawingml/2006/main">
              <a:ext uri="{FF2B5EF4-FFF2-40B4-BE49-F238E27FC236}">
                <a16:creationId xmlns:a16="http://schemas.microsoft.com/office/drawing/2014/main" id="{830E92AB-929E-43DA-A677-FE2839E815C6}"/>
              </a:ext>
            </a:extLst>
          </p:cNvPr>
          <p:cNvSpPr>
            <a:spLocks xmlns:a="http://schemas.openxmlformats.org/drawingml/2006/main" noGrp="1"/>
          </p:cNvSpPr>
          <p:nvPr/>
        </p:nvSpPr>
        <p:spPr>
          <a:xfrm xmlns:a="http://schemas.openxmlformats.org/drawingml/2006/main">
            <a:off x="8039100" y="4819650"/>
            <a:ext cx="35433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46536A"/>
                </a:solidFill>
                <a:latin typeface="Noto Sans SC"/>
                <a:ea typeface="Noto Sans SC"/>
                <a:cs typeface="Noto Sans SC"/>
              </a:defRPr>
            </a:defPPr>
            <a:lvl1pPr algn="l">
              <a:defRPr sz="1650" b="0">
                <a:solidFill>
                  <a:srgbClr val="46536A"/>
                </a:solidFill>
                <a:latin typeface="Noto Sans SC"/>
                <a:ea typeface="Noto Sans SC"/>
                <a:cs typeface="Noto Sans SC"/>
              </a:defRPr>
            </a:lvl1pPr>
            <a:lvl2pPr algn="l">
              <a:defRPr sz="1650" b="0">
                <a:solidFill>
                  <a:srgbClr val="46536A"/>
                </a:solidFill>
                <a:latin typeface="Noto Sans SC"/>
                <a:ea typeface="Noto Sans SC"/>
                <a:cs typeface="Noto Sans SC"/>
              </a:defRPr>
            </a:lvl2pPr>
            <a:lvl3pPr algn="l">
              <a:defRPr sz="1650" b="0">
                <a:solidFill>
                  <a:srgbClr val="46536A"/>
                </a:solidFill>
                <a:latin typeface="Noto Sans SC"/>
                <a:ea typeface="Noto Sans SC"/>
                <a:cs typeface="Noto Sans SC"/>
              </a:defRPr>
            </a:lvl3pPr>
            <a:lvl4pPr algn="l">
              <a:defRPr sz="1650" b="0">
                <a:solidFill>
                  <a:srgbClr val="46536A"/>
                </a:solidFill>
                <a:latin typeface="Noto Sans SC"/>
                <a:ea typeface="Noto Sans SC"/>
                <a:cs typeface="Noto Sans SC"/>
              </a:defRPr>
            </a:lvl4pPr>
            <a:lvl5pPr algn="l">
              <a:defRPr sz="1650" b="0">
                <a:solidFill>
                  <a:srgbClr val="46536A"/>
                </a:solidFill>
                <a:latin typeface="Noto Sans SC"/>
                <a:ea typeface="Noto Sans SC"/>
                <a:cs typeface="Noto Sans SC"/>
              </a:defRPr>
            </a:lvl5pPr>
            <a:lvl6pPr algn="l">
              <a:defRPr sz="1650" b="0">
                <a:solidFill>
                  <a:srgbClr val="46536A"/>
                </a:solidFill>
                <a:latin typeface="Noto Sans SC"/>
                <a:ea typeface="Noto Sans SC"/>
                <a:cs typeface="Noto Sans SC"/>
              </a:defRPr>
            </a:lvl6pPr>
            <a:lvl7pPr algn="l">
              <a:defRPr sz="1650" b="0">
                <a:solidFill>
                  <a:srgbClr val="46536A"/>
                </a:solidFill>
                <a:latin typeface="Noto Sans SC"/>
                <a:ea typeface="Noto Sans SC"/>
                <a:cs typeface="Noto Sans SC"/>
              </a:defRPr>
            </a:lvl7pPr>
            <a:lvl8pPr algn="l">
              <a:defRPr sz="1650" b="0">
                <a:solidFill>
                  <a:srgbClr val="46536A"/>
                </a:solidFill>
                <a:latin typeface="Noto Sans SC"/>
                <a:ea typeface="Noto Sans SC"/>
                <a:cs typeface="Noto Sans SC"/>
              </a:defRPr>
            </a:lvl8pPr>
            <a:lvl9pPr algn="l">
              <a:defRPr sz="1650" b="0">
                <a:solidFill>
                  <a:srgbClr val="46536A"/>
                </a:solidFill>
                <a:latin typeface="Noto Sans SC"/>
                <a:ea typeface="Noto Sans SC"/>
                <a:cs typeface="Noto Sans SC"/>
              </a:defRPr>
            </a:lvl9pPr>
          </a:lstStyle>
          <a:p xmlns:a="http://schemas.openxmlformats.org/drawingml/2006/main">
            <a:pPr algn="l">
              <a:defRPr sz="1650" b="0">
                <a:solidFill>
                  <a:srgbClr val="46536A"/>
                </a:solidFill>
                <a:latin typeface="Noto Sans SC"/>
                <a:ea typeface="Noto Sans SC"/>
                <a:cs typeface="Noto Sans SC"/>
              </a:defRPr>
            </a:pPr>
            <a:r>
              <a:rPr sz="1650" b="0">
                <a:solidFill>
                  <a:srgbClr val="46536A"/>
                </a:solidFill>
                <a:latin typeface="Noto Sans SC"/>
                <a:ea typeface="Noto Sans SC"/>
                <a:cs typeface="Noto Sans SC"/>
              </a:rPr>
              <a:t>末点邻域持续时间</a:t>
            </a:r>
          </a:p>
          <a:p xmlns:a="http://schemas.openxmlformats.org/drawingml/2006/main">
            <a:pPr algn="l">
              <a:defRPr sz="1650" b="0">
                <a:solidFill>
                  <a:srgbClr val="46536A"/>
                </a:solidFill>
                <a:latin typeface="Noto Sans SC"/>
                <a:ea typeface="Noto Sans SC"/>
                <a:cs typeface="Noto Sans SC"/>
              </a:defRPr>
            </a:pPr>
            <a:r>
              <a:rPr sz="1650" b="0">
                <a:solidFill>
                  <a:srgbClr val="46536A"/>
                </a:solidFill>
                <a:latin typeface="Noto Sans SC"/>
                <a:ea typeface="Noto Sans SC"/>
                <a:cs typeface="Noto Sans SC"/>
              </a:rPr>
              <a:t>保留同位置异时刻</a:t>
            </a:r>
          </a:p>
        </p:txBody>
      </p:sp>
      <p:sp>
        <p:nvSpPr>
          <p:cNvPr id="64" name="o63">
            <a:extLst xmlns:a="http://schemas.openxmlformats.org/drawingml/2006/main">
              <a:ext uri="{FF2B5EF4-FFF2-40B4-BE49-F238E27FC236}">
                <a16:creationId xmlns:a16="http://schemas.microsoft.com/office/drawing/2014/main" id="{E243AC9D-FD13-4DA6-8C1A-B6BDA0F49D1F}"/>
              </a:ext>
            </a:extLst>
          </p:cNvPr>
          <p:cNvSpPr>
            <a:spLocks xmlns:a="http://schemas.openxmlformats.org/drawingml/2006/main" noGrp="1"/>
          </p:cNvSpPr>
          <p:nvPr/>
        </p:nvSpPr>
        <p:spPr>
          <a:xfrm xmlns:a="http://schemas.openxmlformats.org/drawingml/2006/main">
            <a:off x="609600" y="5619750"/>
            <a:ext cx="109728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b="0">
                <a:solidFill>
                  <a:srgbClr val="B85A1E"/>
                </a:solidFill>
                <a:latin typeface="Noto Sans SC"/>
                <a:ea typeface="Noto Sans SC"/>
                <a:cs typeface="Noto Sans SC"/>
              </a:defRPr>
            </a:defPPr>
            <a:lvl1pPr algn="l">
              <a:defRPr sz="1350" b="0">
                <a:solidFill>
                  <a:srgbClr val="B85A1E"/>
                </a:solidFill>
                <a:latin typeface="Noto Sans SC"/>
                <a:ea typeface="Noto Sans SC"/>
                <a:cs typeface="Noto Sans SC"/>
              </a:defRPr>
            </a:lvl1pPr>
            <a:lvl2pPr algn="l">
              <a:defRPr sz="1350" b="0">
                <a:solidFill>
                  <a:srgbClr val="B85A1E"/>
                </a:solidFill>
                <a:latin typeface="Noto Sans SC"/>
                <a:ea typeface="Noto Sans SC"/>
                <a:cs typeface="Noto Sans SC"/>
              </a:defRPr>
            </a:lvl2pPr>
            <a:lvl3pPr algn="l">
              <a:defRPr sz="1350" b="0">
                <a:solidFill>
                  <a:srgbClr val="B85A1E"/>
                </a:solidFill>
                <a:latin typeface="Noto Sans SC"/>
                <a:ea typeface="Noto Sans SC"/>
                <a:cs typeface="Noto Sans SC"/>
              </a:defRPr>
            </a:lvl3pPr>
            <a:lvl4pPr algn="l">
              <a:defRPr sz="1350" b="0">
                <a:solidFill>
                  <a:srgbClr val="B85A1E"/>
                </a:solidFill>
                <a:latin typeface="Noto Sans SC"/>
                <a:ea typeface="Noto Sans SC"/>
                <a:cs typeface="Noto Sans SC"/>
              </a:defRPr>
            </a:lvl4pPr>
            <a:lvl5pPr algn="l">
              <a:defRPr sz="1350" b="0">
                <a:solidFill>
                  <a:srgbClr val="B85A1E"/>
                </a:solidFill>
                <a:latin typeface="Noto Sans SC"/>
                <a:ea typeface="Noto Sans SC"/>
                <a:cs typeface="Noto Sans SC"/>
              </a:defRPr>
            </a:lvl5pPr>
            <a:lvl6pPr algn="l">
              <a:defRPr sz="1350" b="0">
                <a:solidFill>
                  <a:srgbClr val="B85A1E"/>
                </a:solidFill>
                <a:latin typeface="Noto Sans SC"/>
                <a:ea typeface="Noto Sans SC"/>
                <a:cs typeface="Noto Sans SC"/>
              </a:defRPr>
            </a:lvl6pPr>
            <a:lvl7pPr algn="l">
              <a:defRPr sz="1350" b="0">
                <a:solidFill>
                  <a:srgbClr val="B85A1E"/>
                </a:solidFill>
                <a:latin typeface="Noto Sans SC"/>
                <a:ea typeface="Noto Sans SC"/>
                <a:cs typeface="Noto Sans SC"/>
              </a:defRPr>
            </a:lvl7pPr>
            <a:lvl8pPr algn="l">
              <a:defRPr sz="1350" b="0">
                <a:solidFill>
                  <a:srgbClr val="B85A1E"/>
                </a:solidFill>
                <a:latin typeface="Noto Sans SC"/>
                <a:ea typeface="Noto Sans SC"/>
                <a:cs typeface="Noto Sans SC"/>
              </a:defRPr>
            </a:lvl8pPr>
            <a:lvl9pPr algn="l">
              <a:defRPr sz="1350" b="0">
                <a:solidFill>
                  <a:srgbClr val="B85A1E"/>
                </a:solidFill>
                <a:latin typeface="Noto Sans SC"/>
                <a:ea typeface="Noto Sans SC"/>
                <a:cs typeface="Noto Sans SC"/>
              </a:defRPr>
            </a:lvl9pPr>
          </a:lstStyle>
          <a:p xmlns:a="http://schemas.openxmlformats.org/drawingml/2006/main">
            <a:pPr algn="l">
              <a:defRPr sz="1350" b="0">
                <a:solidFill>
                  <a:srgbClr val="B85A1E"/>
                </a:solidFill>
                <a:latin typeface="Noto Sans SC"/>
                <a:ea typeface="Noto Sans SC"/>
                <a:cs typeface="Noto Sans SC"/>
              </a:defRPr>
            </a:pPr>
            <a:r>
              <a:rPr sz="1350" b="0">
                <a:solidFill>
                  <a:srgbClr val="B85A1E"/>
                </a:solidFill>
                <a:latin typeface="Noto Sans SC"/>
                <a:ea typeface="Noto Sans SC"/>
                <a:cs typeface="Noto Sans SC"/>
              </a:rPr>
              <a:t>示意轨迹：解释特征形成，不作为测试样本或效果指标</a:t>
            </a:r>
          </a:p>
        </p:txBody>
      </p:sp>
    </p:spTree>
    <p:extLst>
      <p:ext uri="{BB962C8B-B14F-4D97-AF65-F5344CB8AC3E}">
        <p14:creationId xmlns:p14="http://schemas.microsoft.com/office/powerpoint/2010/main" val="959593909"/>
      </p:ext>
    </p:extLst>
  </p:cSld>
</p:sld>
</file>

<file path=ppt/slides/slide17.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26" name="o0">
            <a:extLst xmlns:a="http://schemas.openxmlformats.org/drawingml/2006/main">
              <a:ext uri="{FF2B5EF4-FFF2-40B4-BE49-F238E27FC236}">
                <a16:creationId xmlns:a16="http://schemas.microsoft.com/office/drawing/2014/main" id="{26F2A0FF-F444-4F27-9104-9DDD6EA6F777}"/>
              </a:ext>
            </a:extLst>
          </p:cNvPr>
          <p:cNvSpPr>
            <a:spLocks xmlns:a="http://schemas.openxmlformats.org/drawingml/2006/main" noGrp="1"/>
          </p:cNvSpPr>
          <p:nvPr/>
        </p:nvSpPr>
        <p:spPr>
          <a:xfrm xmlns:a="http://schemas.openxmlformats.org/drawingml/2006/main">
            <a:off x="609600" y="219075"/>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B85A1E"/>
                </a:solidFill>
                <a:latin typeface="Noto Sans SC"/>
                <a:ea typeface="Noto Sans SC"/>
                <a:cs typeface="Noto Sans SC"/>
              </a:defRPr>
            </a:defPPr>
            <a:lvl1pPr algn="l">
              <a:defRPr sz="1275" b="1">
                <a:solidFill>
                  <a:srgbClr val="B85A1E"/>
                </a:solidFill>
                <a:latin typeface="Noto Sans SC"/>
                <a:ea typeface="Noto Sans SC"/>
                <a:cs typeface="Noto Sans SC"/>
              </a:defRPr>
            </a:lvl1pPr>
            <a:lvl2pPr algn="l">
              <a:defRPr sz="1275" b="1">
                <a:solidFill>
                  <a:srgbClr val="B85A1E"/>
                </a:solidFill>
                <a:latin typeface="Noto Sans SC"/>
                <a:ea typeface="Noto Sans SC"/>
                <a:cs typeface="Noto Sans SC"/>
              </a:defRPr>
            </a:lvl2pPr>
            <a:lvl3pPr algn="l">
              <a:defRPr sz="1275" b="1">
                <a:solidFill>
                  <a:srgbClr val="B85A1E"/>
                </a:solidFill>
                <a:latin typeface="Noto Sans SC"/>
                <a:ea typeface="Noto Sans SC"/>
                <a:cs typeface="Noto Sans SC"/>
              </a:defRPr>
            </a:lvl3pPr>
            <a:lvl4pPr algn="l">
              <a:defRPr sz="1275" b="1">
                <a:solidFill>
                  <a:srgbClr val="B85A1E"/>
                </a:solidFill>
                <a:latin typeface="Noto Sans SC"/>
                <a:ea typeface="Noto Sans SC"/>
                <a:cs typeface="Noto Sans SC"/>
              </a:defRPr>
            </a:lvl4pPr>
            <a:lvl5pPr algn="l">
              <a:defRPr sz="1275" b="1">
                <a:solidFill>
                  <a:srgbClr val="B85A1E"/>
                </a:solidFill>
                <a:latin typeface="Noto Sans SC"/>
                <a:ea typeface="Noto Sans SC"/>
                <a:cs typeface="Noto Sans SC"/>
              </a:defRPr>
            </a:lvl5pPr>
            <a:lvl6pPr algn="l">
              <a:defRPr sz="1275" b="1">
                <a:solidFill>
                  <a:srgbClr val="B85A1E"/>
                </a:solidFill>
                <a:latin typeface="Noto Sans SC"/>
                <a:ea typeface="Noto Sans SC"/>
                <a:cs typeface="Noto Sans SC"/>
              </a:defRPr>
            </a:lvl6pPr>
            <a:lvl7pPr algn="l">
              <a:defRPr sz="1275" b="1">
                <a:solidFill>
                  <a:srgbClr val="B85A1E"/>
                </a:solidFill>
                <a:latin typeface="Noto Sans SC"/>
                <a:ea typeface="Noto Sans SC"/>
                <a:cs typeface="Noto Sans SC"/>
              </a:defRPr>
            </a:lvl7pPr>
            <a:lvl8pPr algn="l">
              <a:defRPr sz="1275" b="1">
                <a:solidFill>
                  <a:srgbClr val="B85A1E"/>
                </a:solidFill>
                <a:latin typeface="Noto Sans SC"/>
                <a:ea typeface="Noto Sans SC"/>
                <a:cs typeface="Noto Sans SC"/>
              </a:defRPr>
            </a:lvl8pPr>
            <a:lvl9pPr algn="l">
              <a:defRPr sz="1275" b="1">
                <a:solidFill>
                  <a:srgbClr val="B85A1E"/>
                </a:solidFill>
                <a:latin typeface="Noto Sans SC"/>
                <a:ea typeface="Noto Sans SC"/>
                <a:cs typeface="Noto Sans SC"/>
              </a:defRPr>
            </a:lvl9pPr>
          </a:lstStyle>
          <a:p xmlns:a="http://schemas.openxmlformats.org/drawingml/2006/main">
            <a:pPr algn="l">
              <a:defRPr sz="1275" b="1">
                <a:solidFill>
                  <a:srgbClr val="B85A1E"/>
                </a:solidFill>
                <a:latin typeface="Noto Sans SC"/>
                <a:ea typeface="Noto Sans SC"/>
                <a:cs typeface="Noto Sans SC"/>
              </a:defRPr>
            </a:pPr>
            <a:r>
              <a:rPr sz="1275" b="1">
                <a:solidFill>
                  <a:srgbClr val="B85A1E"/>
                </a:solidFill>
                <a:latin typeface="Noto Sans SC"/>
                <a:ea typeface="Noto Sans SC"/>
                <a:cs typeface="Noto Sans SC"/>
              </a:rPr>
              <a:t>优化 · 行为特征</a:t>
            </a:r>
          </a:p>
        </p:txBody>
      </p:sp>
      <p:sp>
        <p:nvSpPr>
          <p:cNvPr id="2" name="o1">
            <a:extLst xmlns:a="http://schemas.openxmlformats.org/drawingml/2006/main">
              <a:ext uri="{FF2B5EF4-FFF2-40B4-BE49-F238E27FC236}">
                <a16:creationId xmlns:a16="http://schemas.microsoft.com/office/drawing/2014/main" id="{DB3104EC-ACCF-4079-9E34-F2B803CAF478}"/>
              </a:ext>
            </a:extLst>
          </p:cNvPr>
          <p:cNvSpPr>
            <a:spLocks xmlns:a="http://schemas.openxmlformats.org/drawingml/2006/main" noGrp="1"/>
          </p:cNvSpPr>
          <p:nvPr/>
        </p:nvSpPr>
        <p:spPr>
          <a:xfrm xmlns:a="http://schemas.openxmlformats.org/drawingml/2006/main">
            <a:off x="609600" y="6000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700" b="1">
                <a:solidFill>
                  <a:srgbClr val="16243A"/>
                </a:solidFill>
                <a:latin typeface="Noto Serif SC"/>
                <a:ea typeface="Noto Serif SC"/>
                <a:cs typeface="Noto Serif SC"/>
              </a:defRPr>
            </a:defPPr>
            <a:lvl1pPr algn="l">
              <a:defRPr sz="2700" b="1">
                <a:solidFill>
                  <a:srgbClr val="16243A"/>
                </a:solidFill>
                <a:latin typeface="Noto Serif SC"/>
                <a:ea typeface="Noto Serif SC"/>
                <a:cs typeface="Noto Serif SC"/>
              </a:defRPr>
            </a:lvl1pPr>
            <a:lvl2pPr algn="l">
              <a:defRPr sz="2700" b="1">
                <a:solidFill>
                  <a:srgbClr val="16243A"/>
                </a:solidFill>
                <a:latin typeface="Noto Serif SC"/>
                <a:ea typeface="Noto Serif SC"/>
                <a:cs typeface="Noto Serif SC"/>
              </a:defRPr>
            </a:lvl2pPr>
            <a:lvl3pPr algn="l">
              <a:defRPr sz="2700" b="1">
                <a:solidFill>
                  <a:srgbClr val="16243A"/>
                </a:solidFill>
                <a:latin typeface="Noto Serif SC"/>
                <a:ea typeface="Noto Serif SC"/>
                <a:cs typeface="Noto Serif SC"/>
              </a:defRPr>
            </a:lvl3pPr>
            <a:lvl4pPr algn="l">
              <a:defRPr sz="2700" b="1">
                <a:solidFill>
                  <a:srgbClr val="16243A"/>
                </a:solidFill>
                <a:latin typeface="Noto Serif SC"/>
                <a:ea typeface="Noto Serif SC"/>
                <a:cs typeface="Noto Serif SC"/>
              </a:defRPr>
            </a:lvl4pPr>
            <a:lvl5pPr algn="l">
              <a:defRPr sz="2700" b="1">
                <a:solidFill>
                  <a:srgbClr val="16243A"/>
                </a:solidFill>
                <a:latin typeface="Noto Serif SC"/>
                <a:ea typeface="Noto Serif SC"/>
                <a:cs typeface="Noto Serif SC"/>
              </a:defRPr>
            </a:lvl5pPr>
            <a:lvl6pPr algn="l">
              <a:defRPr sz="2700" b="1">
                <a:solidFill>
                  <a:srgbClr val="16243A"/>
                </a:solidFill>
                <a:latin typeface="Noto Serif SC"/>
                <a:ea typeface="Noto Serif SC"/>
                <a:cs typeface="Noto Serif SC"/>
              </a:defRPr>
            </a:lvl6pPr>
            <a:lvl7pPr algn="l">
              <a:defRPr sz="2700" b="1">
                <a:solidFill>
                  <a:srgbClr val="16243A"/>
                </a:solidFill>
                <a:latin typeface="Noto Serif SC"/>
                <a:ea typeface="Noto Serif SC"/>
                <a:cs typeface="Noto Serif SC"/>
              </a:defRPr>
            </a:lvl7pPr>
            <a:lvl8pPr algn="l">
              <a:defRPr sz="2700" b="1">
                <a:solidFill>
                  <a:srgbClr val="16243A"/>
                </a:solidFill>
                <a:latin typeface="Noto Serif SC"/>
                <a:ea typeface="Noto Serif SC"/>
                <a:cs typeface="Noto Serif SC"/>
              </a:defRPr>
            </a:lvl8pPr>
            <a:lvl9pPr algn="l">
              <a:defRPr sz="2700" b="1">
                <a:solidFill>
                  <a:srgbClr val="16243A"/>
                </a:solidFill>
                <a:latin typeface="Noto Serif SC"/>
                <a:ea typeface="Noto Serif SC"/>
                <a:cs typeface="Noto Serif SC"/>
              </a:defRPr>
            </a:lvl9pPr>
          </a:lstStyle>
          <a:p xmlns:a="http://schemas.openxmlformats.org/drawingml/2006/main">
            <a:pPr algn="l">
              <a:defRPr sz="2700" b="1">
                <a:solidFill>
                  <a:srgbClr val="16243A"/>
                </a:solidFill>
                <a:latin typeface="Noto Serif SC"/>
                <a:ea typeface="Noto Serif SC"/>
                <a:cs typeface="Noto Serif SC"/>
              </a:defRPr>
            </a:pPr>
            <a:r>
              <a:rPr sz="2700" b="1">
                <a:solidFill>
                  <a:srgbClr val="16243A"/>
                </a:solidFill>
                <a:latin typeface="Noto Serif SC"/>
                <a:ea typeface="Noto Serif SC"/>
                <a:cs typeface="Noto Serif SC"/>
              </a:rPr>
              <a:t>行为向量化降低耗时，也改变了部分判定</a:t>
            </a:r>
          </a:p>
        </p:txBody>
      </p:sp>
      <p:sp>
        <p:nvSpPr>
          <p:cNvPr id="3" name="line-2">
            <a:extLst xmlns:a="http://schemas.openxmlformats.org/drawingml/2006/main">
              <a:ext uri="{FF2B5EF4-FFF2-40B4-BE49-F238E27FC236}">
                <a16:creationId xmlns:a16="http://schemas.microsoft.com/office/drawing/2014/main" id="{85469F86-90D8-49B4-88FA-A5552CA9E720}"/>
              </a:ext>
            </a:extLst>
          </p:cNvPr>
          <p:cNvSpPr>
            <a:spLocks xmlns:a="http://schemas.openxmlformats.org/drawingml/2006/main" noGrp="1"/>
          </p:cNvSpPr>
          <p:nvPr/>
        </p:nvSpPr>
        <p:spPr>
          <a:xfrm xmlns:a="http://schemas.openxmlformats.org/drawingml/2006/main" flipV="0">
            <a:off x="609600" y="1200150"/>
            <a:ext cx="10972800" cy="953"/>
          </a:xfrm>
          <a:prstGeom xmlns:a="http://schemas.openxmlformats.org/drawingml/2006/main" prst="line">
            <a:avLst/>
          </a:prstGeom>
          <a:noFill xmlns:a="http://schemas.openxmlformats.org/drawingml/2006/main"/>
          <a:ln xmlns:a="http://schemas.openxmlformats.org/drawingml/2006/main" w="14288">
            <a:solidFill>
              <a:srgbClr val="D5DAE0"/>
            </a:solidFill>
            <a:prstDash val="solid"/>
          </a:ln>
        </p:spPr>
      </p:sp>
      <p:sp>
        <p:nvSpPr>
          <p:cNvPr id="4" name="o3">
            <a:extLst xmlns:a="http://schemas.openxmlformats.org/drawingml/2006/main">
              <a:ext uri="{FF2B5EF4-FFF2-40B4-BE49-F238E27FC236}">
                <a16:creationId xmlns:a16="http://schemas.microsoft.com/office/drawing/2014/main" id="{685907D9-CA20-448B-BC7C-BB124A5565B0}"/>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00" b="0">
                <a:solidFill>
                  <a:srgbClr val="6B7689"/>
                </a:solidFill>
                <a:latin typeface="Noto Sans SC"/>
                <a:ea typeface="Noto Sans SC"/>
                <a:cs typeface="Noto Sans SC"/>
              </a:defRPr>
            </a:defPPr>
            <a:lvl1pPr algn="l">
              <a:defRPr sz="900" b="0">
                <a:solidFill>
                  <a:srgbClr val="6B7689"/>
                </a:solidFill>
                <a:latin typeface="Noto Sans SC"/>
                <a:ea typeface="Noto Sans SC"/>
                <a:cs typeface="Noto Sans SC"/>
              </a:defRPr>
            </a:lvl1pPr>
            <a:lvl2pPr algn="l">
              <a:defRPr sz="900" b="0">
                <a:solidFill>
                  <a:srgbClr val="6B7689"/>
                </a:solidFill>
                <a:latin typeface="Noto Sans SC"/>
                <a:ea typeface="Noto Sans SC"/>
                <a:cs typeface="Noto Sans SC"/>
              </a:defRPr>
            </a:lvl2pPr>
            <a:lvl3pPr algn="l">
              <a:defRPr sz="900" b="0">
                <a:solidFill>
                  <a:srgbClr val="6B7689"/>
                </a:solidFill>
                <a:latin typeface="Noto Sans SC"/>
                <a:ea typeface="Noto Sans SC"/>
                <a:cs typeface="Noto Sans SC"/>
              </a:defRPr>
            </a:lvl3pPr>
            <a:lvl4pPr algn="l">
              <a:defRPr sz="900" b="0">
                <a:solidFill>
                  <a:srgbClr val="6B7689"/>
                </a:solidFill>
                <a:latin typeface="Noto Sans SC"/>
                <a:ea typeface="Noto Sans SC"/>
                <a:cs typeface="Noto Sans SC"/>
              </a:defRPr>
            </a:lvl4pPr>
            <a:lvl5pPr algn="l">
              <a:defRPr sz="900" b="0">
                <a:solidFill>
                  <a:srgbClr val="6B7689"/>
                </a:solidFill>
                <a:latin typeface="Noto Sans SC"/>
                <a:ea typeface="Noto Sans SC"/>
                <a:cs typeface="Noto Sans SC"/>
              </a:defRPr>
            </a:lvl5pPr>
            <a:lvl6pPr algn="l">
              <a:defRPr sz="900" b="0">
                <a:solidFill>
                  <a:srgbClr val="6B7689"/>
                </a:solidFill>
                <a:latin typeface="Noto Sans SC"/>
                <a:ea typeface="Noto Sans SC"/>
                <a:cs typeface="Noto Sans SC"/>
              </a:defRPr>
            </a:lvl6pPr>
            <a:lvl7pPr algn="l">
              <a:defRPr sz="900" b="0">
                <a:solidFill>
                  <a:srgbClr val="6B7689"/>
                </a:solidFill>
                <a:latin typeface="Noto Sans SC"/>
                <a:ea typeface="Noto Sans SC"/>
                <a:cs typeface="Noto Sans SC"/>
              </a:defRPr>
            </a:lvl7pPr>
            <a:lvl8pPr algn="l">
              <a:defRPr sz="900" b="0">
                <a:solidFill>
                  <a:srgbClr val="6B7689"/>
                </a:solidFill>
                <a:latin typeface="Noto Sans SC"/>
                <a:ea typeface="Noto Sans SC"/>
                <a:cs typeface="Noto Sans SC"/>
              </a:defRPr>
            </a:lvl8pPr>
            <a:lvl9pPr algn="l">
              <a:defRPr sz="900" b="0">
                <a:solidFill>
                  <a:srgbClr val="6B7689"/>
                </a:solidFill>
                <a:latin typeface="Noto Sans SC"/>
                <a:ea typeface="Noto Sans SC"/>
                <a:cs typeface="Noto Sans SC"/>
              </a:defRPr>
            </a:lvl9pPr>
          </a:lstStyle>
          <a:p xmlns:a="http://schemas.openxmlformats.org/drawingml/2006/main">
            <a:pPr algn="l">
              <a:defRPr sz="900" b="0">
                <a:solidFill>
                  <a:srgbClr val="6B7689"/>
                </a:solidFill>
                <a:latin typeface="Noto Sans SC"/>
                <a:ea typeface="Noto Sans SC"/>
                <a:cs typeface="Noto Sans SC"/>
              </a:defRPr>
            </a:pPr>
            <a:r>
              <a:rPr sz="900" b="0">
                <a:solidFill>
                  <a:srgbClr val="6B7689"/>
                </a:solidFill>
                <a:latin typeface="Noto Sans SC"/>
                <a:ea typeface="Noto Sans SC"/>
                <a:cs typeface="Noto Sans SC"/>
              </a:rPr>
              <a:t>results.json:components.behavior；project_reference §12.5</a:t>
            </a:r>
          </a:p>
        </p:txBody>
      </p:sp>
      <p:sp>
        <p:nvSpPr>
          <p:cNvPr id="5" name="o4">
            <a:extLst xmlns:a="http://schemas.openxmlformats.org/drawingml/2006/main">
              <a:ext uri="{FF2B5EF4-FFF2-40B4-BE49-F238E27FC236}">
                <a16:creationId xmlns:a16="http://schemas.microsoft.com/office/drawing/2014/main" id="{9CCBB3E8-CDE8-4B6C-BA1A-D6EA3E16B00D}"/>
              </a:ext>
            </a:extLst>
          </p:cNvPr>
          <p:cNvSpPr>
            <a:spLocks xmlns:a="http://schemas.openxmlformats.org/drawingml/2006/main" noGrp="1"/>
          </p:cNvSpPr>
          <p:nvPr/>
        </p:nvSpPr>
        <p:spPr>
          <a:xfrm xmlns:a="http://schemas.openxmlformats.org/drawingml/2006/main">
            <a:off x="10896600" y="6505575"/>
            <a:ext cx="68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6B7689"/>
                </a:solidFill>
                <a:latin typeface="Noto Sans SC"/>
                <a:ea typeface="Noto Sans SC"/>
                <a:cs typeface="Noto Sans SC"/>
              </a:defRPr>
            </a:defPPr>
            <a:lvl1pPr algn="r">
              <a:defRPr sz="1200" b="0">
                <a:solidFill>
                  <a:srgbClr val="6B7689"/>
                </a:solidFill>
                <a:latin typeface="Noto Sans SC"/>
                <a:ea typeface="Noto Sans SC"/>
                <a:cs typeface="Noto Sans SC"/>
              </a:defRPr>
            </a:lvl1pPr>
            <a:lvl2pPr algn="r">
              <a:defRPr sz="1200" b="0">
                <a:solidFill>
                  <a:srgbClr val="6B7689"/>
                </a:solidFill>
                <a:latin typeface="Noto Sans SC"/>
                <a:ea typeface="Noto Sans SC"/>
                <a:cs typeface="Noto Sans SC"/>
              </a:defRPr>
            </a:lvl2pPr>
            <a:lvl3pPr algn="r">
              <a:defRPr sz="1200" b="0">
                <a:solidFill>
                  <a:srgbClr val="6B7689"/>
                </a:solidFill>
                <a:latin typeface="Noto Sans SC"/>
                <a:ea typeface="Noto Sans SC"/>
                <a:cs typeface="Noto Sans SC"/>
              </a:defRPr>
            </a:lvl3pPr>
            <a:lvl4pPr algn="r">
              <a:defRPr sz="1200" b="0">
                <a:solidFill>
                  <a:srgbClr val="6B7689"/>
                </a:solidFill>
                <a:latin typeface="Noto Sans SC"/>
                <a:ea typeface="Noto Sans SC"/>
                <a:cs typeface="Noto Sans SC"/>
              </a:defRPr>
            </a:lvl4pPr>
            <a:lvl5pPr algn="r">
              <a:defRPr sz="1200" b="0">
                <a:solidFill>
                  <a:srgbClr val="6B7689"/>
                </a:solidFill>
                <a:latin typeface="Noto Sans SC"/>
                <a:ea typeface="Noto Sans SC"/>
                <a:cs typeface="Noto Sans SC"/>
              </a:defRPr>
            </a:lvl5pPr>
            <a:lvl6pPr algn="r">
              <a:defRPr sz="1200" b="0">
                <a:solidFill>
                  <a:srgbClr val="6B7689"/>
                </a:solidFill>
                <a:latin typeface="Noto Sans SC"/>
                <a:ea typeface="Noto Sans SC"/>
                <a:cs typeface="Noto Sans SC"/>
              </a:defRPr>
            </a:lvl6pPr>
            <a:lvl7pPr algn="r">
              <a:defRPr sz="1200" b="0">
                <a:solidFill>
                  <a:srgbClr val="6B7689"/>
                </a:solidFill>
                <a:latin typeface="Noto Sans SC"/>
                <a:ea typeface="Noto Sans SC"/>
                <a:cs typeface="Noto Sans SC"/>
              </a:defRPr>
            </a:lvl7pPr>
            <a:lvl8pPr algn="r">
              <a:defRPr sz="1200" b="0">
                <a:solidFill>
                  <a:srgbClr val="6B7689"/>
                </a:solidFill>
                <a:latin typeface="Noto Sans SC"/>
                <a:ea typeface="Noto Sans SC"/>
                <a:cs typeface="Noto Sans SC"/>
              </a:defRPr>
            </a:lvl8pPr>
            <a:lvl9pPr algn="r">
              <a:defRPr sz="1200" b="0">
                <a:solidFill>
                  <a:srgbClr val="6B7689"/>
                </a:solidFill>
                <a:latin typeface="Noto Sans SC"/>
                <a:ea typeface="Noto Sans SC"/>
                <a:cs typeface="Noto Sans SC"/>
              </a:defRPr>
            </a:lvl9pPr>
          </a:lstStyle>
          <a:p xmlns:a="http://schemas.openxmlformats.org/drawingml/2006/main">
            <a:pPr algn="r">
              <a:defRPr sz="1200" b="0">
                <a:solidFill>
                  <a:srgbClr val="6B7689"/>
                </a:solidFill>
                <a:latin typeface="Noto Sans SC"/>
                <a:ea typeface="Noto Sans SC"/>
                <a:cs typeface="Noto Sans SC"/>
              </a:defRPr>
            </a:pPr>
            <a:r>
              <a:rPr sz="1200" b="0">
                <a:solidFill>
                  <a:srgbClr val="6B7689"/>
                </a:solidFill>
                <a:latin typeface="Noto Sans SC"/>
                <a:ea typeface="Noto Sans SC"/>
                <a:cs typeface="Noto Sans SC"/>
              </a:rPr>
              <a:t>17 / 39</a:t>
            </a:r>
          </a:p>
        </p:txBody>
      </p:sp>
      <p:sp>
        <p:nvSpPr>
          <p:cNvPr id="6" name="o5">
            <a:extLst xmlns:a="http://schemas.openxmlformats.org/drawingml/2006/main">
              <a:ext uri="{FF2B5EF4-FFF2-40B4-BE49-F238E27FC236}">
                <a16:creationId xmlns:a16="http://schemas.microsoft.com/office/drawing/2014/main" id="{59464B38-C020-4D0E-B644-1C25B0C7C60D}"/>
              </a:ext>
            </a:extLst>
          </p:cNvPr>
          <p:cNvSpPr>
            <a:spLocks xmlns:a="http://schemas.openxmlformats.org/drawingml/2006/main" noGrp="1"/>
          </p:cNvSpPr>
          <p:nvPr/>
        </p:nvSpPr>
        <p:spPr>
          <a:xfrm xmlns:a="http://schemas.openxmlformats.org/drawingml/2006/main">
            <a:off x="609600" y="5981700"/>
            <a:ext cx="10972800" cy="428625"/>
          </a:xfrm>
          <a:prstGeom xmlns:a="http://schemas.openxmlformats.org/drawingml/2006/main" prst="roundRect">
            <a:avLst>
              <a:gd name="adj" fmla="val 17778"/>
            </a:avLst>
          </a:prstGeom>
          <a:solidFill xmlns:a="http://schemas.openxmlformats.org/drawingml/2006/main">
            <a:srgbClr val="D6E6E5"/>
          </a:solidFill>
          <a:ln xmlns:a="http://schemas.openxmlformats.org/drawingml/2006/main" w="0">
            <a:noFill/>
            <a:prstDash val="solid"/>
          </a:ln>
        </p:spPr>
      </p:sp>
      <p:sp>
        <p:nvSpPr>
          <p:cNvPr id="7" name="o6">
            <a:extLst xmlns:a="http://schemas.openxmlformats.org/drawingml/2006/main">
              <a:ext uri="{FF2B5EF4-FFF2-40B4-BE49-F238E27FC236}">
                <a16:creationId xmlns:a16="http://schemas.microsoft.com/office/drawing/2014/main" id="{8945F562-572E-4326-9F77-58E315DE1A30}"/>
              </a:ext>
            </a:extLst>
          </p:cNvPr>
          <p:cNvSpPr>
            <a:spLocks xmlns:a="http://schemas.openxmlformats.org/drawingml/2006/main" noGrp="1"/>
          </p:cNvSpPr>
          <p:nvPr/>
        </p:nvSpPr>
        <p:spPr>
          <a:xfrm xmlns:a="http://schemas.openxmlformats.org/drawingml/2006/main">
            <a:off x="781050" y="6029325"/>
            <a:ext cx="10629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75" b="1">
                <a:solidFill>
                  <a:srgbClr val="0F6E73"/>
                </a:solidFill>
                <a:latin typeface="Noto Sans SC"/>
                <a:ea typeface="Noto Sans SC"/>
                <a:cs typeface="Noto Sans SC"/>
              </a:defRPr>
            </a:defPPr>
            <a:lvl1pPr algn="l">
              <a:defRPr sz="1575" b="1">
                <a:solidFill>
                  <a:srgbClr val="0F6E73"/>
                </a:solidFill>
                <a:latin typeface="Noto Sans SC"/>
                <a:ea typeface="Noto Sans SC"/>
                <a:cs typeface="Noto Sans SC"/>
              </a:defRPr>
            </a:lvl1pPr>
            <a:lvl2pPr algn="l">
              <a:defRPr sz="1575" b="1">
                <a:solidFill>
                  <a:srgbClr val="0F6E73"/>
                </a:solidFill>
                <a:latin typeface="Noto Sans SC"/>
                <a:ea typeface="Noto Sans SC"/>
                <a:cs typeface="Noto Sans SC"/>
              </a:defRPr>
            </a:lvl2pPr>
            <a:lvl3pPr algn="l">
              <a:defRPr sz="1575" b="1">
                <a:solidFill>
                  <a:srgbClr val="0F6E73"/>
                </a:solidFill>
                <a:latin typeface="Noto Sans SC"/>
                <a:ea typeface="Noto Sans SC"/>
                <a:cs typeface="Noto Sans SC"/>
              </a:defRPr>
            </a:lvl3pPr>
            <a:lvl4pPr algn="l">
              <a:defRPr sz="1575" b="1">
                <a:solidFill>
                  <a:srgbClr val="0F6E73"/>
                </a:solidFill>
                <a:latin typeface="Noto Sans SC"/>
                <a:ea typeface="Noto Sans SC"/>
                <a:cs typeface="Noto Sans SC"/>
              </a:defRPr>
            </a:lvl4pPr>
            <a:lvl5pPr algn="l">
              <a:defRPr sz="1575" b="1">
                <a:solidFill>
                  <a:srgbClr val="0F6E73"/>
                </a:solidFill>
                <a:latin typeface="Noto Sans SC"/>
                <a:ea typeface="Noto Sans SC"/>
                <a:cs typeface="Noto Sans SC"/>
              </a:defRPr>
            </a:lvl5pPr>
            <a:lvl6pPr algn="l">
              <a:defRPr sz="1575" b="1">
                <a:solidFill>
                  <a:srgbClr val="0F6E73"/>
                </a:solidFill>
                <a:latin typeface="Noto Sans SC"/>
                <a:ea typeface="Noto Sans SC"/>
                <a:cs typeface="Noto Sans SC"/>
              </a:defRPr>
            </a:lvl6pPr>
            <a:lvl7pPr algn="l">
              <a:defRPr sz="1575" b="1">
                <a:solidFill>
                  <a:srgbClr val="0F6E73"/>
                </a:solidFill>
                <a:latin typeface="Noto Sans SC"/>
                <a:ea typeface="Noto Sans SC"/>
                <a:cs typeface="Noto Sans SC"/>
              </a:defRPr>
            </a:lvl7pPr>
            <a:lvl8pPr algn="l">
              <a:defRPr sz="1575" b="1">
                <a:solidFill>
                  <a:srgbClr val="0F6E73"/>
                </a:solidFill>
                <a:latin typeface="Noto Sans SC"/>
                <a:ea typeface="Noto Sans SC"/>
                <a:cs typeface="Noto Sans SC"/>
              </a:defRPr>
            </a:lvl8pPr>
            <a:lvl9pPr algn="l">
              <a:defRPr sz="1575" b="1">
                <a:solidFill>
                  <a:srgbClr val="0F6E73"/>
                </a:solidFill>
                <a:latin typeface="Noto Sans SC"/>
                <a:ea typeface="Noto Sans SC"/>
                <a:cs typeface="Noto Sans SC"/>
              </a:defRPr>
            </a:lvl9pPr>
          </a:lstStyle>
          <a:p xmlns:a="http://schemas.openxmlformats.org/drawingml/2006/main">
            <a:pPr algn="l">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100 目标组件耗时比约 13.16 倍；存在判定差异，不能称为完全等价加速。</a:t>
            </a:r>
          </a:p>
        </p:txBody>
      </p:sp>
      <p:sp>
        <p:nvSpPr>
          <p:cNvPr id="8" name="o7">
            <a:extLst xmlns:a="http://schemas.openxmlformats.org/drawingml/2006/main">
              <a:ext uri="{FF2B5EF4-FFF2-40B4-BE49-F238E27FC236}">
                <a16:creationId xmlns:a16="http://schemas.microsoft.com/office/drawing/2014/main" id="{96FFF561-7D10-4121-96DD-C1B99CD7DC78}"/>
              </a:ext>
            </a:extLst>
          </p:cNvPr>
          <p:cNvSpPr>
            <a:spLocks xmlns:a="http://schemas.openxmlformats.org/drawingml/2006/main" noGrp="1"/>
          </p:cNvSpPr>
          <p:nvPr/>
        </p:nvSpPr>
        <p:spPr>
          <a:xfrm xmlns:a="http://schemas.openxmlformats.org/drawingml/2006/main">
            <a:off x="609600" y="1438275"/>
            <a:ext cx="1930400" cy="552450"/>
          </a:xfrm>
          <a:prstGeom xmlns:a="http://schemas.openxmlformats.org/drawingml/2006/main" prst="roundRect">
            <a:avLst>
              <a:gd name="adj" fmla="val 13793"/>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逐段标量循环</a:t>
            </a:r>
          </a:p>
        </p:txBody>
      </p:sp>
      <p:sp>
        <p:nvSpPr>
          <p:cNvPr id="9" name="line-7">
            <a:extLst xmlns:a="http://schemas.openxmlformats.org/drawingml/2006/main">
              <a:ext uri="{FF2B5EF4-FFF2-40B4-BE49-F238E27FC236}">
                <a16:creationId xmlns:a16="http://schemas.microsoft.com/office/drawing/2014/main" id="{DE2B9401-080A-4D52-A1B7-4E41634EDCE4}"/>
              </a:ext>
            </a:extLst>
          </p:cNvPr>
          <p:cNvSpPr>
            <a:spLocks xmlns:a="http://schemas.openxmlformats.org/drawingml/2006/main" noGrp="1"/>
          </p:cNvSpPr>
          <p:nvPr/>
        </p:nvSpPr>
        <p:spPr>
          <a:xfrm xmlns:a="http://schemas.openxmlformats.org/drawingml/2006/main" flipV="0">
            <a:off x="2568575" y="1714500"/>
            <a:ext cx="180975"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0" name="line-7">
            <a:extLst xmlns:a="http://schemas.openxmlformats.org/drawingml/2006/main">
              <a:ext uri="{FF2B5EF4-FFF2-40B4-BE49-F238E27FC236}">
                <a16:creationId xmlns:a16="http://schemas.microsoft.com/office/drawing/2014/main" id="{2F45B38B-7EAD-4176-A189-561BDFEEF03D}"/>
              </a:ext>
            </a:extLst>
          </p:cNvPr>
          <p:cNvSpPr>
            <a:spLocks xmlns:a="http://schemas.openxmlformats.org/drawingml/2006/main" noGrp="1"/>
          </p:cNvSpPr>
          <p:nvPr/>
        </p:nvSpPr>
        <p:spPr>
          <a:xfrm xmlns:a="http://schemas.openxmlformats.org/drawingml/2006/main" flipV="1">
            <a:off x="2674319" y="1714500"/>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1" name="line-7">
            <a:extLst xmlns:a="http://schemas.openxmlformats.org/drawingml/2006/main">
              <a:ext uri="{FF2B5EF4-FFF2-40B4-BE49-F238E27FC236}">
                <a16:creationId xmlns:a16="http://schemas.microsoft.com/office/drawing/2014/main" id="{F3E78D15-789B-4214-AE9C-179DCEB76891}"/>
              </a:ext>
            </a:extLst>
          </p:cNvPr>
          <p:cNvSpPr>
            <a:spLocks xmlns:a="http://schemas.openxmlformats.org/drawingml/2006/main" noGrp="1"/>
          </p:cNvSpPr>
          <p:nvPr/>
        </p:nvSpPr>
        <p:spPr>
          <a:xfrm xmlns:a="http://schemas.openxmlformats.org/drawingml/2006/main" flipV="0">
            <a:off x="2674319" y="1673401"/>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2" name="o11">
            <a:extLst xmlns:a="http://schemas.openxmlformats.org/drawingml/2006/main">
              <a:ext uri="{FF2B5EF4-FFF2-40B4-BE49-F238E27FC236}">
                <a16:creationId xmlns:a16="http://schemas.microsoft.com/office/drawing/2014/main" id="{C84E4C00-D630-4C02-BC27-CE0EC7EE3717}"/>
              </a:ext>
            </a:extLst>
          </p:cNvPr>
          <p:cNvSpPr>
            <a:spLocks xmlns:a="http://schemas.openxmlformats.org/drawingml/2006/main" noGrp="1"/>
          </p:cNvSpPr>
          <p:nvPr/>
        </p:nvSpPr>
        <p:spPr>
          <a:xfrm xmlns:a="http://schemas.openxmlformats.org/drawingml/2006/main">
            <a:off x="2787650" y="1438275"/>
            <a:ext cx="1930400" cy="552450"/>
          </a:xfrm>
          <a:prstGeom xmlns:a="http://schemas.openxmlformats.org/drawingml/2006/main" prst="roundRect">
            <a:avLst>
              <a:gd name="adj" fmla="val 13793"/>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数组差分与归约</a:t>
            </a:r>
          </a:p>
        </p:txBody>
      </p:sp>
      <p:sp>
        <p:nvSpPr>
          <p:cNvPr id="13" name="line-8">
            <a:extLst xmlns:a="http://schemas.openxmlformats.org/drawingml/2006/main">
              <a:ext uri="{FF2B5EF4-FFF2-40B4-BE49-F238E27FC236}">
                <a16:creationId xmlns:a16="http://schemas.microsoft.com/office/drawing/2014/main" id="{D79F215E-6951-4F5C-99A1-56695A5401DC}"/>
              </a:ext>
            </a:extLst>
          </p:cNvPr>
          <p:cNvSpPr>
            <a:spLocks xmlns:a="http://schemas.openxmlformats.org/drawingml/2006/main" noGrp="1"/>
          </p:cNvSpPr>
          <p:nvPr/>
        </p:nvSpPr>
        <p:spPr>
          <a:xfrm xmlns:a="http://schemas.openxmlformats.org/drawingml/2006/main" flipV="0">
            <a:off x="4746625" y="1714500"/>
            <a:ext cx="180975"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4" name="line-8">
            <a:extLst xmlns:a="http://schemas.openxmlformats.org/drawingml/2006/main">
              <a:ext uri="{FF2B5EF4-FFF2-40B4-BE49-F238E27FC236}">
                <a16:creationId xmlns:a16="http://schemas.microsoft.com/office/drawing/2014/main" id="{7DFAF859-0A18-4B7D-94EB-2A65118A87ED}"/>
              </a:ext>
            </a:extLst>
          </p:cNvPr>
          <p:cNvSpPr>
            <a:spLocks xmlns:a="http://schemas.openxmlformats.org/drawingml/2006/main" noGrp="1"/>
          </p:cNvSpPr>
          <p:nvPr/>
        </p:nvSpPr>
        <p:spPr>
          <a:xfrm xmlns:a="http://schemas.openxmlformats.org/drawingml/2006/main" flipV="1">
            <a:off x="4852369" y="1714500"/>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5" name="line-8">
            <a:extLst xmlns:a="http://schemas.openxmlformats.org/drawingml/2006/main">
              <a:ext uri="{FF2B5EF4-FFF2-40B4-BE49-F238E27FC236}">
                <a16:creationId xmlns:a16="http://schemas.microsoft.com/office/drawing/2014/main" id="{F920353B-07AA-4319-8CF4-AA89A5A3918C}"/>
              </a:ext>
            </a:extLst>
          </p:cNvPr>
          <p:cNvSpPr>
            <a:spLocks xmlns:a="http://schemas.openxmlformats.org/drawingml/2006/main" noGrp="1"/>
          </p:cNvSpPr>
          <p:nvPr/>
        </p:nvSpPr>
        <p:spPr>
          <a:xfrm xmlns:a="http://schemas.openxmlformats.org/drawingml/2006/main" flipV="0">
            <a:off x="4852369" y="1673401"/>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6" name="o15">
            <a:extLst xmlns:a="http://schemas.openxmlformats.org/drawingml/2006/main">
              <a:ext uri="{FF2B5EF4-FFF2-40B4-BE49-F238E27FC236}">
                <a16:creationId xmlns:a16="http://schemas.microsoft.com/office/drawing/2014/main" id="{C6B7D2C1-150B-41D8-88CF-AE1757F7C5F1}"/>
              </a:ext>
            </a:extLst>
          </p:cNvPr>
          <p:cNvSpPr>
            <a:spLocks xmlns:a="http://schemas.openxmlformats.org/drawingml/2006/main" noGrp="1"/>
          </p:cNvSpPr>
          <p:nvPr/>
        </p:nvSpPr>
        <p:spPr>
          <a:xfrm xmlns:a="http://schemas.openxmlformats.org/drawingml/2006/main">
            <a:off x="4965700" y="1438275"/>
            <a:ext cx="1930400" cy="552450"/>
          </a:xfrm>
          <a:prstGeom xmlns:a="http://schemas.openxmlformats.org/drawingml/2006/main" prst="roundRect">
            <a:avLst>
              <a:gd name="adj" fmla="val 13793"/>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批量特征输出</a:t>
            </a:r>
          </a:p>
        </p:txBody>
      </p:sp>
      <p:sp>
        <p:nvSpPr>
          <p:cNvPr id="17" name="o16">
            <a:extLst xmlns:a="http://schemas.openxmlformats.org/drawingml/2006/main">
              <a:ext uri="{FF2B5EF4-FFF2-40B4-BE49-F238E27FC236}">
                <a16:creationId xmlns:a16="http://schemas.microsoft.com/office/drawing/2014/main" id="{0B131127-6D07-46AA-BC19-3ABE5981DAEE}"/>
              </a:ext>
            </a:extLst>
          </p:cNvPr>
          <p:cNvSpPr>
            <a:spLocks xmlns:a="http://schemas.openxmlformats.org/drawingml/2006/main" noGrp="1"/>
          </p:cNvSpPr>
          <p:nvPr/>
        </p:nvSpPr>
        <p:spPr>
          <a:xfrm xmlns:a="http://schemas.openxmlformats.org/drawingml/2006/main">
            <a:off x="7353300" y="1714500"/>
            <a:ext cx="4229100" cy="1952625"/>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18" name="line-10">
            <a:extLst xmlns:a="http://schemas.openxmlformats.org/drawingml/2006/main">
              <a:ext uri="{FF2B5EF4-FFF2-40B4-BE49-F238E27FC236}">
                <a16:creationId xmlns:a16="http://schemas.microsoft.com/office/drawing/2014/main" id="{384A0E98-8A1D-456C-AF74-05347D73BD96}"/>
              </a:ext>
            </a:extLst>
          </p:cNvPr>
          <p:cNvSpPr>
            <a:spLocks xmlns:a="http://schemas.openxmlformats.org/drawingml/2006/main" noGrp="1"/>
          </p:cNvSpPr>
          <p:nvPr/>
        </p:nvSpPr>
        <p:spPr>
          <a:xfrm xmlns:a="http://schemas.openxmlformats.org/drawingml/2006/main" flipV="0">
            <a:off x="7353300" y="1714500"/>
            <a:ext cx="4229100" cy="953"/>
          </a:xfrm>
          <a:prstGeom xmlns:a="http://schemas.openxmlformats.org/drawingml/2006/main" prst="line">
            <a:avLst/>
          </a:prstGeom>
          <a:noFill xmlns:a="http://schemas.openxmlformats.org/drawingml/2006/main"/>
          <a:ln xmlns:a="http://schemas.openxmlformats.org/drawingml/2006/main" w="28575">
            <a:solidFill>
              <a:srgbClr val="B85A1E"/>
            </a:solidFill>
            <a:prstDash val="solid"/>
          </a:ln>
        </p:spPr>
      </p:sp>
      <p:sp>
        <p:nvSpPr>
          <p:cNvPr id="19" name="o18">
            <a:extLst xmlns:a="http://schemas.openxmlformats.org/drawingml/2006/main">
              <a:ext uri="{FF2B5EF4-FFF2-40B4-BE49-F238E27FC236}">
                <a16:creationId xmlns:a16="http://schemas.microsoft.com/office/drawing/2014/main" id="{54420B42-E6D5-460A-B85D-97DFF6FA344A}"/>
              </a:ext>
            </a:extLst>
          </p:cNvPr>
          <p:cNvSpPr>
            <a:spLocks xmlns:a="http://schemas.openxmlformats.org/drawingml/2006/main" noGrp="1"/>
          </p:cNvSpPr>
          <p:nvPr/>
        </p:nvSpPr>
        <p:spPr>
          <a:xfrm xmlns:a="http://schemas.openxmlformats.org/drawingml/2006/main">
            <a:off x="7505700" y="1809750"/>
            <a:ext cx="3924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B85A1E"/>
                </a:solidFill>
                <a:latin typeface="Noto Sans SC"/>
                <a:ea typeface="Noto Sans SC"/>
                <a:cs typeface="Noto Sans SC"/>
              </a:defRPr>
            </a:defPPr>
            <a:lvl1pPr algn="l">
              <a:defRPr sz="1800" b="1">
                <a:solidFill>
                  <a:srgbClr val="B85A1E"/>
                </a:solidFill>
                <a:latin typeface="Noto Sans SC"/>
                <a:ea typeface="Noto Sans SC"/>
                <a:cs typeface="Noto Sans SC"/>
              </a:defRPr>
            </a:lvl1pPr>
            <a:lvl2pPr algn="l">
              <a:defRPr sz="1800" b="1">
                <a:solidFill>
                  <a:srgbClr val="B85A1E"/>
                </a:solidFill>
                <a:latin typeface="Noto Sans SC"/>
                <a:ea typeface="Noto Sans SC"/>
                <a:cs typeface="Noto Sans SC"/>
              </a:defRPr>
            </a:lvl2pPr>
            <a:lvl3pPr algn="l">
              <a:defRPr sz="1800" b="1">
                <a:solidFill>
                  <a:srgbClr val="B85A1E"/>
                </a:solidFill>
                <a:latin typeface="Noto Sans SC"/>
                <a:ea typeface="Noto Sans SC"/>
                <a:cs typeface="Noto Sans SC"/>
              </a:defRPr>
            </a:lvl3pPr>
            <a:lvl4pPr algn="l">
              <a:defRPr sz="1800" b="1">
                <a:solidFill>
                  <a:srgbClr val="B85A1E"/>
                </a:solidFill>
                <a:latin typeface="Noto Sans SC"/>
                <a:ea typeface="Noto Sans SC"/>
                <a:cs typeface="Noto Sans SC"/>
              </a:defRPr>
            </a:lvl4pPr>
            <a:lvl5pPr algn="l">
              <a:defRPr sz="1800" b="1">
                <a:solidFill>
                  <a:srgbClr val="B85A1E"/>
                </a:solidFill>
                <a:latin typeface="Noto Sans SC"/>
                <a:ea typeface="Noto Sans SC"/>
                <a:cs typeface="Noto Sans SC"/>
              </a:defRPr>
            </a:lvl5pPr>
            <a:lvl6pPr algn="l">
              <a:defRPr sz="1800" b="1">
                <a:solidFill>
                  <a:srgbClr val="B85A1E"/>
                </a:solidFill>
                <a:latin typeface="Noto Sans SC"/>
                <a:ea typeface="Noto Sans SC"/>
                <a:cs typeface="Noto Sans SC"/>
              </a:defRPr>
            </a:lvl6pPr>
            <a:lvl7pPr algn="l">
              <a:defRPr sz="1800" b="1">
                <a:solidFill>
                  <a:srgbClr val="B85A1E"/>
                </a:solidFill>
                <a:latin typeface="Noto Sans SC"/>
                <a:ea typeface="Noto Sans SC"/>
                <a:cs typeface="Noto Sans SC"/>
              </a:defRPr>
            </a:lvl7pPr>
            <a:lvl8pPr algn="l">
              <a:defRPr sz="1800" b="1">
                <a:solidFill>
                  <a:srgbClr val="B85A1E"/>
                </a:solidFill>
                <a:latin typeface="Noto Sans SC"/>
                <a:ea typeface="Noto Sans SC"/>
                <a:cs typeface="Noto Sans SC"/>
              </a:defRPr>
            </a:lvl8pPr>
            <a:lvl9pPr algn="l">
              <a:defRPr sz="1800" b="1">
                <a:solidFill>
                  <a:srgbClr val="B85A1E"/>
                </a:solidFill>
                <a:latin typeface="Noto Sans SC"/>
                <a:ea typeface="Noto Sans SC"/>
                <a:cs typeface="Noto Sans SC"/>
              </a:defRPr>
            </a:lvl9pPr>
          </a:lstStyle>
          <a:p xmlns:a="http://schemas.openxmlformats.org/drawingml/2006/main">
            <a:pPr algn="l">
              <a:defRPr sz="1800" b="1">
                <a:solidFill>
                  <a:srgbClr val="B85A1E"/>
                </a:solidFill>
                <a:latin typeface="Noto Sans SC"/>
                <a:ea typeface="Noto Sans SC"/>
                <a:cs typeface="Noto Sans SC"/>
              </a:defRPr>
            </a:pPr>
            <a:r>
              <a:rPr sz="1800" b="1">
                <a:solidFill>
                  <a:srgbClr val="B85A1E"/>
                </a:solidFill>
                <a:latin typeface="Noto Sans SC"/>
                <a:ea typeface="Noto Sans SC"/>
                <a:cs typeface="Noto Sans SC"/>
              </a:rPr>
              <a:t>100 目标的输出差异</a:t>
            </a:r>
          </a:p>
        </p:txBody>
      </p:sp>
      <p:sp>
        <p:nvSpPr>
          <p:cNvPr id="20" name="o19">
            <a:extLst xmlns:a="http://schemas.openxmlformats.org/drawingml/2006/main">
              <a:ext uri="{FF2B5EF4-FFF2-40B4-BE49-F238E27FC236}">
                <a16:creationId xmlns:a16="http://schemas.microsoft.com/office/drawing/2014/main" id="{36983A40-3BEC-4326-88E8-AFE66BB897B0}"/>
              </a:ext>
            </a:extLst>
          </p:cNvPr>
          <p:cNvSpPr>
            <a:spLocks xmlns:a="http://schemas.openxmlformats.org/drawingml/2006/main" noGrp="1"/>
          </p:cNvSpPr>
          <p:nvPr/>
        </p:nvSpPr>
        <p:spPr>
          <a:xfrm xmlns:a="http://schemas.openxmlformats.org/drawingml/2006/main">
            <a:off x="7505700" y="2266950"/>
            <a:ext cx="3924300" cy="1323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46536A"/>
                </a:solidFill>
                <a:latin typeface="Noto Sans SC"/>
                <a:ea typeface="Noto Sans SC"/>
                <a:cs typeface="Noto Sans SC"/>
              </a:defRPr>
            </a:defPPr>
            <a:lvl1pPr algn="l">
              <a:defRPr sz="1575" b="0">
                <a:solidFill>
                  <a:srgbClr val="46536A"/>
                </a:solidFill>
                <a:latin typeface="Noto Sans SC"/>
                <a:ea typeface="Noto Sans SC"/>
                <a:cs typeface="Noto Sans SC"/>
              </a:defRPr>
            </a:lvl1pPr>
            <a:lvl2pPr algn="l">
              <a:defRPr sz="1575" b="0">
                <a:solidFill>
                  <a:srgbClr val="46536A"/>
                </a:solidFill>
                <a:latin typeface="Noto Sans SC"/>
                <a:ea typeface="Noto Sans SC"/>
                <a:cs typeface="Noto Sans SC"/>
              </a:defRPr>
            </a:lvl2pPr>
            <a:lvl3pPr algn="l">
              <a:defRPr sz="1575" b="0">
                <a:solidFill>
                  <a:srgbClr val="46536A"/>
                </a:solidFill>
                <a:latin typeface="Noto Sans SC"/>
                <a:ea typeface="Noto Sans SC"/>
                <a:cs typeface="Noto Sans SC"/>
              </a:defRPr>
            </a:lvl3pPr>
            <a:lvl4pPr algn="l">
              <a:defRPr sz="1575" b="0">
                <a:solidFill>
                  <a:srgbClr val="46536A"/>
                </a:solidFill>
                <a:latin typeface="Noto Sans SC"/>
                <a:ea typeface="Noto Sans SC"/>
                <a:cs typeface="Noto Sans SC"/>
              </a:defRPr>
            </a:lvl4pPr>
            <a:lvl5pPr algn="l">
              <a:defRPr sz="1575" b="0">
                <a:solidFill>
                  <a:srgbClr val="46536A"/>
                </a:solidFill>
                <a:latin typeface="Noto Sans SC"/>
                <a:ea typeface="Noto Sans SC"/>
                <a:cs typeface="Noto Sans SC"/>
              </a:defRPr>
            </a:lvl5pPr>
            <a:lvl6pPr algn="l">
              <a:defRPr sz="1575" b="0">
                <a:solidFill>
                  <a:srgbClr val="46536A"/>
                </a:solidFill>
                <a:latin typeface="Noto Sans SC"/>
                <a:ea typeface="Noto Sans SC"/>
                <a:cs typeface="Noto Sans SC"/>
              </a:defRPr>
            </a:lvl6pPr>
            <a:lvl7pPr algn="l">
              <a:defRPr sz="1575" b="0">
                <a:solidFill>
                  <a:srgbClr val="46536A"/>
                </a:solidFill>
                <a:latin typeface="Noto Sans SC"/>
                <a:ea typeface="Noto Sans SC"/>
                <a:cs typeface="Noto Sans SC"/>
              </a:defRPr>
            </a:lvl7pPr>
            <a:lvl8pPr algn="l">
              <a:defRPr sz="1575" b="0">
                <a:solidFill>
                  <a:srgbClr val="46536A"/>
                </a:solidFill>
                <a:latin typeface="Noto Sans SC"/>
                <a:ea typeface="Noto Sans SC"/>
                <a:cs typeface="Noto Sans SC"/>
              </a:defRPr>
            </a:lvl8pPr>
            <a:lvl9pPr algn="l">
              <a:defRPr sz="1575" b="0">
                <a:solidFill>
                  <a:srgbClr val="46536A"/>
                </a:solidFill>
                <a:latin typeface="Noto Sans SC"/>
                <a:ea typeface="Noto Sans SC"/>
                <a:cs typeface="Noto Sans SC"/>
              </a:defRPr>
            </a:lvl9pPr>
          </a:lstStyle>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加速判定不同：6 个</a:t>
            </a:r>
          </a:p>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转向判定不同：3 个</a:t>
            </a:r>
          </a:p>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置信度定义亦有差异</a:t>
            </a:r>
          </a:p>
        </p:txBody>
      </p:sp>
      <p:sp>
        <p:nvSpPr>
          <p:cNvPr id="21" name="o20">
            <a:extLst xmlns:a="http://schemas.openxmlformats.org/drawingml/2006/main">
              <a:ext uri="{FF2B5EF4-FFF2-40B4-BE49-F238E27FC236}">
                <a16:creationId xmlns:a16="http://schemas.microsoft.com/office/drawing/2014/main" id="{9039E44D-1351-4234-93CB-D6FFB0FE9E77}"/>
              </a:ext>
            </a:extLst>
          </p:cNvPr>
          <p:cNvSpPr>
            <a:spLocks xmlns:a="http://schemas.openxmlformats.org/drawingml/2006/main" noGrp="1"/>
          </p:cNvSpPr>
          <p:nvPr/>
        </p:nvSpPr>
        <p:spPr>
          <a:xfrm xmlns:a="http://schemas.openxmlformats.org/drawingml/2006/main">
            <a:off x="7353300" y="4048125"/>
            <a:ext cx="4229100" cy="1619250"/>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22" name="line-13">
            <a:extLst xmlns:a="http://schemas.openxmlformats.org/drawingml/2006/main">
              <a:ext uri="{FF2B5EF4-FFF2-40B4-BE49-F238E27FC236}">
                <a16:creationId xmlns:a16="http://schemas.microsoft.com/office/drawing/2014/main" id="{E58B551D-7D35-4E80-A05F-1374A9556455}"/>
              </a:ext>
            </a:extLst>
          </p:cNvPr>
          <p:cNvSpPr>
            <a:spLocks xmlns:a="http://schemas.openxmlformats.org/drawingml/2006/main" noGrp="1"/>
          </p:cNvSpPr>
          <p:nvPr/>
        </p:nvSpPr>
        <p:spPr>
          <a:xfrm xmlns:a="http://schemas.openxmlformats.org/drawingml/2006/main" flipV="0">
            <a:off x="7353300" y="4048125"/>
            <a:ext cx="4229100" cy="953"/>
          </a:xfrm>
          <a:prstGeom xmlns:a="http://schemas.openxmlformats.org/drawingml/2006/main" prst="line">
            <a:avLst/>
          </a:prstGeom>
          <a:noFill xmlns:a="http://schemas.openxmlformats.org/drawingml/2006/main"/>
          <a:ln xmlns:a="http://schemas.openxmlformats.org/drawingml/2006/main" w="28575">
            <a:solidFill>
              <a:srgbClr val="32668E"/>
            </a:solidFill>
            <a:prstDash val="solid"/>
          </a:ln>
        </p:spPr>
      </p:sp>
      <p:sp>
        <p:nvSpPr>
          <p:cNvPr id="23" name="o22">
            <a:extLst xmlns:a="http://schemas.openxmlformats.org/drawingml/2006/main">
              <a:ext uri="{FF2B5EF4-FFF2-40B4-BE49-F238E27FC236}">
                <a16:creationId xmlns:a16="http://schemas.microsoft.com/office/drawing/2014/main" id="{3FCB74D3-3DAA-4801-8A5F-A7229CCDFDF6}"/>
              </a:ext>
            </a:extLst>
          </p:cNvPr>
          <p:cNvSpPr>
            <a:spLocks xmlns:a="http://schemas.openxmlformats.org/drawingml/2006/main" noGrp="1"/>
          </p:cNvSpPr>
          <p:nvPr/>
        </p:nvSpPr>
        <p:spPr>
          <a:xfrm xmlns:a="http://schemas.openxmlformats.org/drawingml/2006/main">
            <a:off x="7505700" y="4143375"/>
            <a:ext cx="3924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32668E"/>
                </a:solidFill>
                <a:latin typeface="Noto Sans SC"/>
                <a:ea typeface="Noto Sans SC"/>
                <a:cs typeface="Noto Sans SC"/>
              </a:defRPr>
            </a:defPPr>
            <a:lvl1pPr algn="l">
              <a:defRPr sz="1800" b="1">
                <a:solidFill>
                  <a:srgbClr val="32668E"/>
                </a:solidFill>
                <a:latin typeface="Noto Sans SC"/>
                <a:ea typeface="Noto Sans SC"/>
                <a:cs typeface="Noto Sans SC"/>
              </a:defRPr>
            </a:lvl1pPr>
            <a:lvl2pPr algn="l">
              <a:defRPr sz="1800" b="1">
                <a:solidFill>
                  <a:srgbClr val="32668E"/>
                </a:solidFill>
                <a:latin typeface="Noto Sans SC"/>
                <a:ea typeface="Noto Sans SC"/>
                <a:cs typeface="Noto Sans SC"/>
              </a:defRPr>
            </a:lvl2pPr>
            <a:lvl3pPr algn="l">
              <a:defRPr sz="1800" b="1">
                <a:solidFill>
                  <a:srgbClr val="32668E"/>
                </a:solidFill>
                <a:latin typeface="Noto Sans SC"/>
                <a:ea typeface="Noto Sans SC"/>
                <a:cs typeface="Noto Sans SC"/>
              </a:defRPr>
            </a:lvl3pPr>
            <a:lvl4pPr algn="l">
              <a:defRPr sz="1800" b="1">
                <a:solidFill>
                  <a:srgbClr val="32668E"/>
                </a:solidFill>
                <a:latin typeface="Noto Sans SC"/>
                <a:ea typeface="Noto Sans SC"/>
                <a:cs typeface="Noto Sans SC"/>
              </a:defRPr>
            </a:lvl4pPr>
            <a:lvl5pPr algn="l">
              <a:defRPr sz="1800" b="1">
                <a:solidFill>
                  <a:srgbClr val="32668E"/>
                </a:solidFill>
                <a:latin typeface="Noto Sans SC"/>
                <a:ea typeface="Noto Sans SC"/>
                <a:cs typeface="Noto Sans SC"/>
              </a:defRPr>
            </a:lvl5pPr>
            <a:lvl6pPr algn="l">
              <a:defRPr sz="1800" b="1">
                <a:solidFill>
                  <a:srgbClr val="32668E"/>
                </a:solidFill>
                <a:latin typeface="Noto Sans SC"/>
                <a:ea typeface="Noto Sans SC"/>
                <a:cs typeface="Noto Sans SC"/>
              </a:defRPr>
            </a:lvl6pPr>
            <a:lvl7pPr algn="l">
              <a:defRPr sz="1800" b="1">
                <a:solidFill>
                  <a:srgbClr val="32668E"/>
                </a:solidFill>
                <a:latin typeface="Noto Sans SC"/>
                <a:ea typeface="Noto Sans SC"/>
                <a:cs typeface="Noto Sans SC"/>
              </a:defRPr>
            </a:lvl7pPr>
            <a:lvl8pPr algn="l">
              <a:defRPr sz="1800" b="1">
                <a:solidFill>
                  <a:srgbClr val="32668E"/>
                </a:solidFill>
                <a:latin typeface="Noto Sans SC"/>
                <a:ea typeface="Noto Sans SC"/>
                <a:cs typeface="Noto Sans SC"/>
              </a:defRPr>
            </a:lvl8pPr>
            <a:lvl9pPr algn="l">
              <a:defRPr sz="1800" b="1">
                <a:solidFill>
                  <a:srgbClr val="32668E"/>
                </a:solidFill>
                <a:latin typeface="Noto Sans SC"/>
                <a:ea typeface="Noto Sans SC"/>
                <a:cs typeface="Noto Sans SC"/>
              </a:defRPr>
            </a:lvl9pPr>
          </a:lstStyle>
          <a:p xmlns:a="http://schemas.openxmlformats.org/drawingml/2006/main">
            <a:pPr algn="l">
              <a:defRPr sz="1800" b="1">
                <a:solidFill>
                  <a:srgbClr val="32668E"/>
                </a:solidFill>
                <a:latin typeface="Noto Sans SC"/>
                <a:ea typeface="Noto Sans SC"/>
                <a:cs typeface="Noto Sans SC"/>
              </a:defRPr>
            </a:pPr>
            <a:r>
              <a:rPr sz="1800" b="1">
                <a:solidFill>
                  <a:srgbClr val="32668E"/>
                </a:solidFill>
                <a:latin typeface="Noto Sans SC"/>
                <a:ea typeface="Noto Sans SC"/>
                <a:cs typeface="Noto Sans SC"/>
              </a:rPr>
              <a:t>测量范围</a:t>
            </a:r>
          </a:p>
        </p:txBody>
      </p:sp>
      <p:sp>
        <p:nvSpPr>
          <p:cNvPr id="24" name="o23">
            <a:extLst xmlns:a="http://schemas.openxmlformats.org/drawingml/2006/main">
              <a:ext uri="{FF2B5EF4-FFF2-40B4-BE49-F238E27FC236}">
                <a16:creationId xmlns:a16="http://schemas.microsoft.com/office/drawing/2014/main" id="{5C26EF16-427A-4286-8219-D621DE49FFD3}"/>
              </a:ext>
            </a:extLst>
          </p:cNvPr>
          <p:cNvSpPr>
            <a:spLocks xmlns:a="http://schemas.openxmlformats.org/drawingml/2006/main" noGrp="1"/>
          </p:cNvSpPr>
          <p:nvPr/>
        </p:nvSpPr>
        <p:spPr>
          <a:xfrm xmlns:a="http://schemas.openxmlformats.org/drawingml/2006/main">
            <a:off x="7505700" y="4600575"/>
            <a:ext cx="39243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46536A"/>
                </a:solidFill>
                <a:latin typeface="Noto Sans SC"/>
                <a:ea typeface="Noto Sans SC"/>
                <a:cs typeface="Noto Sans SC"/>
              </a:defRPr>
            </a:defPPr>
            <a:lvl1pPr algn="l">
              <a:defRPr sz="1575" b="0">
                <a:solidFill>
                  <a:srgbClr val="46536A"/>
                </a:solidFill>
                <a:latin typeface="Noto Sans SC"/>
                <a:ea typeface="Noto Sans SC"/>
                <a:cs typeface="Noto Sans SC"/>
              </a:defRPr>
            </a:lvl1pPr>
            <a:lvl2pPr algn="l">
              <a:defRPr sz="1575" b="0">
                <a:solidFill>
                  <a:srgbClr val="46536A"/>
                </a:solidFill>
                <a:latin typeface="Noto Sans SC"/>
                <a:ea typeface="Noto Sans SC"/>
                <a:cs typeface="Noto Sans SC"/>
              </a:defRPr>
            </a:lvl2pPr>
            <a:lvl3pPr algn="l">
              <a:defRPr sz="1575" b="0">
                <a:solidFill>
                  <a:srgbClr val="46536A"/>
                </a:solidFill>
                <a:latin typeface="Noto Sans SC"/>
                <a:ea typeface="Noto Sans SC"/>
                <a:cs typeface="Noto Sans SC"/>
              </a:defRPr>
            </a:lvl3pPr>
            <a:lvl4pPr algn="l">
              <a:defRPr sz="1575" b="0">
                <a:solidFill>
                  <a:srgbClr val="46536A"/>
                </a:solidFill>
                <a:latin typeface="Noto Sans SC"/>
                <a:ea typeface="Noto Sans SC"/>
                <a:cs typeface="Noto Sans SC"/>
              </a:defRPr>
            </a:lvl4pPr>
            <a:lvl5pPr algn="l">
              <a:defRPr sz="1575" b="0">
                <a:solidFill>
                  <a:srgbClr val="46536A"/>
                </a:solidFill>
                <a:latin typeface="Noto Sans SC"/>
                <a:ea typeface="Noto Sans SC"/>
                <a:cs typeface="Noto Sans SC"/>
              </a:defRPr>
            </a:lvl5pPr>
            <a:lvl6pPr algn="l">
              <a:defRPr sz="1575" b="0">
                <a:solidFill>
                  <a:srgbClr val="46536A"/>
                </a:solidFill>
                <a:latin typeface="Noto Sans SC"/>
                <a:ea typeface="Noto Sans SC"/>
                <a:cs typeface="Noto Sans SC"/>
              </a:defRPr>
            </a:lvl6pPr>
            <a:lvl7pPr algn="l">
              <a:defRPr sz="1575" b="0">
                <a:solidFill>
                  <a:srgbClr val="46536A"/>
                </a:solidFill>
                <a:latin typeface="Noto Sans SC"/>
                <a:ea typeface="Noto Sans SC"/>
                <a:cs typeface="Noto Sans SC"/>
              </a:defRPr>
            </a:lvl7pPr>
            <a:lvl8pPr algn="l">
              <a:defRPr sz="1575" b="0">
                <a:solidFill>
                  <a:srgbClr val="46536A"/>
                </a:solidFill>
                <a:latin typeface="Noto Sans SC"/>
                <a:ea typeface="Noto Sans SC"/>
                <a:cs typeface="Noto Sans SC"/>
              </a:defRPr>
            </a:lvl8pPr>
            <a:lvl9pPr algn="l">
              <a:defRPr sz="1575" b="0">
                <a:solidFill>
                  <a:srgbClr val="46536A"/>
                </a:solidFill>
                <a:latin typeface="Noto Sans SC"/>
                <a:ea typeface="Noto Sans SC"/>
                <a:cs typeface="Noto Sans SC"/>
              </a:defRPr>
            </a:lvl9pPr>
          </a:lstStyle>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组件：每目标直接输入 120 点</a:t>
            </a:r>
          </a:p>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正式适配器：尾部 12 点</a:t>
            </a:r>
          </a:p>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耗时比不能直接外推</a:t>
            </a:r>
          </a:p>
        </p:txBody>
      </p:sp>
      <p:graphicFrame>
        <p:nvGraphicFramePr>
          <p:cNvPr id="25" name="Chart">
            <a:extLst xmlns:a="http://schemas.openxmlformats.org/drawingml/2006/main">
              <a:ext uri="{FF2B5EF4-FFF2-40B4-BE49-F238E27FC236}">
                <a16:creationId xmlns:a16="http://schemas.microsoft.com/office/drawing/2014/main" id="{2AFAF50D-6D52-4BBE-B142-AA98844AB436}"/>
              </a:ext>
            </a:extLst>
          </p:cNvPr>
          <p:cNvGraphicFramePr/>
          <p:nvPr/>
        </p:nvGraphicFramePr>
        <p:xfrm>
          <a:off xmlns:a="http://schemas.openxmlformats.org/drawingml/2006/main" x="609600" y="2209800"/>
          <a:ext xmlns:a="http://schemas.openxmlformats.org/drawingml/2006/main" cx="6286500" cy="3476625"/>
        </p:xfrm>
        <a:graphic xmlns:a="http://schemas.openxmlformats.org/drawingml/2006/main">
          <a:graphicData uri="http://schemas.openxmlformats.org/drawingml/2006/chart">
            <c:chart xmlns:r="http://schemas.openxmlformats.org/officeDocument/2006/relationships" xmlns:c="http://schemas.openxmlformats.org/drawingml/2006/chart" r:id="R46b1603ebe9842d5"/>
          </a:graphicData>
        </a:graphic>
      </p:graphicFrame>
    </p:spTree>
    <p:extLst>
      <p:ext uri="{BB962C8B-B14F-4D97-AF65-F5344CB8AC3E}">
        <p14:creationId xmlns:p14="http://schemas.microsoft.com/office/powerpoint/2010/main" val="1052233580"/>
      </p:ext>
    </p:extLst>
  </p:cSld>
</p:sld>
</file>

<file path=ppt/slides/slide18.xml><?xml version="1.0" encoding="utf-8"?>
<p:sld xmlns:p="http://schemas.openxmlformats.org/presentationml/2006/main">
  <p:cSld>
    <p:bg>
      <p:bgPr>
        <a:solidFill xmlns:a="http://schemas.openxmlformats.org/drawingml/2006/main">
          <a:srgbClr val="ECEFF1"/>
        </a:solidFill>
      </p:bgPr>
    </p:bg>
    <p:spTree>
      <p:nvGrpSpPr>
        <p:cNvPr id="1" name=""/>
        <p:cNvGrpSpPr/>
        <p:nvPr/>
      </p:nvGrpSpPr>
      <p:grpSpPr>
        <a:xfrm xmlns:a="http://schemas.openxmlformats.org/drawingml/2006/main"/>
      </p:grpSpPr>
      <p:sp>
        <p:nvSpPr>
          <p:cNvPr id="25" name="o0">
            <a:extLst xmlns:a="http://schemas.openxmlformats.org/drawingml/2006/main">
              <a:ext uri="{FF2B5EF4-FFF2-40B4-BE49-F238E27FC236}">
                <a16:creationId xmlns:a16="http://schemas.microsoft.com/office/drawing/2014/main" id="{11C07392-2D7E-4FC9-BE39-633EB77031C6}"/>
              </a:ext>
            </a:extLst>
          </p:cNvPr>
          <p:cNvSpPr>
            <a:spLocks xmlns:a="http://schemas.openxmlformats.org/drawingml/2006/main" noGrp="1"/>
          </p:cNvSpPr>
          <p:nvPr/>
        </p:nvSpPr>
        <p:spPr>
          <a:xfrm xmlns:a="http://schemas.openxmlformats.org/drawingml/2006/main">
            <a:off x="609600" y="219075"/>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B85A1E"/>
                </a:solidFill>
                <a:latin typeface="Noto Sans SC"/>
                <a:ea typeface="Noto Sans SC"/>
                <a:cs typeface="Noto Sans SC"/>
              </a:defRPr>
            </a:defPPr>
            <a:lvl1pPr algn="l">
              <a:defRPr sz="1275" b="1">
                <a:solidFill>
                  <a:srgbClr val="B85A1E"/>
                </a:solidFill>
                <a:latin typeface="Noto Sans SC"/>
                <a:ea typeface="Noto Sans SC"/>
                <a:cs typeface="Noto Sans SC"/>
              </a:defRPr>
            </a:lvl1pPr>
            <a:lvl2pPr algn="l">
              <a:defRPr sz="1275" b="1">
                <a:solidFill>
                  <a:srgbClr val="B85A1E"/>
                </a:solidFill>
                <a:latin typeface="Noto Sans SC"/>
                <a:ea typeface="Noto Sans SC"/>
                <a:cs typeface="Noto Sans SC"/>
              </a:defRPr>
            </a:lvl2pPr>
            <a:lvl3pPr algn="l">
              <a:defRPr sz="1275" b="1">
                <a:solidFill>
                  <a:srgbClr val="B85A1E"/>
                </a:solidFill>
                <a:latin typeface="Noto Sans SC"/>
                <a:ea typeface="Noto Sans SC"/>
                <a:cs typeface="Noto Sans SC"/>
              </a:defRPr>
            </a:lvl3pPr>
            <a:lvl4pPr algn="l">
              <a:defRPr sz="1275" b="1">
                <a:solidFill>
                  <a:srgbClr val="B85A1E"/>
                </a:solidFill>
                <a:latin typeface="Noto Sans SC"/>
                <a:ea typeface="Noto Sans SC"/>
                <a:cs typeface="Noto Sans SC"/>
              </a:defRPr>
            </a:lvl4pPr>
            <a:lvl5pPr algn="l">
              <a:defRPr sz="1275" b="1">
                <a:solidFill>
                  <a:srgbClr val="B85A1E"/>
                </a:solidFill>
                <a:latin typeface="Noto Sans SC"/>
                <a:ea typeface="Noto Sans SC"/>
                <a:cs typeface="Noto Sans SC"/>
              </a:defRPr>
            </a:lvl5pPr>
            <a:lvl6pPr algn="l">
              <a:defRPr sz="1275" b="1">
                <a:solidFill>
                  <a:srgbClr val="B85A1E"/>
                </a:solidFill>
                <a:latin typeface="Noto Sans SC"/>
                <a:ea typeface="Noto Sans SC"/>
                <a:cs typeface="Noto Sans SC"/>
              </a:defRPr>
            </a:lvl6pPr>
            <a:lvl7pPr algn="l">
              <a:defRPr sz="1275" b="1">
                <a:solidFill>
                  <a:srgbClr val="B85A1E"/>
                </a:solidFill>
                <a:latin typeface="Noto Sans SC"/>
                <a:ea typeface="Noto Sans SC"/>
                <a:cs typeface="Noto Sans SC"/>
              </a:defRPr>
            </a:lvl7pPr>
            <a:lvl8pPr algn="l">
              <a:defRPr sz="1275" b="1">
                <a:solidFill>
                  <a:srgbClr val="B85A1E"/>
                </a:solidFill>
                <a:latin typeface="Noto Sans SC"/>
                <a:ea typeface="Noto Sans SC"/>
                <a:cs typeface="Noto Sans SC"/>
              </a:defRPr>
            </a:lvl8pPr>
            <a:lvl9pPr algn="l">
              <a:defRPr sz="1275" b="1">
                <a:solidFill>
                  <a:srgbClr val="B85A1E"/>
                </a:solidFill>
                <a:latin typeface="Noto Sans SC"/>
                <a:ea typeface="Noto Sans SC"/>
                <a:cs typeface="Noto Sans SC"/>
              </a:defRPr>
            </a:lvl9pPr>
          </a:lstStyle>
          <a:p xmlns:a="http://schemas.openxmlformats.org/drawingml/2006/main">
            <a:pPr algn="l">
              <a:defRPr sz="1275" b="1">
                <a:solidFill>
                  <a:srgbClr val="B85A1E"/>
                </a:solidFill>
                <a:latin typeface="Noto Sans SC"/>
                <a:ea typeface="Noto Sans SC"/>
                <a:cs typeface="Noto Sans SC"/>
              </a:defRPr>
            </a:pPr>
            <a:r>
              <a:rPr sz="1275" b="1">
                <a:solidFill>
                  <a:srgbClr val="B85A1E"/>
                </a:solidFill>
                <a:latin typeface="Noto Sans SC"/>
                <a:ea typeface="Noto Sans SC"/>
                <a:cs typeface="Noto Sans SC"/>
              </a:rPr>
              <a:t>时间量 · 三条现行计算路径</a:t>
            </a:r>
          </a:p>
        </p:txBody>
      </p:sp>
      <p:sp>
        <p:nvSpPr>
          <p:cNvPr id="2" name="o1">
            <a:extLst xmlns:a="http://schemas.openxmlformats.org/drawingml/2006/main">
              <a:ext uri="{FF2B5EF4-FFF2-40B4-BE49-F238E27FC236}">
                <a16:creationId xmlns:a16="http://schemas.microsoft.com/office/drawing/2014/main" id="{F36561CF-F8F7-4E90-B81F-E1CF253797BE}"/>
              </a:ext>
            </a:extLst>
          </p:cNvPr>
          <p:cNvSpPr>
            <a:spLocks xmlns:a="http://schemas.openxmlformats.org/drawingml/2006/main" noGrp="1"/>
          </p:cNvSpPr>
          <p:nvPr/>
        </p:nvSpPr>
        <p:spPr>
          <a:xfrm xmlns:a="http://schemas.openxmlformats.org/drawingml/2006/main">
            <a:off x="609600" y="6000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700" b="1">
                <a:solidFill>
                  <a:srgbClr val="16243A"/>
                </a:solidFill>
                <a:latin typeface="Noto Serif SC"/>
                <a:ea typeface="Noto Serif SC"/>
                <a:cs typeface="Noto Serif SC"/>
              </a:defRPr>
            </a:defPPr>
            <a:lvl1pPr algn="l">
              <a:defRPr sz="2700" b="1">
                <a:solidFill>
                  <a:srgbClr val="16243A"/>
                </a:solidFill>
                <a:latin typeface="Noto Serif SC"/>
                <a:ea typeface="Noto Serif SC"/>
                <a:cs typeface="Noto Serif SC"/>
              </a:defRPr>
            </a:lvl1pPr>
            <a:lvl2pPr algn="l">
              <a:defRPr sz="2700" b="1">
                <a:solidFill>
                  <a:srgbClr val="16243A"/>
                </a:solidFill>
                <a:latin typeface="Noto Serif SC"/>
                <a:ea typeface="Noto Serif SC"/>
                <a:cs typeface="Noto Serif SC"/>
              </a:defRPr>
            </a:lvl2pPr>
            <a:lvl3pPr algn="l">
              <a:defRPr sz="2700" b="1">
                <a:solidFill>
                  <a:srgbClr val="16243A"/>
                </a:solidFill>
                <a:latin typeface="Noto Serif SC"/>
                <a:ea typeface="Noto Serif SC"/>
                <a:cs typeface="Noto Serif SC"/>
              </a:defRPr>
            </a:lvl3pPr>
            <a:lvl4pPr algn="l">
              <a:defRPr sz="2700" b="1">
                <a:solidFill>
                  <a:srgbClr val="16243A"/>
                </a:solidFill>
                <a:latin typeface="Noto Serif SC"/>
                <a:ea typeface="Noto Serif SC"/>
                <a:cs typeface="Noto Serif SC"/>
              </a:defRPr>
            </a:lvl4pPr>
            <a:lvl5pPr algn="l">
              <a:defRPr sz="2700" b="1">
                <a:solidFill>
                  <a:srgbClr val="16243A"/>
                </a:solidFill>
                <a:latin typeface="Noto Serif SC"/>
                <a:ea typeface="Noto Serif SC"/>
                <a:cs typeface="Noto Serif SC"/>
              </a:defRPr>
            </a:lvl5pPr>
            <a:lvl6pPr algn="l">
              <a:defRPr sz="2700" b="1">
                <a:solidFill>
                  <a:srgbClr val="16243A"/>
                </a:solidFill>
                <a:latin typeface="Noto Serif SC"/>
                <a:ea typeface="Noto Serif SC"/>
                <a:cs typeface="Noto Serif SC"/>
              </a:defRPr>
            </a:lvl6pPr>
            <a:lvl7pPr algn="l">
              <a:defRPr sz="2700" b="1">
                <a:solidFill>
                  <a:srgbClr val="16243A"/>
                </a:solidFill>
                <a:latin typeface="Noto Serif SC"/>
                <a:ea typeface="Noto Serif SC"/>
                <a:cs typeface="Noto Serif SC"/>
              </a:defRPr>
            </a:lvl7pPr>
            <a:lvl8pPr algn="l">
              <a:defRPr sz="2700" b="1">
                <a:solidFill>
                  <a:srgbClr val="16243A"/>
                </a:solidFill>
                <a:latin typeface="Noto Serif SC"/>
                <a:ea typeface="Noto Serif SC"/>
                <a:cs typeface="Noto Serif SC"/>
              </a:defRPr>
            </a:lvl8pPr>
            <a:lvl9pPr algn="l">
              <a:defRPr sz="2700" b="1">
                <a:solidFill>
                  <a:srgbClr val="16243A"/>
                </a:solidFill>
                <a:latin typeface="Noto Serif SC"/>
                <a:ea typeface="Noto Serif SC"/>
                <a:cs typeface="Noto Serif SC"/>
              </a:defRPr>
            </a:lvl9pPr>
          </a:lstStyle>
          <a:p xmlns:a="http://schemas.openxmlformats.org/drawingml/2006/main">
            <a:pPr algn="l">
              <a:defRPr sz="2700" b="1">
                <a:solidFill>
                  <a:srgbClr val="16243A"/>
                </a:solidFill>
                <a:latin typeface="Noto Serif SC"/>
                <a:ea typeface="Noto Serif SC"/>
                <a:cs typeface="Noto Serif SC"/>
              </a:defRPr>
            </a:pPr>
            <a:r>
              <a:rPr sz="2700" b="1">
                <a:solidFill>
                  <a:srgbClr val="16243A"/>
                </a:solidFill>
                <a:latin typeface="Noto Serif SC"/>
                <a:ea typeface="Noto Serif SC"/>
                <a:cs typeface="Noto Serif SC"/>
              </a:rPr>
              <a:t>边界与设施时间使用不同依据和有效条件</a:t>
            </a:r>
          </a:p>
        </p:txBody>
      </p:sp>
      <p:sp>
        <p:nvSpPr>
          <p:cNvPr id="3" name="line-2">
            <a:extLst xmlns:a="http://schemas.openxmlformats.org/drawingml/2006/main">
              <a:ext uri="{FF2B5EF4-FFF2-40B4-BE49-F238E27FC236}">
                <a16:creationId xmlns:a16="http://schemas.microsoft.com/office/drawing/2014/main" id="{82C3E158-1371-4866-BFB8-AF3B8A7F78DF}"/>
              </a:ext>
            </a:extLst>
          </p:cNvPr>
          <p:cNvSpPr>
            <a:spLocks xmlns:a="http://schemas.openxmlformats.org/drawingml/2006/main" noGrp="1"/>
          </p:cNvSpPr>
          <p:nvPr/>
        </p:nvSpPr>
        <p:spPr>
          <a:xfrm xmlns:a="http://schemas.openxmlformats.org/drawingml/2006/main" flipV="0">
            <a:off x="609600" y="1200150"/>
            <a:ext cx="10972800" cy="953"/>
          </a:xfrm>
          <a:prstGeom xmlns:a="http://schemas.openxmlformats.org/drawingml/2006/main" prst="line">
            <a:avLst/>
          </a:prstGeom>
          <a:noFill xmlns:a="http://schemas.openxmlformats.org/drawingml/2006/main"/>
          <a:ln xmlns:a="http://schemas.openxmlformats.org/drawingml/2006/main" w="14288">
            <a:solidFill>
              <a:srgbClr val="D5DAE0"/>
            </a:solidFill>
            <a:prstDash val="solid"/>
          </a:ln>
        </p:spPr>
      </p:sp>
      <p:sp>
        <p:nvSpPr>
          <p:cNvPr id="4" name="o3">
            <a:extLst xmlns:a="http://schemas.openxmlformats.org/drawingml/2006/main">
              <a:ext uri="{FF2B5EF4-FFF2-40B4-BE49-F238E27FC236}">
                <a16:creationId xmlns:a16="http://schemas.microsoft.com/office/drawing/2014/main" id="{60F2A6F9-10E1-4F70-9FFC-7F5B9C5B264F}"/>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00" b="0">
                <a:solidFill>
                  <a:srgbClr val="6B7689"/>
                </a:solidFill>
                <a:latin typeface="Noto Sans SC"/>
                <a:ea typeface="Noto Sans SC"/>
                <a:cs typeface="Noto Sans SC"/>
              </a:defRPr>
            </a:defPPr>
            <a:lvl1pPr algn="l">
              <a:defRPr sz="900" b="0">
                <a:solidFill>
                  <a:srgbClr val="6B7689"/>
                </a:solidFill>
                <a:latin typeface="Noto Sans SC"/>
                <a:ea typeface="Noto Sans SC"/>
                <a:cs typeface="Noto Sans SC"/>
              </a:defRPr>
            </a:lvl1pPr>
            <a:lvl2pPr algn="l">
              <a:defRPr sz="900" b="0">
                <a:solidFill>
                  <a:srgbClr val="6B7689"/>
                </a:solidFill>
                <a:latin typeface="Noto Sans SC"/>
                <a:ea typeface="Noto Sans SC"/>
                <a:cs typeface="Noto Sans SC"/>
              </a:defRPr>
            </a:lvl2pPr>
            <a:lvl3pPr algn="l">
              <a:defRPr sz="900" b="0">
                <a:solidFill>
                  <a:srgbClr val="6B7689"/>
                </a:solidFill>
                <a:latin typeface="Noto Sans SC"/>
                <a:ea typeface="Noto Sans SC"/>
                <a:cs typeface="Noto Sans SC"/>
              </a:defRPr>
            </a:lvl3pPr>
            <a:lvl4pPr algn="l">
              <a:defRPr sz="900" b="0">
                <a:solidFill>
                  <a:srgbClr val="6B7689"/>
                </a:solidFill>
                <a:latin typeface="Noto Sans SC"/>
                <a:ea typeface="Noto Sans SC"/>
                <a:cs typeface="Noto Sans SC"/>
              </a:defRPr>
            </a:lvl4pPr>
            <a:lvl5pPr algn="l">
              <a:defRPr sz="900" b="0">
                <a:solidFill>
                  <a:srgbClr val="6B7689"/>
                </a:solidFill>
                <a:latin typeface="Noto Sans SC"/>
                <a:ea typeface="Noto Sans SC"/>
                <a:cs typeface="Noto Sans SC"/>
              </a:defRPr>
            </a:lvl5pPr>
            <a:lvl6pPr algn="l">
              <a:defRPr sz="900" b="0">
                <a:solidFill>
                  <a:srgbClr val="6B7689"/>
                </a:solidFill>
                <a:latin typeface="Noto Sans SC"/>
                <a:ea typeface="Noto Sans SC"/>
                <a:cs typeface="Noto Sans SC"/>
              </a:defRPr>
            </a:lvl6pPr>
            <a:lvl7pPr algn="l">
              <a:defRPr sz="900" b="0">
                <a:solidFill>
                  <a:srgbClr val="6B7689"/>
                </a:solidFill>
                <a:latin typeface="Noto Sans SC"/>
                <a:ea typeface="Noto Sans SC"/>
                <a:cs typeface="Noto Sans SC"/>
              </a:defRPr>
            </a:lvl7pPr>
            <a:lvl8pPr algn="l">
              <a:defRPr sz="900" b="0">
                <a:solidFill>
                  <a:srgbClr val="6B7689"/>
                </a:solidFill>
                <a:latin typeface="Noto Sans SC"/>
                <a:ea typeface="Noto Sans SC"/>
                <a:cs typeface="Noto Sans SC"/>
              </a:defRPr>
            </a:lvl8pPr>
            <a:lvl9pPr algn="l">
              <a:defRPr sz="900" b="0">
                <a:solidFill>
                  <a:srgbClr val="6B7689"/>
                </a:solidFill>
                <a:latin typeface="Noto Sans SC"/>
                <a:ea typeface="Noto Sans SC"/>
                <a:cs typeface="Noto Sans SC"/>
              </a:defRPr>
            </a:lvl9pPr>
          </a:lstStyle>
          <a:p xmlns:a="http://schemas.openxmlformats.org/drawingml/2006/main">
            <a:pPr algn="l">
              <a:defRPr sz="900" b="0">
                <a:solidFill>
                  <a:srgbClr val="6B7689"/>
                </a:solidFill>
                <a:latin typeface="Noto Sans SC"/>
                <a:ea typeface="Noto Sans SC"/>
                <a:cs typeface="Noto Sans SC"/>
              </a:defRPr>
            </a:pPr>
            <a:r>
              <a:rPr sz="900" b="0">
                <a:solidFill>
                  <a:srgbClr val="6B7689"/>
                </a:solidFill>
                <a:latin typeface="Noto Sans SC"/>
                <a:ea typeface="Noto Sans SC"/>
                <a:cs typeface="Noto Sans SC"/>
              </a:rPr>
              <a:t>project_reference §16.12；F12；airspace_analysis / adapter / engine</a:t>
            </a:r>
          </a:p>
        </p:txBody>
      </p:sp>
      <p:sp>
        <p:nvSpPr>
          <p:cNvPr id="5" name="o4">
            <a:extLst xmlns:a="http://schemas.openxmlformats.org/drawingml/2006/main">
              <a:ext uri="{FF2B5EF4-FFF2-40B4-BE49-F238E27FC236}">
                <a16:creationId xmlns:a16="http://schemas.microsoft.com/office/drawing/2014/main" id="{3CAC2EE0-8CFC-48C3-8AB3-C476641571C9}"/>
              </a:ext>
            </a:extLst>
          </p:cNvPr>
          <p:cNvSpPr>
            <a:spLocks xmlns:a="http://schemas.openxmlformats.org/drawingml/2006/main" noGrp="1"/>
          </p:cNvSpPr>
          <p:nvPr/>
        </p:nvSpPr>
        <p:spPr>
          <a:xfrm xmlns:a="http://schemas.openxmlformats.org/drawingml/2006/main">
            <a:off x="10896600" y="6505575"/>
            <a:ext cx="68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6B7689"/>
                </a:solidFill>
                <a:latin typeface="Noto Sans SC"/>
                <a:ea typeface="Noto Sans SC"/>
                <a:cs typeface="Noto Sans SC"/>
              </a:defRPr>
            </a:defPPr>
            <a:lvl1pPr algn="r">
              <a:defRPr sz="1200" b="0">
                <a:solidFill>
                  <a:srgbClr val="6B7689"/>
                </a:solidFill>
                <a:latin typeface="Noto Sans SC"/>
                <a:ea typeface="Noto Sans SC"/>
                <a:cs typeface="Noto Sans SC"/>
              </a:defRPr>
            </a:lvl1pPr>
            <a:lvl2pPr algn="r">
              <a:defRPr sz="1200" b="0">
                <a:solidFill>
                  <a:srgbClr val="6B7689"/>
                </a:solidFill>
                <a:latin typeface="Noto Sans SC"/>
                <a:ea typeface="Noto Sans SC"/>
                <a:cs typeface="Noto Sans SC"/>
              </a:defRPr>
            </a:lvl2pPr>
            <a:lvl3pPr algn="r">
              <a:defRPr sz="1200" b="0">
                <a:solidFill>
                  <a:srgbClr val="6B7689"/>
                </a:solidFill>
                <a:latin typeface="Noto Sans SC"/>
                <a:ea typeface="Noto Sans SC"/>
                <a:cs typeface="Noto Sans SC"/>
              </a:defRPr>
            </a:lvl3pPr>
            <a:lvl4pPr algn="r">
              <a:defRPr sz="1200" b="0">
                <a:solidFill>
                  <a:srgbClr val="6B7689"/>
                </a:solidFill>
                <a:latin typeface="Noto Sans SC"/>
                <a:ea typeface="Noto Sans SC"/>
                <a:cs typeface="Noto Sans SC"/>
              </a:defRPr>
            </a:lvl4pPr>
            <a:lvl5pPr algn="r">
              <a:defRPr sz="1200" b="0">
                <a:solidFill>
                  <a:srgbClr val="6B7689"/>
                </a:solidFill>
                <a:latin typeface="Noto Sans SC"/>
                <a:ea typeface="Noto Sans SC"/>
                <a:cs typeface="Noto Sans SC"/>
              </a:defRPr>
            </a:lvl5pPr>
            <a:lvl6pPr algn="r">
              <a:defRPr sz="1200" b="0">
                <a:solidFill>
                  <a:srgbClr val="6B7689"/>
                </a:solidFill>
                <a:latin typeface="Noto Sans SC"/>
                <a:ea typeface="Noto Sans SC"/>
                <a:cs typeface="Noto Sans SC"/>
              </a:defRPr>
            </a:lvl6pPr>
            <a:lvl7pPr algn="r">
              <a:defRPr sz="1200" b="0">
                <a:solidFill>
                  <a:srgbClr val="6B7689"/>
                </a:solidFill>
                <a:latin typeface="Noto Sans SC"/>
                <a:ea typeface="Noto Sans SC"/>
                <a:cs typeface="Noto Sans SC"/>
              </a:defRPr>
            </a:lvl7pPr>
            <a:lvl8pPr algn="r">
              <a:defRPr sz="1200" b="0">
                <a:solidFill>
                  <a:srgbClr val="6B7689"/>
                </a:solidFill>
                <a:latin typeface="Noto Sans SC"/>
                <a:ea typeface="Noto Sans SC"/>
                <a:cs typeface="Noto Sans SC"/>
              </a:defRPr>
            </a:lvl8pPr>
            <a:lvl9pPr algn="r">
              <a:defRPr sz="1200" b="0">
                <a:solidFill>
                  <a:srgbClr val="6B7689"/>
                </a:solidFill>
                <a:latin typeface="Noto Sans SC"/>
                <a:ea typeface="Noto Sans SC"/>
                <a:cs typeface="Noto Sans SC"/>
              </a:defRPr>
            </a:lvl9pPr>
          </a:lstStyle>
          <a:p xmlns:a="http://schemas.openxmlformats.org/drawingml/2006/main">
            <a:pPr algn="r">
              <a:defRPr sz="1200" b="0">
                <a:solidFill>
                  <a:srgbClr val="6B7689"/>
                </a:solidFill>
                <a:latin typeface="Noto Sans SC"/>
                <a:ea typeface="Noto Sans SC"/>
                <a:cs typeface="Noto Sans SC"/>
              </a:defRPr>
            </a:pPr>
            <a:r>
              <a:rPr sz="1200" b="0">
                <a:solidFill>
                  <a:srgbClr val="6B7689"/>
                </a:solidFill>
                <a:latin typeface="Noto Sans SC"/>
                <a:ea typeface="Noto Sans SC"/>
                <a:cs typeface="Noto Sans SC"/>
              </a:rPr>
              <a:t>18 / 39</a:t>
            </a:r>
          </a:p>
        </p:txBody>
      </p:sp>
      <p:sp>
        <p:nvSpPr>
          <p:cNvPr id="6" name="o5">
            <a:extLst xmlns:a="http://schemas.openxmlformats.org/drawingml/2006/main">
              <a:ext uri="{FF2B5EF4-FFF2-40B4-BE49-F238E27FC236}">
                <a16:creationId xmlns:a16="http://schemas.microsoft.com/office/drawing/2014/main" id="{921D48E5-A3C8-46CB-8376-1478F9C1441C}"/>
              </a:ext>
            </a:extLst>
          </p:cNvPr>
          <p:cNvSpPr>
            <a:spLocks xmlns:a="http://schemas.openxmlformats.org/drawingml/2006/main" noGrp="1"/>
          </p:cNvSpPr>
          <p:nvPr/>
        </p:nvSpPr>
        <p:spPr>
          <a:xfrm xmlns:a="http://schemas.openxmlformats.org/drawingml/2006/main">
            <a:off x="609600" y="5981700"/>
            <a:ext cx="10972800" cy="428625"/>
          </a:xfrm>
          <a:prstGeom xmlns:a="http://schemas.openxmlformats.org/drawingml/2006/main" prst="roundRect">
            <a:avLst>
              <a:gd name="adj" fmla="val 17778"/>
            </a:avLst>
          </a:prstGeom>
          <a:solidFill xmlns:a="http://schemas.openxmlformats.org/drawingml/2006/main">
            <a:srgbClr val="D6E6E5"/>
          </a:solidFill>
          <a:ln xmlns:a="http://schemas.openxmlformats.org/drawingml/2006/main" w="0">
            <a:noFill/>
            <a:prstDash val="solid"/>
          </a:ln>
        </p:spPr>
      </p:sp>
      <p:sp>
        <p:nvSpPr>
          <p:cNvPr id="7" name="o6">
            <a:extLst xmlns:a="http://schemas.openxmlformats.org/drawingml/2006/main">
              <a:ext uri="{FF2B5EF4-FFF2-40B4-BE49-F238E27FC236}">
                <a16:creationId xmlns:a16="http://schemas.microsoft.com/office/drawing/2014/main" id="{375BDFAE-B137-48B0-B960-BF228DB0B54E}"/>
              </a:ext>
            </a:extLst>
          </p:cNvPr>
          <p:cNvSpPr>
            <a:spLocks xmlns:a="http://schemas.openxmlformats.org/drawingml/2006/main" noGrp="1"/>
          </p:cNvSpPr>
          <p:nvPr/>
        </p:nvSpPr>
        <p:spPr>
          <a:xfrm xmlns:a="http://schemas.openxmlformats.org/drawingml/2006/main">
            <a:off x="781050" y="6029325"/>
            <a:ext cx="10629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75" b="1">
                <a:solidFill>
                  <a:srgbClr val="0F6E73"/>
                </a:solidFill>
                <a:latin typeface="Noto Sans SC"/>
                <a:ea typeface="Noto Sans SC"/>
                <a:cs typeface="Noto Sans SC"/>
              </a:defRPr>
            </a:defPPr>
            <a:lvl1pPr algn="l">
              <a:defRPr sz="1575" b="1">
                <a:solidFill>
                  <a:srgbClr val="0F6E73"/>
                </a:solidFill>
                <a:latin typeface="Noto Sans SC"/>
                <a:ea typeface="Noto Sans SC"/>
                <a:cs typeface="Noto Sans SC"/>
              </a:defRPr>
            </a:lvl1pPr>
            <a:lvl2pPr algn="l">
              <a:defRPr sz="1575" b="1">
                <a:solidFill>
                  <a:srgbClr val="0F6E73"/>
                </a:solidFill>
                <a:latin typeface="Noto Sans SC"/>
                <a:ea typeface="Noto Sans SC"/>
                <a:cs typeface="Noto Sans SC"/>
              </a:defRPr>
            </a:lvl2pPr>
            <a:lvl3pPr algn="l">
              <a:defRPr sz="1575" b="1">
                <a:solidFill>
                  <a:srgbClr val="0F6E73"/>
                </a:solidFill>
                <a:latin typeface="Noto Sans SC"/>
                <a:ea typeface="Noto Sans SC"/>
                <a:cs typeface="Noto Sans SC"/>
              </a:defRPr>
            </a:lvl3pPr>
            <a:lvl4pPr algn="l">
              <a:defRPr sz="1575" b="1">
                <a:solidFill>
                  <a:srgbClr val="0F6E73"/>
                </a:solidFill>
                <a:latin typeface="Noto Sans SC"/>
                <a:ea typeface="Noto Sans SC"/>
                <a:cs typeface="Noto Sans SC"/>
              </a:defRPr>
            </a:lvl4pPr>
            <a:lvl5pPr algn="l">
              <a:defRPr sz="1575" b="1">
                <a:solidFill>
                  <a:srgbClr val="0F6E73"/>
                </a:solidFill>
                <a:latin typeface="Noto Sans SC"/>
                <a:ea typeface="Noto Sans SC"/>
                <a:cs typeface="Noto Sans SC"/>
              </a:defRPr>
            </a:lvl5pPr>
            <a:lvl6pPr algn="l">
              <a:defRPr sz="1575" b="1">
                <a:solidFill>
                  <a:srgbClr val="0F6E73"/>
                </a:solidFill>
                <a:latin typeface="Noto Sans SC"/>
                <a:ea typeface="Noto Sans SC"/>
                <a:cs typeface="Noto Sans SC"/>
              </a:defRPr>
            </a:lvl6pPr>
            <a:lvl7pPr algn="l">
              <a:defRPr sz="1575" b="1">
                <a:solidFill>
                  <a:srgbClr val="0F6E73"/>
                </a:solidFill>
                <a:latin typeface="Noto Sans SC"/>
                <a:ea typeface="Noto Sans SC"/>
                <a:cs typeface="Noto Sans SC"/>
              </a:defRPr>
            </a:lvl7pPr>
            <a:lvl8pPr algn="l">
              <a:defRPr sz="1575" b="1">
                <a:solidFill>
                  <a:srgbClr val="0F6E73"/>
                </a:solidFill>
                <a:latin typeface="Noto Sans SC"/>
                <a:ea typeface="Noto Sans SC"/>
                <a:cs typeface="Noto Sans SC"/>
              </a:defRPr>
            </a:lvl8pPr>
            <a:lvl9pPr algn="l">
              <a:defRPr sz="1575" b="1">
                <a:solidFill>
                  <a:srgbClr val="0F6E73"/>
                </a:solidFill>
                <a:latin typeface="Noto Sans SC"/>
                <a:ea typeface="Noto Sans SC"/>
                <a:cs typeface="Noto Sans SC"/>
              </a:defRPr>
            </a:lvl9pPr>
          </a:lstStyle>
          <a:p xmlns:a="http://schemas.openxmlformats.org/drawingml/2006/main">
            <a:pPr algn="l">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三条路径分布于不同阶段；无有效依据返回空值，不把缺失当作零秒。</a:t>
            </a:r>
          </a:p>
        </p:txBody>
      </p:sp>
      <p:sp>
        <p:nvSpPr>
          <p:cNvPr id="8" name="o7">
            <a:extLst xmlns:a="http://schemas.openxmlformats.org/drawingml/2006/main">
              <a:ext uri="{FF2B5EF4-FFF2-40B4-BE49-F238E27FC236}">
                <a16:creationId xmlns:a16="http://schemas.microsoft.com/office/drawing/2014/main" id="{8CA687D8-1B79-4FCD-8ED9-3C8AE55B439A}"/>
              </a:ext>
            </a:extLst>
          </p:cNvPr>
          <p:cNvSpPr>
            <a:spLocks xmlns:a="http://schemas.openxmlformats.org/drawingml/2006/main" noGrp="1"/>
          </p:cNvSpPr>
          <p:nvPr/>
        </p:nvSpPr>
        <p:spPr>
          <a:xfrm xmlns:a="http://schemas.openxmlformats.org/drawingml/2006/main">
            <a:off x="609600" y="1609725"/>
            <a:ext cx="3543300" cy="1562100"/>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9" name="line-7">
            <a:extLst xmlns:a="http://schemas.openxmlformats.org/drawingml/2006/main">
              <a:ext uri="{FF2B5EF4-FFF2-40B4-BE49-F238E27FC236}">
                <a16:creationId xmlns:a16="http://schemas.microsoft.com/office/drawing/2014/main" id="{A25E7DFF-A414-441E-9B45-152C30C03718}"/>
              </a:ext>
            </a:extLst>
          </p:cNvPr>
          <p:cNvSpPr>
            <a:spLocks xmlns:a="http://schemas.openxmlformats.org/drawingml/2006/main" noGrp="1"/>
          </p:cNvSpPr>
          <p:nvPr/>
        </p:nvSpPr>
        <p:spPr>
          <a:xfrm xmlns:a="http://schemas.openxmlformats.org/drawingml/2006/main" flipV="0">
            <a:off x="609600" y="1609725"/>
            <a:ext cx="3543300" cy="953"/>
          </a:xfrm>
          <a:prstGeom xmlns:a="http://schemas.openxmlformats.org/drawingml/2006/main" prst="line">
            <a:avLst/>
          </a:prstGeom>
          <a:noFill xmlns:a="http://schemas.openxmlformats.org/drawingml/2006/main"/>
          <a:ln xmlns:a="http://schemas.openxmlformats.org/drawingml/2006/main" w="28575">
            <a:solidFill>
              <a:srgbClr val="32668E"/>
            </a:solidFill>
            <a:prstDash val="solid"/>
          </a:ln>
        </p:spPr>
      </p:sp>
      <p:sp>
        <p:nvSpPr>
          <p:cNvPr id="10" name="o9">
            <a:extLst xmlns:a="http://schemas.openxmlformats.org/drawingml/2006/main">
              <a:ext uri="{FF2B5EF4-FFF2-40B4-BE49-F238E27FC236}">
                <a16:creationId xmlns:a16="http://schemas.microsoft.com/office/drawing/2014/main" id="{4B66EB15-7715-4006-AB7E-210B69A8833F}"/>
              </a:ext>
            </a:extLst>
          </p:cNvPr>
          <p:cNvSpPr>
            <a:spLocks xmlns:a="http://schemas.openxmlformats.org/drawingml/2006/main" noGrp="1"/>
          </p:cNvSpPr>
          <p:nvPr/>
        </p:nvSpPr>
        <p:spPr>
          <a:xfrm xmlns:a="http://schemas.openxmlformats.org/drawingml/2006/main">
            <a:off x="762000" y="1704975"/>
            <a:ext cx="323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32668E"/>
                </a:solidFill>
                <a:latin typeface="Noto Sans SC"/>
                <a:ea typeface="Noto Sans SC"/>
                <a:cs typeface="Noto Sans SC"/>
              </a:defRPr>
            </a:defPPr>
            <a:lvl1pPr algn="l">
              <a:defRPr sz="1800" b="1">
                <a:solidFill>
                  <a:srgbClr val="32668E"/>
                </a:solidFill>
                <a:latin typeface="Noto Sans SC"/>
                <a:ea typeface="Noto Sans SC"/>
                <a:cs typeface="Noto Sans SC"/>
              </a:defRPr>
            </a:lvl1pPr>
            <a:lvl2pPr algn="l">
              <a:defRPr sz="1800" b="1">
                <a:solidFill>
                  <a:srgbClr val="32668E"/>
                </a:solidFill>
                <a:latin typeface="Noto Sans SC"/>
                <a:ea typeface="Noto Sans SC"/>
                <a:cs typeface="Noto Sans SC"/>
              </a:defRPr>
            </a:lvl2pPr>
            <a:lvl3pPr algn="l">
              <a:defRPr sz="1800" b="1">
                <a:solidFill>
                  <a:srgbClr val="32668E"/>
                </a:solidFill>
                <a:latin typeface="Noto Sans SC"/>
                <a:ea typeface="Noto Sans SC"/>
                <a:cs typeface="Noto Sans SC"/>
              </a:defRPr>
            </a:lvl3pPr>
            <a:lvl4pPr algn="l">
              <a:defRPr sz="1800" b="1">
                <a:solidFill>
                  <a:srgbClr val="32668E"/>
                </a:solidFill>
                <a:latin typeface="Noto Sans SC"/>
                <a:ea typeface="Noto Sans SC"/>
                <a:cs typeface="Noto Sans SC"/>
              </a:defRPr>
            </a:lvl4pPr>
            <a:lvl5pPr algn="l">
              <a:defRPr sz="1800" b="1">
                <a:solidFill>
                  <a:srgbClr val="32668E"/>
                </a:solidFill>
                <a:latin typeface="Noto Sans SC"/>
                <a:ea typeface="Noto Sans SC"/>
                <a:cs typeface="Noto Sans SC"/>
              </a:defRPr>
            </a:lvl5pPr>
            <a:lvl6pPr algn="l">
              <a:defRPr sz="1800" b="1">
                <a:solidFill>
                  <a:srgbClr val="32668E"/>
                </a:solidFill>
                <a:latin typeface="Noto Sans SC"/>
                <a:ea typeface="Noto Sans SC"/>
                <a:cs typeface="Noto Sans SC"/>
              </a:defRPr>
            </a:lvl6pPr>
            <a:lvl7pPr algn="l">
              <a:defRPr sz="1800" b="1">
                <a:solidFill>
                  <a:srgbClr val="32668E"/>
                </a:solidFill>
                <a:latin typeface="Noto Sans SC"/>
                <a:ea typeface="Noto Sans SC"/>
                <a:cs typeface="Noto Sans SC"/>
              </a:defRPr>
            </a:lvl7pPr>
            <a:lvl8pPr algn="l">
              <a:defRPr sz="1800" b="1">
                <a:solidFill>
                  <a:srgbClr val="32668E"/>
                </a:solidFill>
                <a:latin typeface="Noto Sans SC"/>
                <a:ea typeface="Noto Sans SC"/>
                <a:cs typeface="Noto Sans SC"/>
              </a:defRPr>
            </a:lvl8pPr>
            <a:lvl9pPr algn="l">
              <a:defRPr sz="1800" b="1">
                <a:solidFill>
                  <a:srgbClr val="32668E"/>
                </a:solidFill>
                <a:latin typeface="Noto Sans SC"/>
                <a:ea typeface="Noto Sans SC"/>
                <a:cs typeface="Noto Sans SC"/>
              </a:defRPr>
            </a:lvl9pPr>
          </a:lstStyle>
          <a:p xmlns:a="http://schemas.openxmlformats.org/drawingml/2006/main">
            <a:pPr algn="l">
              <a:defRPr sz="1800" b="1">
                <a:solidFill>
                  <a:srgbClr val="32668E"/>
                </a:solidFill>
                <a:latin typeface="Noto Sans SC"/>
                <a:ea typeface="Noto Sans SC"/>
                <a:cs typeface="Noto Sans SC"/>
              </a:defRPr>
            </a:pPr>
            <a:r>
              <a:rPr sz="1800" b="1">
                <a:solidFill>
                  <a:srgbClr val="32668E"/>
                </a:solidFill>
                <a:latin typeface="Noto Sans SC"/>
                <a:ea typeface="Noto Sans SC"/>
                <a:cs typeface="Noto Sans SC"/>
              </a:rPr>
              <a:t>③ 空间阶段</a:t>
            </a:r>
          </a:p>
        </p:txBody>
      </p:sp>
      <p:sp>
        <p:nvSpPr>
          <p:cNvPr id="11" name="o10">
            <a:extLst xmlns:a="http://schemas.openxmlformats.org/drawingml/2006/main">
              <a:ext uri="{FF2B5EF4-FFF2-40B4-BE49-F238E27FC236}">
                <a16:creationId xmlns:a16="http://schemas.microsoft.com/office/drawing/2014/main" id="{84B9458D-0DCE-4379-99A6-A175181DFB28}"/>
              </a:ext>
            </a:extLst>
          </p:cNvPr>
          <p:cNvSpPr>
            <a:spLocks xmlns:a="http://schemas.openxmlformats.org/drawingml/2006/main" noGrp="1"/>
          </p:cNvSpPr>
          <p:nvPr/>
        </p:nvSpPr>
        <p:spPr>
          <a:xfrm xmlns:a="http://schemas.openxmlformats.org/drawingml/2006/main">
            <a:off x="762000" y="2162175"/>
            <a:ext cx="3238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46536A"/>
                </a:solidFill>
                <a:latin typeface="Noto Sans SC"/>
                <a:ea typeface="Noto Sans SC"/>
                <a:cs typeface="Noto Sans SC"/>
              </a:defRPr>
            </a:defPPr>
            <a:lvl1pPr algn="l">
              <a:defRPr sz="1575" b="0">
                <a:solidFill>
                  <a:srgbClr val="46536A"/>
                </a:solidFill>
                <a:latin typeface="Noto Sans SC"/>
                <a:ea typeface="Noto Sans SC"/>
                <a:cs typeface="Noto Sans SC"/>
              </a:defRPr>
            </a:lvl1pPr>
            <a:lvl2pPr algn="l">
              <a:defRPr sz="1575" b="0">
                <a:solidFill>
                  <a:srgbClr val="46536A"/>
                </a:solidFill>
                <a:latin typeface="Noto Sans SC"/>
                <a:ea typeface="Noto Sans SC"/>
                <a:cs typeface="Noto Sans SC"/>
              </a:defRPr>
            </a:lvl2pPr>
            <a:lvl3pPr algn="l">
              <a:defRPr sz="1575" b="0">
                <a:solidFill>
                  <a:srgbClr val="46536A"/>
                </a:solidFill>
                <a:latin typeface="Noto Sans SC"/>
                <a:ea typeface="Noto Sans SC"/>
                <a:cs typeface="Noto Sans SC"/>
              </a:defRPr>
            </a:lvl3pPr>
            <a:lvl4pPr algn="l">
              <a:defRPr sz="1575" b="0">
                <a:solidFill>
                  <a:srgbClr val="46536A"/>
                </a:solidFill>
                <a:latin typeface="Noto Sans SC"/>
                <a:ea typeface="Noto Sans SC"/>
                <a:cs typeface="Noto Sans SC"/>
              </a:defRPr>
            </a:lvl4pPr>
            <a:lvl5pPr algn="l">
              <a:defRPr sz="1575" b="0">
                <a:solidFill>
                  <a:srgbClr val="46536A"/>
                </a:solidFill>
                <a:latin typeface="Noto Sans SC"/>
                <a:ea typeface="Noto Sans SC"/>
                <a:cs typeface="Noto Sans SC"/>
              </a:defRPr>
            </a:lvl5pPr>
            <a:lvl6pPr algn="l">
              <a:defRPr sz="1575" b="0">
                <a:solidFill>
                  <a:srgbClr val="46536A"/>
                </a:solidFill>
                <a:latin typeface="Noto Sans SC"/>
                <a:ea typeface="Noto Sans SC"/>
                <a:cs typeface="Noto Sans SC"/>
              </a:defRPr>
            </a:lvl6pPr>
            <a:lvl7pPr algn="l">
              <a:defRPr sz="1575" b="0">
                <a:solidFill>
                  <a:srgbClr val="46536A"/>
                </a:solidFill>
                <a:latin typeface="Noto Sans SC"/>
                <a:ea typeface="Noto Sans SC"/>
                <a:cs typeface="Noto Sans SC"/>
              </a:defRPr>
            </a:lvl7pPr>
            <a:lvl8pPr algn="l">
              <a:defRPr sz="1575" b="0">
                <a:solidFill>
                  <a:srgbClr val="46536A"/>
                </a:solidFill>
                <a:latin typeface="Noto Sans SC"/>
                <a:ea typeface="Noto Sans SC"/>
                <a:cs typeface="Noto Sans SC"/>
              </a:defRPr>
            </a:lvl8pPr>
            <a:lvl9pPr algn="l">
              <a:defRPr sz="1575" b="0">
                <a:solidFill>
                  <a:srgbClr val="46536A"/>
                </a:solidFill>
                <a:latin typeface="Noto Sans SC"/>
                <a:ea typeface="Noto Sans SC"/>
                <a:cs typeface="Noto Sans SC"/>
              </a:defRPr>
            </a:lvl9pPr>
          </a:lstStyle>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边界距离随时间回归</a:t>
            </a:r>
          </a:p>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结合区域内外与运动条件</a:t>
            </a:r>
          </a:p>
        </p:txBody>
      </p:sp>
      <p:sp>
        <p:nvSpPr>
          <p:cNvPr id="12" name="o11">
            <a:extLst xmlns:a="http://schemas.openxmlformats.org/drawingml/2006/main">
              <a:ext uri="{FF2B5EF4-FFF2-40B4-BE49-F238E27FC236}">
                <a16:creationId xmlns:a16="http://schemas.microsoft.com/office/drawing/2014/main" id="{D86CAC3B-ED73-4E78-A2B0-AA44A4648F9B}"/>
              </a:ext>
            </a:extLst>
          </p:cNvPr>
          <p:cNvSpPr>
            <a:spLocks xmlns:a="http://schemas.openxmlformats.org/drawingml/2006/main" noGrp="1"/>
          </p:cNvSpPr>
          <p:nvPr/>
        </p:nvSpPr>
        <p:spPr>
          <a:xfrm xmlns:a="http://schemas.openxmlformats.org/drawingml/2006/main">
            <a:off x="4324350" y="1609725"/>
            <a:ext cx="3543300" cy="1562100"/>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13" name="line-10">
            <a:extLst xmlns:a="http://schemas.openxmlformats.org/drawingml/2006/main">
              <a:ext uri="{FF2B5EF4-FFF2-40B4-BE49-F238E27FC236}">
                <a16:creationId xmlns:a16="http://schemas.microsoft.com/office/drawing/2014/main" id="{B0BCCFC2-9164-4EE5-B7E8-56FE176E0DA1}"/>
              </a:ext>
            </a:extLst>
          </p:cNvPr>
          <p:cNvSpPr>
            <a:spLocks xmlns:a="http://schemas.openxmlformats.org/drawingml/2006/main" noGrp="1"/>
          </p:cNvSpPr>
          <p:nvPr/>
        </p:nvSpPr>
        <p:spPr>
          <a:xfrm xmlns:a="http://schemas.openxmlformats.org/drawingml/2006/main" flipV="0">
            <a:off x="4324350" y="1609725"/>
            <a:ext cx="3543300" cy="953"/>
          </a:xfrm>
          <a:prstGeom xmlns:a="http://schemas.openxmlformats.org/drawingml/2006/main" prst="line">
            <a:avLst/>
          </a:prstGeom>
          <a:noFill xmlns:a="http://schemas.openxmlformats.org/drawingml/2006/main"/>
          <a:ln xmlns:a="http://schemas.openxmlformats.org/drawingml/2006/main" w="28575">
            <a:solidFill>
              <a:srgbClr val="0F6E73"/>
            </a:solidFill>
            <a:prstDash val="solid"/>
          </a:ln>
        </p:spPr>
      </p:sp>
      <p:sp>
        <p:nvSpPr>
          <p:cNvPr id="14" name="o13">
            <a:extLst xmlns:a="http://schemas.openxmlformats.org/drawingml/2006/main">
              <a:ext uri="{FF2B5EF4-FFF2-40B4-BE49-F238E27FC236}">
                <a16:creationId xmlns:a16="http://schemas.microsoft.com/office/drawing/2014/main" id="{A30A8F22-120D-4FF9-8F15-014B5F2A0054}"/>
              </a:ext>
            </a:extLst>
          </p:cNvPr>
          <p:cNvSpPr>
            <a:spLocks xmlns:a="http://schemas.openxmlformats.org/drawingml/2006/main" noGrp="1"/>
          </p:cNvSpPr>
          <p:nvPr/>
        </p:nvSpPr>
        <p:spPr>
          <a:xfrm xmlns:a="http://schemas.openxmlformats.org/drawingml/2006/main">
            <a:off x="4476750" y="1704975"/>
            <a:ext cx="323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0F6E73"/>
                </a:solidFill>
                <a:latin typeface="Noto Sans SC"/>
                <a:ea typeface="Noto Sans SC"/>
                <a:cs typeface="Noto Sans SC"/>
              </a:defRPr>
            </a:defPPr>
            <a:lvl1pPr algn="l">
              <a:defRPr sz="1800" b="1">
                <a:solidFill>
                  <a:srgbClr val="0F6E73"/>
                </a:solidFill>
                <a:latin typeface="Noto Sans SC"/>
                <a:ea typeface="Noto Sans SC"/>
                <a:cs typeface="Noto Sans SC"/>
              </a:defRPr>
            </a:lvl1pPr>
            <a:lvl2pPr algn="l">
              <a:defRPr sz="1800" b="1">
                <a:solidFill>
                  <a:srgbClr val="0F6E73"/>
                </a:solidFill>
                <a:latin typeface="Noto Sans SC"/>
                <a:ea typeface="Noto Sans SC"/>
                <a:cs typeface="Noto Sans SC"/>
              </a:defRPr>
            </a:lvl2pPr>
            <a:lvl3pPr algn="l">
              <a:defRPr sz="1800" b="1">
                <a:solidFill>
                  <a:srgbClr val="0F6E73"/>
                </a:solidFill>
                <a:latin typeface="Noto Sans SC"/>
                <a:ea typeface="Noto Sans SC"/>
                <a:cs typeface="Noto Sans SC"/>
              </a:defRPr>
            </a:lvl3pPr>
            <a:lvl4pPr algn="l">
              <a:defRPr sz="1800" b="1">
                <a:solidFill>
                  <a:srgbClr val="0F6E73"/>
                </a:solidFill>
                <a:latin typeface="Noto Sans SC"/>
                <a:ea typeface="Noto Sans SC"/>
                <a:cs typeface="Noto Sans SC"/>
              </a:defRPr>
            </a:lvl4pPr>
            <a:lvl5pPr algn="l">
              <a:defRPr sz="1800" b="1">
                <a:solidFill>
                  <a:srgbClr val="0F6E73"/>
                </a:solidFill>
                <a:latin typeface="Noto Sans SC"/>
                <a:ea typeface="Noto Sans SC"/>
                <a:cs typeface="Noto Sans SC"/>
              </a:defRPr>
            </a:lvl5pPr>
            <a:lvl6pPr algn="l">
              <a:defRPr sz="1800" b="1">
                <a:solidFill>
                  <a:srgbClr val="0F6E73"/>
                </a:solidFill>
                <a:latin typeface="Noto Sans SC"/>
                <a:ea typeface="Noto Sans SC"/>
                <a:cs typeface="Noto Sans SC"/>
              </a:defRPr>
            </a:lvl6pPr>
            <a:lvl7pPr algn="l">
              <a:defRPr sz="1800" b="1">
                <a:solidFill>
                  <a:srgbClr val="0F6E73"/>
                </a:solidFill>
                <a:latin typeface="Noto Sans SC"/>
                <a:ea typeface="Noto Sans SC"/>
                <a:cs typeface="Noto Sans SC"/>
              </a:defRPr>
            </a:lvl7pPr>
            <a:lvl8pPr algn="l">
              <a:defRPr sz="1800" b="1">
                <a:solidFill>
                  <a:srgbClr val="0F6E73"/>
                </a:solidFill>
                <a:latin typeface="Noto Sans SC"/>
                <a:ea typeface="Noto Sans SC"/>
                <a:cs typeface="Noto Sans SC"/>
              </a:defRPr>
            </a:lvl8pPr>
            <a:lvl9pPr algn="l">
              <a:defRPr sz="1800" b="1">
                <a:solidFill>
                  <a:srgbClr val="0F6E73"/>
                </a:solidFill>
                <a:latin typeface="Noto Sans SC"/>
                <a:ea typeface="Noto Sans SC"/>
                <a:cs typeface="Noto Sans SC"/>
              </a:defRPr>
            </a:lvl9pPr>
          </a:lstStyle>
          <a:p xmlns:a="http://schemas.openxmlformats.org/drawingml/2006/main">
            <a:pPr algn="l">
              <a:defRPr sz="1800" b="1">
                <a:solidFill>
                  <a:srgbClr val="0F6E73"/>
                </a:solidFill>
                <a:latin typeface="Noto Sans SC"/>
                <a:ea typeface="Noto Sans SC"/>
                <a:cs typeface="Noto Sans SC"/>
              </a:defRPr>
            </a:pPr>
            <a:r>
              <a:rPr sz="1800" b="1">
                <a:solidFill>
                  <a:srgbClr val="0F6E73"/>
                </a:solidFill>
                <a:latin typeface="Noto Sans SC"/>
                <a:ea typeface="Noto Sans SC"/>
                <a:cs typeface="Noto Sans SC"/>
              </a:rPr>
              <a:t>⑤ 适配器阶段</a:t>
            </a:r>
          </a:p>
        </p:txBody>
      </p:sp>
      <p:sp>
        <p:nvSpPr>
          <p:cNvPr id="15" name="o14">
            <a:extLst xmlns:a="http://schemas.openxmlformats.org/drawingml/2006/main">
              <a:ext uri="{FF2B5EF4-FFF2-40B4-BE49-F238E27FC236}">
                <a16:creationId xmlns:a16="http://schemas.microsoft.com/office/drawing/2014/main" id="{0B00E32C-3810-4E4F-B2FA-86B85C959293}"/>
              </a:ext>
            </a:extLst>
          </p:cNvPr>
          <p:cNvSpPr>
            <a:spLocks xmlns:a="http://schemas.openxmlformats.org/drawingml/2006/main" noGrp="1"/>
          </p:cNvSpPr>
          <p:nvPr/>
        </p:nvSpPr>
        <p:spPr>
          <a:xfrm xmlns:a="http://schemas.openxmlformats.org/drawingml/2006/main">
            <a:off x="4476750" y="2162175"/>
            <a:ext cx="3238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46536A"/>
                </a:solidFill>
                <a:latin typeface="Noto Sans SC"/>
                <a:ea typeface="Noto Sans SC"/>
                <a:cs typeface="Noto Sans SC"/>
              </a:defRPr>
            </a:defPPr>
            <a:lvl1pPr algn="l">
              <a:defRPr sz="1575" b="0">
                <a:solidFill>
                  <a:srgbClr val="46536A"/>
                </a:solidFill>
                <a:latin typeface="Noto Sans SC"/>
                <a:ea typeface="Noto Sans SC"/>
                <a:cs typeface="Noto Sans SC"/>
              </a:defRPr>
            </a:lvl1pPr>
            <a:lvl2pPr algn="l">
              <a:defRPr sz="1575" b="0">
                <a:solidFill>
                  <a:srgbClr val="46536A"/>
                </a:solidFill>
                <a:latin typeface="Noto Sans SC"/>
                <a:ea typeface="Noto Sans SC"/>
                <a:cs typeface="Noto Sans SC"/>
              </a:defRPr>
            </a:lvl2pPr>
            <a:lvl3pPr algn="l">
              <a:defRPr sz="1575" b="0">
                <a:solidFill>
                  <a:srgbClr val="46536A"/>
                </a:solidFill>
                <a:latin typeface="Noto Sans SC"/>
                <a:ea typeface="Noto Sans SC"/>
                <a:cs typeface="Noto Sans SC"/>
              </a:defRPr>
            </a:lvl3pPr>
            <a:lvl4pPr algn="l">
              <a:defRPr sz="1575" b="0">
                <a:solidFill>
                  <a:srgbClr val="46536A"/>
                </a:solidFill>
                <a:latin typeface="Noto Sans SC"/>
                <a:ea typeface="Noto Sans SC"/>
                <a:cs typeface="Noto Sans SC"/>
              </a:defRPr>
            </a:lvl4pPr>
            <a:lvl5pPr algn="l">
              <a:defRPr sz="1575" b="0">
                <a:solidFill>
                  <a:srgbClr val="46536A"/>
                </a:solidFill>
                <a:latin typeface="Noto Sans SC"/>
                <a:ea typeface="Noto Sans SC"/>
                <a:cs typeface="Noto Sans SC"/>
              </a:defRPr>
            </a:lvl5pPr>
            <a:lvl6pPr algn="l">
              <a:defRPr sz="1575" b="0">
                <a:solidFill>
                  <a:srgbClr val="46536A"/>
                </a:solidFill>
                <a:latin typeface="Noto Sans SC"/>
                <a:ea typeface="Noto Sans SC"/>
                <a:cs typeface="Noto Sans SC"/>
              </a:defRPr>
            </a:lvl6pPr>
            <a:lvl7pPr algn="l">
              <a:defRPr sz="1575" b="0">
                <a:solidFill>
                  <a:srgbClr val="46536A"/>
                </a:solidFill>
                <a:latin typeface="Noto Sans SC"/>
                <a:ea typeface="Noto Sans SC"/>
                <a:cs typeface="Noto Sans SC"/>
              </a:defRPr>
            </a:lvl7pPr>
            <a:lvl8pPr algn="l">
              <a:defRPr sz="1575" b="0">
                <a:solidFill>
                  <a:srgbClr val="46536A"/>
                </a:solidFill>
                <a:latin typeface="Noto Sans SC"/>
                <a:ea typeface="Noto Sans SC"/>
                <a:cs typeface="Noto Sans SC"/>
              </a:defRPr>
            </a:lvl8pPr>
            <a:lvl9pPr algn="l">
              <a:defRPr sz="1575" b="0">
                <a:solidFill>
                  <a:srgbClr val="46536A"/>
                </a:solidFill>
                <a:latin typeface="Noto Sans SC"/>
                <a:ea typeface="Noto Sans SC"/>
                <a:cs typeface="Noto Sans SC"/>
              </a:defRPr>
            </a:lvl9pPr>
          </a:lstStyle>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近期三点距离变化</a:t>
            </a:r>
          </a:p>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同设施且有效时优先使用</a:t>
            </a:r>
          </a:p>
        </p:txBody>
      </p:sp>
      <p:sp>
        <p:nvSpPr>
          <p:cNvPr id="16" name="o15">
            <a:extLst xmlns:a="http://schemas.openxmlformats.org/drawingml/2006/main">
              <a:ext uri="{FF2B5EF4-FFF2-40B4-BE49-F238E27FC236}">
                <a16:creationId xmlns:a16="http://schemas.microsoft.com/office/drawing/2014/main" id="{FF408823-6DF1-4659-BBFF-1C96F66691C5}"/>
              </a:ext>
            </a:extLst>
          </p:cNvPr>
          <p:cNvSpPr>
            <a:spLocks xmlns:a="http://schemas.openxmlformats.org/drawingml/2006/main" noGrp="1"/>
          </p:cNvSpPr>
          <p:nvPr/>
        </p:nvSpPr>
        <p:spPr>
          <a:xfrm xmlns:a="http://schemas.openxmlformats.org/drawingml/2006/main">
            <a:off x="8039100" y="1609725"/>
            <a:ext cx="3543300" cy="1562100"/>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17" name="line-13">
            <a:extLst xmlns:a="http://schemas.openxmlformats.org/drawingml/2006/main">
              <a:ext uri="{FF2B5EF4-FFF2-40B4-BE49-F238E27FC236}">
                <a16:creationId xmlns:a16="http://schemas.microsoft.com/office/drawing/2014/main" id="{C73C7A05-C5BB-48BA-B4F8-EF25A796A7FD}"/>
              </a:ext>
            </a:extLst>
          </p:cNvPr>
          <p:cNvSpPr>
            <a:spLocks xmlns:a="http://schemas.openxmlformats.org/drawingml/2006/main" noGrp="1"/>
          </p:cNvSpPr>
          <p:nvPr/>
        </p:nvSpPr>
        <p:spPr>
          <a:xfrm xmlns:a="http://schemas.openxmlformats.org/drawingml/2006/main" flipV="0">
            <a:off x="8039100" y="1609725"/>
            <a:ext cx="3543300" cy="953"/>
          </a:xfrm>
          <a:prstGeom xmlns:a="http://schemas.openxmlformats.org/drawingml/2006/main" prst="line">
            <a:avLst/>
          </a:prstGeom>
          <a:noFill xmlns:a="http://schemas.openxmlformats.org/drawingml/2006/main"/>
          <a:ln xmlns:a="http://schemas.openxmlformats.org/drawingml/2006/main" w="28575">
            <a:solidFill>
              <a:srgbClr val="B85A1E"/>
            </a:solidFill>
            <a:prstDash val="solid"/>
          </a:ln>
        </p:spPr>
      </p:sp>
      <p:sp>
        <p:nvSpPr>
          <p:cNvPr id="18" name="o17">
            <a:extLst xmlns:a="http://schemas.openxmlformats.org/drawingml/2006/main">
              <a:ext uri="{FF2B5EF4-FFF2-40B4-BE49-F238E27FC236}">
                <a16:creationId xmlns:a16="http://schemas.microsoft.com/office/drawing/2014/main" id="{ED078C91-6111-415F-BC19-BB681ED69E2B}"/>
              </a:ext>
            </a:extLst>
          </p:cNvPr>
          <p:cNvSpPr>
            <a:spLocks xmlns:a="http://schemas.openxmlformats.org/drawingml/2006/main" noGrp="1"/>
          </p:cNvSpPr>
          <p:nvPr/>
        </p:nvSpPr>
        <p:spPr>
          <a:xfrm xmlns:a="http://schemas.openxmlformats.org/drawingml/2006/main">
            <a:off x="8191500" y="1704975"/>
            <a:ext cx="323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B85A1E"/>
                </a:solidFill>
                <a:latin typeface="Noto Sans SC"/>
                <a:ea typeface="Noto Sans SC"/>
                <a:cs typeface="Noto Sans SC"/>
              </a:defRPr>
            </a:defPPr>
            <a:lvl1pPr algn="l">
              <a:defRPr sz="1800" b="1">
                <a:solidFill>
                  <a:srgbClr val="B85A1E"/>
                </a:solidFill>
                <a:latin typeface="Noto Sans SC"/>
                <a:ea typeface="Noto Sans SC"/>
                <a:cs typeface="Noto Sans SC"/>
              </a:defRPr>
            </a:lvl1pPr>
            <a:lvl2pPr algn="l">
              <a:defRPr sz="1800" b="1">
                <a:solidFill>
                  <a:srgbClr val="B85A1E"/>
                </a:solidFill>
                <a:latin typeface="Noto Sans SC"/>
                <a:ea typeface="Noto Sans SC"/>
                <a:cs typeface="Noto Sans SC"/>
              </a:defRPr>
            </a:lvl2pPr>
            <a:lvl3pPr algn="l">
              <a:defRPr sz="1800" b="1">
                <a:solidFill>
                  <a:srgbClr val="B85A1E"/>
                </a:solidFill>
                <a:latin typeface="Noto Sans SC"/>
                <a:ea typeface="Noto Sans SC"/>
                <a:cs typeface="Noto Sans SC"/>
              </a:defRPr>
            </a:lvl3pPr>
            <a:lvl4pPr algn="l">
              <a:defRPr sz="1800" b="1">
                <a:solidFill>
                  <a:srgbClr val="B85A1E"/>
                </a:solidFill>
                <a:latin typeface="Noto Sans SC"/>
                <a:ea typeface="Noto Sans SC"/>
                <a:cs typeface="Noto Sans SC"/>
              </a:defRPr>
            </a:lvl4pPr>
            <a:lvl5pPr algn="l">
              <a:defRPr sz="1800" b="1">
                <a:solidFill>
                  <a:srgbClr val="B85A1E"/>
                </a:solidFill>
                <a:latin typeface="Noto Sans SC"/>
                <a:ea typeface="Noto Sans SC"/>
                <a:cs typeface="Noto Sans SC"/>
              </a:defRPr>
            </a:lvl5pPr>
            <a:lvl6pPr algn="l">
              <a:defRPr sz="1800" b="1">
                <a:solidFill>
                  <a:srgbClr val="B85A1E"/>
                </a:solidFill>
                <a:latin typeface="Noto Sans SC"/>
                <a:ea typeface="Noto Sans SC"/>
                <a:cs typeface="Noto Sans SC"/>
              </a:defRPr>
            </a:lvl6pPr>
            <a:lvl7pPr algn="l">
              <a:defRPr sz="1800" b="1">
                <a:solidFill>
                  <a:srgbClr val="B85A1E"/>
                </a:solidFill>
                <a:latin typeface="Noto Sans SC"/>
                <a:ea typeface="Noto Sans SC"/>
                <a:cs typeface="Noto Sans SC"/>
              </a:defRPr>
            </a:lvl7pPr>
            <a:lvl8pPr algn="l">
              <a:defRPr sz="1800" b="1">
                <a:solidFill>
                  <a:srgbClr val="B85A1E"/>
                </a:solidFill>
                <a:latin typeface="Noto Sans SC"/>
                <a:ea typeface="Noto Sans SC"/>
                <a:cs typeface="Noto Sans SC"/>
              </a:defRPr>
            </a:lvl8pPr>
            <a:lvl9pPr algn="l">
              <a:defRPr sz="1800" b="1">
                <a:solidFill>
                  <a:srgbClr val="B85A1E"/>
                </a:solidFill>
                <a:latin typeface="Noto Sans SC"/>
                <a:ea typeface="Noto Sans SC"/>
                <a:cs typeface="Noto Sans SC"/>
              </a:defRPr>
            </a:lvl9pPr>
          </a:lstStyle>
          <a:p xmlns:a="http://schemas.openxmlformats.org/drawingml/2006/main">
            <a:pPr algn="l">
              <a:defRPr sz="1800" b="1">
                <a:solidFill>
                  <a:srgbClr val="B85A1E"/>
                </a:solidFill>
                <a:latin typeface="Noto Sans SC"/>
                <a:ea typeface="Noto Sans SC"/>
                <a:cs typeface="Noto Sans SC"/>
              </a:defRPr>
            </a:pPr>
            <a:r>
              <a:rPr sz="1800" b="1">
                <a:solidFill>
                  <a:srgbClr val="B85A1E"/>
                </a:solidFill>
                <a:latin typeface="Noto Sans SC"/>
                <a:ea typeface="Noto Sans SC"/>
                <a:cs typeface="Noto Sans SC"/>
              </a:rPr>
              <a:t>⑥ 引擎条件回退</a:t>
            </a:r>
          </a:p>
        </p:txBody>
      </p:sp>
      <p:sp>
        <p:nvSpPr>
          <p:cNvPr id="19" name="o18">
            <a:extLst xmlns:a="http://schemas.openxmlformats.org/drawingml/2006/main">
              <a:ext uri="{FF2B5EF4-FFF2-40B4-BE49-F238E27FC236}">
                <a16:creationId xmlns:a16="http://schemas.microsoft.com/office/drawing/2014/main" id="{EE1942B1-8B9B-4034-9BAD-8B72D9DE423D}"/>
              </a:ext>
            </a:extLst>
          </p:cNvPr>
          <p:cNvSpPr>
            <a:spLocks xmlns:a="http://schemas.openxmlformats.org/drawingml/2006/main" noGrp="1"/>
          </p:cNvSpPr>
          <p:nvPr/>
        </p:nvSpPr>
        <p:spPr>
          <a:xfrm xmlns:a="http://schemas.openxmlformats.org/drawingml/2006/main">
            <a:off x="8191500" y="2162175"/>
            <a:ext cx="3238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46536A"/>
                </a:solidFill>
                <a:latin typeface="Noto Sans SC"/>
                <a:ea typeface="Noto Sans SC"/>
                <a:cs typeface="Noto Sans SC"/>
              </a:defRPr>
            </a:defPPr>
            <a:lvl1pPr algn="l">
              <a:defRPr sz="1575" b="0">
                <a:solidFill>
                  <a:srgbClr val="46536A"/>
                </a:solidFill>
                <a:latin typeface="Noto Sans SC"/>
                <a:ea typeface="Noto Sans SC"/>
                <a:cs typeface="Noto Sans SC"/>
              </a:defRPr>
            </a:lvl1pPr>
            <a:lvl2pPr algn="l">
              <a:defRPr sz="1575" b="0">
                <a:solidFill>
                  <a:srgbClr val="46536A"/>
                </a:solidFill>
                <a:latin typeface="Noto Sans SC"/>
                <a:ea typeface="Noto Sans SC"/>
                <a:cs typeface="Noto Sans SC"/>
              </a:defRPr>
            </a:lvl2pPr>
            <a:lvl3pPr algn="l">
              <a:defRPr sz="1575" b="0">
                <a:solidFill>
                  <a:srgbClr val="46536A"/>
                </a:solidFill>
                <a:latin typeface="Noto Sans SC"/>
                <a:ea typeface="Noto Sans SC"/>
                <a:cs typeface="Noto Sans SC"/>
              </a:defRPr>
            </a:lvl3pPr>
            <a:lvl4pPr algn="l">
              <a:defRPr sz="1575" b="0">
                <a:solidFill>
                  <a:srgbClr val="46536A"/>
                </a:solidFill>
                <a:latin typeface="Noto Sans SC"/>
                <a:ea typeface="Noto Sans SC"/>
                <a:cs typeface="Noto Sans SC"/>
              </a:defRPr>
            </a:lvl4pPr>
            <a:lvl5pPr algn="l">
              <a:defRPr sz="1575" b="0">
                <a:solidFill>
                  <a:srgbClr val="46536A"/>
                </a:solidFill>
                <a:latin typeface="Noto Sans SC"/>
                <a:ea typeface="Noto Sans SC"/>
                <a:cs typeface="Noto Sans SC"/>
              </a:defRPr>
            </a:lvl5pPr>
            <a:lvl6pPr algn="l">
              <a:defRPr sz="1575" b="0">
                <a:solidFill>
                  <a:srgbClr val="46536A"/>
                </a:solidFill>
                <a:latin typeface="Noto Sans SC"/>
                <a:ea typeface="Noto Sans SC"/>
                <a:cs typeface="Noto Sans SC"/>
              </a:defRPr>
            </a:lvl6pPr>
            <a:lvl7pPr algn="l">
              <a:defRPr sz="1575" b="0">
                <a:solidFill>
                  <a:srgbClr val="46536A"/>
                </a:solidFill>
                <a:latin typeface="Noto Sans SC"/>
                <a:ea typeface="Noto Sans SC"/>
                <a:cs typeface="Noto Sans SC"/>
              </a:defRPr>
            </a:lvl7pPr>
            <a:lvl8pPr algn="l">
              <a:defRPr sz="1575" b="0">
                <a:solidFill>
                  <a:srgbClr val="46536A"/>
                </a:solidFill>
                <a:latin typeface="Noto Sans SC"/>
                <a:ea typeface="Noto Sans SC"/>
                <a:cs typeface="Noto Sans SC"/>
              </a:defRPr>
            </a:lvl8pPr>
            <a:lvl9pPr algn="l">
              <a:defRPr sz="1575" b="0">
                <a:solidFill>
                  <a:srgbClr val="46536A"/>
                </a:solidFill>
                <a:latin typeface="Noto Sans SC"/>
                <a:ea typeface="Noto Sans SC"/>
                <a:cs typeface="Noto Sans SC"/>
              </a:defRPr>
            </a:lvl9pPr>
          </a:lstStyle>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主设施与作用域速度</a:t>
            </a:r>
          </a:p>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相关、趋近、速度有效</a:t>
            </a:r>
          </a:p>
        </p:txBody>
      </p:sp>
      <p:sp>
        <p:nvSpPr>
          <p:cNvPr id="20" name="line-15">
            <a:extLst xmlns:a="http://schemas.openxmlformats.org/drawingml/2006/main">
              <a:ext uri="{FF2B5EF4-FFF2-40B4-BE49-F238E27FC236}">
                <a16:creationId xmlns:a16="http://schemas.microsoft.com/office/drawing/2014/main" id="{670D5B3C-BAEA-4043-B1DA-17BE62FCC0B4}"/>
              </a:ext>
            </a:extLst>
          </p:cNvPr>
          <p:cNvSpPr>
            <a:spLocks xmlns:a="http://schemas.openxmlformats.org/drawingml/2006/main" noGrp="1"/>
          </p:cNvSpPr>
          <p:nvPr/>
        </p:nvSpPr>
        <p:spPr>
          <a:xfrm xmlns:a="http://schemas.openxmlformats.org/drawingml/2006/main" flipV="0">
            <a:off x="609600" y="4676775"/>
            <a:ext cx="10972800" cy="953"/>
          </a:xfrm>
          <a:prstGeom xmlns:a="http://schemas.openxmlformats.org/drawingml/2006/main" prst="line">
            <a:avLst/>
          </a:prstGeom>
          <a:noFill xmlns:a="http://schemas.openxmlformats.org/drawingml/2006/main"/>
          <a:ln xmlns:a="http://schemas.openxmlformats.org/drawingml/2006/main" w="28575">
            <a:solidFill>
              <a:srgbClr val="B85A1E"/>
            </a:solidFill>
            <a:prstDash val="solid"/>
          </a:ln>
        </p:spPr>
      </p:sp>
      <p:sp>
        <p:nvSpPr>
          <p:cNvPr id="21" name="o20">
            <a:extLst xmlns:a="http://schemas.openxmlformats.org/drawingml/2006/main">
              <a:ext uri="{FF2B5EF4-FFF2-40B4-BE49-F238E27FC236}">
                <a16:creationId xmlns:a16="http://schemas.microsoft.com/office/drawing/2014/main" id="{A75D3307-CD69-403E-A9BD-C99021D3485A}"/>
              </a:ext>
            </a:extLst>
          </p:cNvPr>
          <p:cNvSpPr>
            <a:spLocks xmlns:a="http://schemas.openxmlformats.org/drawingml/2006/main" noGrp="1"/>
          </p:cNvSpPr>
          <p:nvPr/>
        </p:nvSpPr>
        <p:spPr>
          <a:xfrm xmlns:a="http://schemas.openxmlformats.org/drawingml/2006/main">
            <a:off x="609600" y="4676775"/>
            <a:ext cx="10972800" cy="1076325"/>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22" name="line-16">
            <a:extLst xmlns:a="http://schemas.openxmlformats.org/drawingml/2006/main">
              <a:ext uri="{FF2B5EF4-FFF2-40B4-BE49-F238E27FC236}">
                <a16:creationId xmlns:a16="http://schemas.microsoft.com/office/drawing/2014/main" id="{64617FF1-B730-4998-9B32-E40B55808ABE}"/>
              </a:ext>
            </a:extLst>
          </p:cNvPr>
          <p:cNvSpPr>
            <a:spLocks xmlns:a="http://schemas.openxmlformats.org/drawingml/2006/main" noGrp="1"/>
          </p:cNvSpPr>
          <p:nvPr/>
        </p:nvSpPr>
        <p:spPr>
          <a:xfrm xmlns:a="http://schemas.openxmlformats.org/drawingml/2006/main" flipV="0">
            <a:off x="609600" y="4676775"/>
            <a:ext cx="10972800" cy="953"/>
          </a:xfrm>
          <a:prstGeom xmlns:a="http://schemas.openxmlformats.org/drawingml/2006/main" prst="line">
            <a:avLst/>
          </a:prstGeom>
          <a:noFill xmlns:a="http://schemas.openxmlformats.org/drawingml/2006/main"/>
          <a:ln xmlns:a="http://schemas.openxmlformats.org/drawingml/2006/main" w="28575">
            <a:solidFill>
              <a:srgbClr val="B85A1E"/>
            </a:solidFill>
            <a:prstDash val="solid"/>
          </a:ln>
        </p:spPr>
      </p:sp>
      <p:sp>
        <p:nvSpPr>
          <p:cNvPr id="23" name="o22">
            <a:extLst xmlns:a="http://schemas.openxmlformats.org/drawingml/2006/main">
              <a:ext uri="{FF2B5EF4-FFF2-40B4-BE49-F238E27FC236}">
                <a16:creationId xmlns:a16="http://schemas.microsoft.com/office/drawing/2014/main" id="{79CA49B3-2CDA-4A3B-BAB6-4160499507D4}"/>
              </a:ext>
            </a:extLst>
          </p:cNvPr>
          <p:cNvSpPr>
            <a:spLocks xmlns:a="http://schemas.openxmlformats.org/drawingml/2006/main" noGrp="1"/>
          </p:cNvSpPr>
          <p:nvPr/>
        </p:nvSpPr>
        <p:spPr>
          <a:xfrm xmlns:a="http://schemas.openxmlformats.org/drawingml/2006/main">
            <a:off x="762000" y="4772025"/>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B85A1E"/>
                </a:solidFill>
                <a:latin typeface="Noto Sans SC"/>
                <a:ea typeface="Noto Sans SC"/>
                <a:cs typeface="Noto Sans SC"/>
              </a:defRPr>
            </a:defPPr>
            <a:lvl1pPr algn="l">
              <a:defRPr sz="1650" b="1">
                <a:solidFill>
                  <a:srgbClr val="B85A1E"/>
                </a:solidFill>
                <a:latin typeface="Noto Sans SC"/>
                <a:ea typeface="Noto Sans SC"/>
                <a:cs typeface="Noto Sans SC"/>
              </a:defRPr>
            </a:lvl1pPr>
            <a:lvl2pPr algn="l">
              <a:defRPr sz="1650" b="1">
                <a:solidFill>
                  <a:srgbClr val="B85A1E"/>
                </a:solidFill>
                <a:latin typeface="Noto Sans SC"/>
                <a:ea typeface="Noto Sans SC"/>
                <a:cs typeface="Noto Sans SC"/>
              </a:defRPr>
            </a:lvl2pPr>
            <a:lvl3pPr algn="l">
              <a:defRPr sz="1650" b="1">
                <a:solidFill>
                  <a:srgbClr val="B85A1E"/>
                </a:solidFill>
                <a:latin typeface="Noto Sans SC"/>
                <a:ea typeface="Noto Sans SC"/>
                <a:cs typeface="Noto Sans SC"/>
              </a:defRPr>
            </a:lvl3pPr>
            <a:lvl4pPr algn="l">
              <a:defRPr sz="1650" b="1">
                <a:solidFill>
                  <a:srgbClr val="B85A1E"/>
                </a:solidFill>
                <a:latin typeface="Noto Sans SC"/>
                <a:ea typeface="Noto Sans SC"/>
                <a:cs typeface="Noto Sans SC"/>
              </a:defRPr>
            </a:lvl4pPr>
            <a:lvl5pPr algn="l">
              <a:defRPr sz="1650" b="1">
                <a:solidFill>
                  <a:srgbClr val="B85A1E"/>
                </a:solidFill>
                <a:latin typeface="Noto Sans SC"/>
                <a:ea typeface="Noto Sans SC"/>
                <a:cs typeface="Noto Sans SC"/>
              </a:defRPr>
            </a:lvl5pPr>
            <a:lvl6pPr algn="l">
              <a:defRPr sz="1650" b="1">
                <a:solidFill>
                  <a:srgbClr val="B85A1E"/>
                </a:solidFill>
                <a:latin typeface="Noto Sans SC"/>
                <a:ea typeface="Noto Sans SC"/>
                <a:cs typeface="Noto Sans SC"/>
              </a:defRPr>
            </a:lvl6pPr>
            <a:lvl7pPr algn="l">
              <a:defRPr sz="1650" b="1">
                <a:solidFill>
                  <a:srgbClr val="B85A1E"/>
                </a:solidFill>
                <a:latin typeface="Noto Sans SC"/>
                <a:ea typeface="Noto Sans SC"/>
                <a:cs typeface="Noto Sans SC"/>
              </a:defRPr>
            </a:lvl7pPr>
            <a:lvl8pPr algn="l">
              <a:defRPr sz="1650" b="1">
                <a:solidFill>
                  <a:srgbClr val="B85A1E"/>
                </a:solidFill>
                <a:latin typeface="Noto Sans SC"/>
                <a:ea typeface="Noto Sans SC"/>
                <a:cs typeface="Noto Sans SC"/>
              </a:defRPr>
            </a:lvl8pPr>
            <a:lvl9pPr algn="l">
              <a:defRPr sz="1650" b="1">
                <a:solidFill>
                  <a:srgbClr val="B85A1E"/>
                </a:solidFill>
                <a:latin typeface="Noto Sans SC"/>
                <a:ea typeface="Noto Sans SC"/>
                <a:cs typeface="Noto Sans SC"/>
              </a:defRPr>
            </a:lvl9pPr>
          </a:lstStyle>
          <a:p xmlns:a="http://schemas.openxmlformats.org/drawingml/2006/main">
            <a:pPr algn="l">
              <a:defRPr sz="1650" b="1">
                <a:solidFill>
                  <a:srgbClr val="B85A1E"/>
                </a:solidFill>
                <a:latin typeface="Noto Sans SC"/>
                <a:ea typeface="Noto Sans SC"/>
                <a:cs typeface="Noto Sans SC"/>
              </a:defRPr>
            </a:pPr>
            <a:r>
              <a:rPr sz="1650" b="1">
                <a:solidFill>
                  <a:srgbClr val="B85A1E"/>
                </a:solidFill>
                <a:latin typeface="Noto Sans SC"/>
                <a:ea typeface="Noto Sans SC"/>
                <a:cs typeface="Noto Sans SC"/>
              </a:rPr>
              <a:t>重叠区域夹具中的边界时间</a:t>
            </a:r>
          </a:p>
        </p:txBody>
      </p:sp>
      <p:sp>
        <p:nvSpPr>
          <p:cNvPr id="24" name="o23">
            <a:extLst xmlns:a="http://schemas.openxmlformats.org/drawingml/2006/main">
              <a:ext uri="{FF2B5EF4-FFF2-40B4-BE49-F238E27FC236}">
                <a16:creationId xmlns:a16="http://schemas.microsoft.com/office/drawing/2014/main" id="{865748DD-D45C-492E-90FD-5537BAF2D677}"/>
              </a:ext>
            </a:extLst>
          </p:cNvPr>
          <p:cNvSpPr>
            <a:spLocks xmlns:a="http://schemas.openxmlformats.org/drawingml/2006/main" noGrp="1"/>
          </p:cNvSpPr>
          <p:nvPr/>
        </p:nvSpPr>
        <p:spPr>
          <a:xfrm xmlns:a="http://schemas.openxmlformats.org/drawingml/2006/main">
            <a:off x="762000" y="51244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36A"/>
                </a:solidFill>
                <a:latin typeface="Noto Sans SC"/>
                <a:ea typeface="Noto Sans SC"/>
                <a:cs typeface="Noto Sans SC"/>
              </a:defRPr>
            </a:defPPr>
            <a:lvl1pPr algn="l">
              <a:defRPr sz="1425" b="0">
                <a:solidFill>
                  <a:srgbClr val="46536A"/>
                </a:solidFill>
                <a:latin typeface="Noto Sans SC"/>
                <a:ea typeface="Noto Sans SC"/>
                <a:cs typeface="Noto Sans SC"/>
              </a:defRPr>
            </a:lvl1pPr>
            <a:lvl2pPr algn="l">
              <a:defRPr sz="1425" b="0">
                <a:solidFill>
                  <a:srgbClr val="46536A"/>
                </a:solidFill>
                <a:latin typeface="Noto Sans SC"/>
                <a:ea typeface="Noto Sans SC"/>
                <a:cs typeface="Noto Sans SC"/>
              </a:defRPr>
            </a:lvl2pPr>
            <a:lvl3pPr algn="l">
              <a:defRPr sz="1425" b="0">
                <a:solidFill>
                  <a:srgbClr val="46536A"/>
                </a:solidFill>
                <a:latin typeface="Noto Sans SC"/>
                <a:ea typeface="Noto Sans SC"/>
                <a:cs typeface="Noto Sans SC"/>
              </a:defRPr>
            </a:lvl3pPr>
            <a:lvl4pPr algn="l">
              <a:defRPr sz="1425" b="0">
                <a:solidFill>
                  <a:srgbClr val="46536A"/>
                </a:solidFill>
                <a:latin typeface="Noto Sans SC"/>
                <a:ea typeface="Noto Sans SC"/>
                <a:cs typeface="Noto Sans SC"/>
              </a:defRPr>
            </a:lvl4pPr>
            <a:lvl5pPr algn="l">
              <a:defRPr sz="1425" b="0">
                <a:solidFill>
                  <a:srgbClr val="46536A"/>
                </a:solidFill>
                <a:latin typeface="Noto Sans SC"/>
                <a:ea typeface="Noto Sans SC"/>
                <a:cs typeface="Noto Sans SC"/>
              </a:defRPr>
            </a:lvl5pPr>
            <a:lvl6pPr algn="l">
              <a:defRPr sz="1425" b="0">
                <a:solidFill>
                  <a:srgbClr val="46536A"/>
                </a:solidFill>
                <a:latin typeface="Noto Sans SC"/>
                <a:ea typeface="Noto Sans SC"/>
                <a:cs typeface="Noto Sans SC"/>
              </a:defRPr>
            </a:lvl6pPr>
            <a:lvl7pPr algn="l">
              <a:defRPr sz="1425" b="0">
                <a:solidFill>
                  <a:srgbClr val="46536A"/>
                </a:solidFill>
                <a:latin typeface="Noto Sans SC"/>
                <a:ea typeface="Noto Sans SC"/>
                <a:cs typeface="Noto Sans SC"/>
              </a:defRPr>
            </a:lvl7pPr>
            <a:lvl8pPr algn="l">
              <a:defRPr sz="1425" b="0">
                <a:solidFill>
                  <a:srgbClr val="46536A"/>
                </a:solidFill>
                <a:latin typeface="Noto Sans SC"/>
                <a:ea typeface="Noto Sans SC"/>
                <a:cs typeface="Noto Sans SC"/>
              </a:defRPr>
            </a:lvl8pPr>
            <a:lvl9pPr algn="l">
              <a:defRPr sz="1425" b="0">
                <a:solidFill>
                  <a:srgbClr val="46536A"/>
                </a:solidFill>
                <a:latin typeface="Noto Sans SC"/>
                <a:ea typeface="Noto Sans SC"/>
                <a:cs typeface="Noto Sans SC"/>
              </a:defRPr>
            </a:lvl9pPr>
          </a:lstStyle>
          <a:p xmlns:a="http://schemas.openxmlformats.org/drawingml/2006/main">
            <a:pPr algn="l">
              <a:defRPr sz="1425" b="0">
                <a:solidFill>
                  <a:srgbClr val="46536A"/>
                </a:solidFill>
                <a:latin typeface="Noto Sans SC"/>
                <a:ea typeface="Noto Sans SC"/>
                <a:cs typeface="Noto Sans SC"/>
              </a:defRPr>
            </a:pPr>
            <a:r>
              <a:rPr sz="1425" b="0">
                <a:solidFill>
                  <a:srgbClr val="46536A"/>
                </a:solidFill>
                <a:latin typeface="Noto Sans SC"/>
                <a:ea typeface="Noto Sans SC"/>
                <a:cs typeface="Noto Sans SC"/>
              </a:rPr>
              <a:t>禁飞区边界距离 1042.301 m；距离趋势 −15.1133 m/s；输出 69 s</a:t>
            </a:r>
          </a:p>
          <a:p xmlns:a="http://schemas.openxmlformats.org/drawingml/2006/main">
            <a:pPr algn="l">
              <a:defRPr sz="1425" b="0">
                <a:solidFill>
                  <a:srgbClr val="46536A"/>
                </a:solidFill>
                <a:latin typeface="Noto Sans SC"/>
                <a:ea typeface="Noto Sans SC"/>
                <a:cs typeface="Noto Sans SC"/>
              </a:defRPr>
            </a:pPr>
            <a:r>
              <a:rPr sz="1425" b="0">
                <a:solidFill>
                  <a:srgbClr val="46536A"/>
                </a:solidFill>
                <a:latin typeface="Noto Sans SC"/>
                <a:ea typeface="Noto Sans SC"/>
                <a:cs typeface="Noto Sans SC"/>
              </a:rPr>
              <a:t>同一次响应的设施 ETA 为 0（legacy 方法），两种字段不可混读</a:t>
            </a:r>
          </a:p>
        </p:txBody>
      </p:sp>
      <p:sp xmlns:a="http://schemas.openxmlformats.org/drawingml/2006/main" xmlns:m="http://schemas.openxmlformats.org/officeDocument/2006/math" xmlns:w="http://schemas.openxmlformats.org/wordprocessingml/2006/main" xmlns:a14="http://schemas.microsoft.com/office/drawing/2010/main" xmlns:r="http://schemas.openxmlformats.org/officeDocument/2006/relationships" xmlns:rel="http://schemas.openxmlformats.org/package/2006/relationships" xmlns:ct="http://schemas.openxmlformats.org/package/2006/content-types">
        <p:nvSpPr>
          <p:cNvPr id="7001" name="latex-equation-7001"/>
          <p:cNvSpPr txBox="1">
            <a:spLocks noGrp="1"/>
          </p:cNvSpPr>
          <p:nvPr/>
        </p:nvSpPr>
        <p:spPr>
          <a:xfrm>
            <a:off x="704850" y="3419475"/>
            <a:ext cx="3352800" cy="857250"/>
          </a:xfrm>
          <a:prstGeom prst="rect">
            <a:avLst/>
          </a:prstGeom>
          <a:noFill/>
          <a:ln>
            <a:noFill/>
          </a:ln>
        </p:spPr>
        <p:txBody>
          <a:bodyPr wrap="none" lIns="0" tIns="0" rIns="0" bIns="0" anchor="ctr">
            <a:noAutofit/>
          </a:bodyPr>
          <a:lstStyle/>
          <a:p>
            <a:pPr algn="ctr"/>
            <a14:m>
              <m:oMathPara>
                <m:oMath>
                  <m:sSub>
                    <m:e>
                      <m:r>
                        <w:rPr>
                          <w:sz w:val="40"/>
                          <w:rFonts w:ascii="Cambria Math" w:hAnsi="Cambria Math" w:eastAsia="Cambria Math"/>
                        </w:rPr>
                        <m:t>τ</m:t>
                      </m:r>
                    </m:e>
                    <m:sub>
                      <m:r>
                        <w:rPr>
                          <w:sz w:val="40"/>
                          <w:rFonts w:ascii="Cambria Math" w:hAnsi="Cambria Math" w:eastAsia="Cambria Math"/>
                        </w:rPr>
                        <m:t>b</m:t>
                      </m:r>
                    </m:sub>
                  </m:sSub>
                  <m:r>
                    <w:rPr>
                      <w:sz w:val="40"/>
                      <w:rFonts w:ascii="Cambria Math" w:hAnsi="Cambria Math" w:eastAsia="Cambria Math"/>
                    </w:rPr>
                    <m:t>=</m:t>
                  </m:r>
                  <m:sSub>
                    <m:e>
                      <m:r>
                        <w:rPr>
                          <w:sz w:val="40"/>
                          <w:rFonts w:ascii="Cambria Math" w:hAnsi="Cambria Math" w:eastAsia="Cambria Math"/>
                        </w:rPr>
                        <m:t>d</m:t>
                      </m:r>
                    </m:e>
                    <m:sub>
                      <m:r>
                        <w:rPr>
                          <w:sz w:val="40"/>
                          <w:rFonts w:ascii="Cambria Math" w:hAnsi="Cambria Math" w:eastAsia="Cambria Math"/>
                        </w:rPr>
                        <m:t>b</m:t>
                      </m:r>
                    </m:sub>
                  </m:sSub>
                  <m:r>
                    <w:rPr>
                      <w:sz w:val="40"/>
                      <w:rFonts w:ascii="Cambria Math" w:hAnsi="Cambria Math" w:eastAsia="Cambria Math"/>
                    </w:rPr>
                    <m:t>/|b|</m:t>
                  </m:r>
                </m:oMath>
              </m:oMathPara>
            </a14:m>
            <a:endParaRPr sz="2000"/>
          </a:p>
        </p:txBody>
      </p:sp>
      <p:sp xmlns:a="http://schemas.openxmlformats.org/drawingml/2006/main" xmlns:m="http://schemas.openxmlformats.org/officeDocument/2006/math" xmlns:w="http://schemas.openxmlformats.org/wordprocessingml/2006/main" xmlns:a14="http://schemas.microsoft.com/office/drawing/2010/main" xmlns:r="http://schemas.openxmlformats.org/officeDocument/2006/relationships" xmlns:rel="http://schemas.openxmlformats.org/package/2006/relationships" xmlns:ct="http://schemas.openxmlformats.org/package/2006/content-types">
        <p:nvSpPr>
          <p:cNvPr id="7002" name="latex-equation-7002"/>
          <p:cNvSpPr txBox="1">
            <a:spLocks noGrp="1"/>
          </p:cNvSpPr>
          <p:nvPr/>
        </p:nvSpPr>
        <p:spPr>
          <a:xfrm>
            <a:off x="4419600" y="3419475"/>
            <a:ext cx="3352800" cy="857250"/>
          </a:xfrm>
          <a:prstGeom prst="rect">
            <a:avLst/>
          </a:prstGeom>
          <a:noFill/>
          <a:ln>
            <a:noFill/>
          </a:ln>
        </p:spPr>
        <p:txBody>
          <a:bodyPr wrap="none" lIns="0" tIns="0" rIns="0" bIns="0" anchor="ctr">
            <a:noAutofit/>
          </a:bodyPr>
          <a:lstStyle/>
          <a:p>
            <a:pPr algn="ctr"/>
            <a14:m>
              <m:oMathPara>
                <m:oMath>
                  <m:sSub>
                    <m:e>
                      <m:r>
                        <w:rPr>
                          <w:sz w:val="40"/>
                          <w:rFonts w:ascii="Cambria Math" w:hAnsi="Cambria Math" w:eastAsia="Cambria Math"/>
                        </w:rPr>
                        <m:t>τ</m:t>
                      </m:r>
                    </m:e>
                    <m:sub>
                      <m:r>
                        <w:rPr>
                          <w:sz w:val="40"/>
                          <w:rFonts w:ascii="Cambria Math" w:hAnsi="Cambria Math" w:eastAsia="Cambria Math"/>
                        </w:rPr>
                        <m:t>a</m:t>
                      </m:r>
                    </m:sub>
                  </m:sSub>
                  <m:r>
                    <w:rPr>
                      <w:sz w:val="40"/>
                      <w:rFonts w:ascii="Cambria Math" w:hAnsi="Cambria Math" w:eastAsia="Cambria Math"/>
                    </w:rPr>
                    <m:t>=</m:t>
                  </m:r>
                  <m:sSub>
                    <m:e>
                      <m:r>
                        <w:rPr>
                          <w:sz w:val="40"/>
                          <w:rFonts w:ascii="Cambria Math" w:hAnsi="Cambria Math" w:eastAsia="Cambria Math"/>
                        </w:rPr>
                        <m:t>d</m:t>
                      </m:r>
                    </m:e>
                    <m:sub>
                      <m:r>
                        <w:rPr>
                          <w:sz w:val="40"/>
                          <w:rFonts w:ascii="Cambria Math" w:hAnsi="Cambria Math" w:eastAsia="Cambria Math"/>
                        </w:rPr>
                        <m:t>m</m:t>
                      </m:r>
                    </m:sub>
                  </m:sSub>
                  <m:acc>
                    <m:accPr>
                      <m:chr m:val="―"/>
                    </m:accPr>
                    <m:e>
                      <m:r>
                        <w:rPr>
                          <w:sz w:val="40"/>
                          <w:rFonts w:ascii="Cambria Math" w:hAnsi="Cambria Math" w:eastAsia="Cambria Math"/>
                        </w:rPr>
                        <m:t>Δt</m:t>
                      </m:r>
                    </m:e>
                  </m:acc>
                  <m:r>
                    <w:rPr>
                      <w:sz w:val="40"/>
                      <w:rFonts w:ascii="Cambria Math" w:hAnsi="Cambria Math" w:eastAsia="Cambria Math"/>
                    </w:rPr>
                    <m:t>/|</m:t>
                  </m:r>
                  <m:acc>
                    <m:accPr>
                      <m:chr m:val="―"/>
                    </m:accPr>
                    <m:e>
                      <m:r>
                        <w:rPr>
                          <w:sz w:val="40"/>
                          <w:rFonts w:ascii="Cambria Math" w:hAnsi="Cambria Math" w:eastAsia="Cambria Math"/>
                        </w:rPr>
                        <m:t>Δd</m:t>
                      </m:r>
                    </m:e>
                  </m:acc>
                  <m:r>
                    <w:rPr>
                      <w:sz w:val="40"/>
                      <w:rFonts w:ascii="Cambria Math" w:hAnsi="Cambria Math" w:eastAsia="Cambria Math"/>
                    </w:rPr>
                    <m:t>|</m:t>
                  </m:r>
                </m:oMath>
              </m:oMathPara>
            </a14:m>
            <a:endParaRPr sz="2000"/>
          </a:p>
        </p:txBody>
      </p:sp>
      <p:sp xmlns:a="http://schemas.openxmlformats.org/drawingml/2006/main" xmlns:m="http://schemas.openxmlformats.org/officeDocument/2006/math" xmlns:w="http://schemas.openxmlformats.org/wordprocessingml/2006/main" xmlns:a14="http://schemas.microsoft.com/office/drawing/2010/main" xmlns:r="http://schemas.openxmlformats.org/officeDocument/2006/relationships" xmlns:rel="http://schemas.openxmlformats.org/package/2006/relationships" xmlns:ct="http://schemas.openxmlformats.org/package/2006/content-types">
        <p:nvSpPr>
          <p:cNvPr id="7003" name="latex-equation-7003"/>
          <p:cNvSpPr txBox="1">
            <a:spLocks noGrp="1"/>
          </p:cNvSpPr>
          <p:nvPr/>
        </p:nvSpPr>
        <p:spPr>
          <a:xfrm>
            <a:off x="8134350" y="3419475"/>
            <a:ext cx="3352800" cy="857250"/>
          </a:xfrm>
          <a:prstGeom prst="rect">
            <a:avLst/>
          </a:prstGeom>
          <a:noFill/>
          <a:ln>
            <a:noFill/>
          </a:ln>
        </p:spPr>
        <p:txBody>
          <a:bodyPr wrap="none" lIns="0" tIns="0" rIns="0" bIns="0" anchor="ctr">
            <a:noAutofit/>
          </a:bodyPr>
          <a:lstStyle/>
          <a:p>
            <a:pPr algn="ctr"/>
            <a14:m>
              <m:oMathPara>
                <m:oMath>
                  <m:sSub>
                    <m:e>
                      <m:r>
                        <w:rPr>
                          <w:sz w:val="40"/>
                          <w:rFonts w:ascii="Cambria Math" w:hAnsi="Cambria Math" w:eastAsia="Cambria Math"/>
                        </w:rPr>
                        <m:t>τ</m:t>
                      </m:r>
                    </m:e>
                    <m:sub>
                      <m:r>
                        <w:rPr>
                          <w:sz w:val="40"/>
                          <w:rFonts w:ascii="Cambria Math" w:hAnsi="Cambria Math" w:eastAsia="Cambria Math"/>
                        </w:rPr>
                        <m:t>f</m:t>
                      </m:r>
                    </m:sub>
                  </m:sSub>
                  <m:r>
                    <w:rPr>
                      <w:sz w:val="40"/>
                      <w:rFonts w:ascii="Cambria Math" w:hAnsi="Cambria Math" w:eastAsia="Cambria Math"/>
                    </w:rPr>
                    <m:t>=⌊</m:t>
                  </m:r>
                  <m:sSub>
                    <m:e>
                      <m:r>
                        <w:rPr>
                          <w:sz w:val="40"/>
                          <w:rFonts w:ascii="Cambria Math" w:hAnsi="Cambria Math" w:eastAsia="Cambria Math"/>
                        </w:rPr>
                        <m:t>d</m:t>
                      </m:r>
                    </m:e>
                    <m:sub>
                      <m:r>
                        <w:rPr>
                          <w:sz w:val="40"/>
                          <w:rFonts w:ascii="Cambria Math" w:hAnsi="Cambria Math" w:eastAsia="Cambria Math"/>
                        </w:rPr>
                        <m:t>f</m:t>
                      </m:r>
                    </m:sub>
                  </m:sSub>
                  <m:r>
                    <w:rPr>
                      <w:sz w:val="40"/>
                      <w:rFonts w:ascii="Cambria Math" w:hAnsi="Cambria Math" w:eastAsia="Cambria Math"/>
                    </w:rPr>
                    <m:t>/</m:t>
                  </m:r>
                  <m:sSub>
                    <m:e>
                      <m:r>
                        <w:rPr>
                          <w:sz w:val="40"/>
                          <w:rFonts w:ascii="Cambria Math" w:hAnsi="Cambria Math" w:eastAsia="Cambria Math"/>
                        </w:rPr>
                        <m:t>v</m:t>
                      </m:r>
                    </m:e>
                    <m:sub>
                      <m:r>
                        <w:rPr>
                          <w:sz w:val="40"/>
                          <w:rFonts w:ascii="Cambria Math" w:hAnsi="Cambria Math" w:eastAsia="Cambria Math"/>
                        </w:rPr>
                        <m:t>max,scope</m:t>
                      </m:r>
                    </m:sub>
                  </m:sSub>
                  <m:r>
                    <w:rPr>
                      <w:sz w:val="40"/>
                      <w:rFonts w:ascii="Cambria Math" w:hAnsi="Cambria Math" w:eastAsia="Cambria Math"/>
                    </w:rPr>
                    <m:t>⌋</m:t>
                  </m:r>
                </m:oMath>
              </m:oMathPara>
            </a14:m>
            <a:endParaRPr sz="2000"/>
          </a:p>
        </p:txBody>
      </p:sp>
    </p:spTree>
    <p:extLst>
      <p:ext uri="{BB962C8B-B14F-4D97-AF65-F5344CB8AC3E}">
        <p14:creationId xmlns:p14="http://schemas.microsoft.com/office/powerpoint/2010/main" val="769840468"/>
      </p:ext>
    </p:extLst>
  </p:cSld>
</p:sld>
</file>

<file path=ppt/slides/slide19.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30" name="o0">
            <a:extLst xmlns:a="http://schemas.openxmlformats.org/drawingml/2006/main">
              <a:ext uri="{FF2B5EF4-FFF2-40B4-BE49-F238E27FC236}">
                <a16:creationId xmlns:a16="http://schemas.microsoft.com/office/drawing/2014/main" id="{550DA2B9-EAD3-4F53-BB3A-CEDE18051F50}"/>
              </a:ext>
            </a:extLst>
          </p:cNvPr>
          <p:cNvSpPr>
            <a:spLocks xmlns:a="http://schemas.openxmlformats.org/drawingml/2006/main" noGrp="1"/>
          </p:cNvSpPr>
          <p:nvPr/>
        </p:nvSpPr>
        <p:spPr>
          <a:xfrm xmlns:a="http://schemas.openxmlformats.org/drawingml/2006/main">
            <a:off x="609600" y="219075"/>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B85A1E"/>
                </a:solidFill>
                <a:latin typeface="Noto Sans SC"/>
                <a:ea typeface="Noto Sans SC"/>
                <a:cs typeface="Noto Sans SC"/>
              </a:defRPr>
            </a:defPPr>
            <a:lvl1pPr algn="l">
              <a:defRPr sz="1275" b="1">
                <a:solidFill>
                  <a:srgbClr val="B85A1E"/>
                </a:solidFill>
                <a:latin typeface="Noto Sans SC"/>
                <a:ea typeface="Noto Sans SC"/>
                <a:cs typeface="Noto Sans SC"/>
              </a:defRPr>
            </a:lvl1pPr>
            <a:lvl2pPr algn="l">
              <a:defRPr sz="1275" b="1">
                <a:solidFill>
                  <a:srgbClr val="B85A1E"/>
                </a:solidFill>
                <a:latin typeface="Noto Sans SC"/>
                <a:ea typeface="Noto Sans SC"/>
                <a:cs typeface="Noto Sans SC"/>
              </a:defRPr>
            </a:lvl2pPr>
            <a:lvl3pPr algn="l">
              <a:defRPr sz="1275" b="1">
                <a:solidFill>
                  <a:srgbClr val="B85A1E"/>
                </a:solidFill>
                <a:latin typeface="Noto Sans SC"/>
                <a:ea typeface="Noto Sans SC"/>
                <a:cs typeface="Noto Sans SC"/>
              </a:defRPr>
            </a:lvl3pPr>
            <a:lvl4pPr algn="l">
              <a:defRPr sz="1275" b="1">
                <a:solidFill>
                  <a:srgbClr val="B85A1E"/>
                </a:solidFill>
                <a:latin typeface="Noto Sans SC"/>
                <a:ea typeface="Noto Sans SC"/>
                <a:cs typeface="Noto Sans SC"/>
              </a:defRPr>
            </a:lvl4pPr>
            <a:lvl5pPr algn="l">
              <a:defRPr sz="1275" b="1">
                <a:solidFill>
                  <a:srgbClr val="B85A1E"/>
                </a:solidFill>
                <a:latin typeface="Noto Sans SC"/>
                <a:ea typeface="Noto Sans SC"/>
                <a:cs typeface="Noto Sans SC"/>
              </a:defRPr>
            </a:lvl5pPr>
            <a:lvl6pPr algn="l">
              <a:defRPr sz="1275" b="1">
                <a:solidFill>
                  <a:srgbClr val="B85A1E"/>
                </a:solidFill>
                <a:latin typeface="Noto Sans SC"/>
                <a:ea typeface="Noto Sans SC"/>
                <a:cs typeface="Noto Sans SC"/>
              </a:defRPr>
            </a:lvl6pPr>
            <a:lvl7pPr algn="l">
              <a:defRPr sz="1275" b="1">
                <a:solidFill>
                  <a:srgbClr val="B85A1E"/>
                </a:solidFill>
                <a:latin typeface="Noto Sans SC"/>
                <a:ea typeface="Noto Sans SC"/>
                <a:cs typeface="Noto Sans SC"/>
              </a:defRPr>
            </a:lvl7pPr>
            <a:lvl8pPr algn="l">
              <a:defRPr sz="1275" b="1">
                <a:solidFill>
                  <a:srgbClr val="B85A1E"/>
                </a:solidFill>
                <a:latin typeface="Noto Sans SC"/>
                <a:ea typeface="Noto Sans SC"/>
                <a:cs typeface="Noto Sans SC"/>
              </a:defRPr>
            </a:lvl8pPr>
            <a:lvl9pPr algn="l">
              <a:defRPr sz="1275" b="1">
                <a:solidFill>
                  <a:srgbClr val="B85A1E"/>
                </a:solidFill>
                <a:latin typeface="Noto Sans SC"/>
                <a:ea typeface="Noto Sans SC"/>
                <a:cs typeface="Noto Sans SC"/>
              </a:defRPr>
            </a:lvl9pPr>
          </a:lstStyle>
          <a:p xmlns:a="http://schemas.openxmlformats.org/drawingml/2006/main">
            <a:pPr algn="l">
              <a:defRPr sz="1275" b="1">
                <a:solidFill>
                  <a:srgbClr val="B85A1E"/>
                </a:solidFill>
                <a:latin typeface="Noto Sans SC"/>
                <a:ea typeface="Noto Sans SC"/>
                <a:cs typeface="Noto Sans SC"/>
              </a:defRPr>
            </a:pPr>
            <a:r>
              <a:rPr sz="1275" b="1">
                <a:solidFill>
                  <a:srgbClr val="B85A1E"/>
                </a:solidFill>
                <a:latin typeface="Noto Sans SC"/>
                <a:ea typeface="Noto Sans SC"/>
                <a:cs typeface="Noto Sans SC"/>
              </a:rPr>
              <a:t>意图 · 候选生成与选择</a:t>
            </a:r>
          </a:p>
        </p:txBody>
      </p:sp>
      <p:sp>
        <p:nvSpPr>
          <p:cNvPr id="2" name="o1">
            <a:extLst xmlns:a="http://schemas.openxmlformats.org/drawingml/2006/main">
              <a:ext uri="{FF2B5EF4-FFF2-40B4-BE49-F238E27FC236}">
                <a16:creationId xmlns:a16="http://schemas.microsoft.com/office/drawing/2014/main" id="{BFF01B97-DB60-4789-941E-72BB72D7B1AE}"/>
              </a:ext>
            </a:extLst>
          </p:cNvPr>
          <p:cNvSpPr>
            <a:spLocks xmlns:a="http://schemas.openxmlformats.org/drawingml/2006/main" noGrp="1"/>
          </p:cNvSpPr>
          <p:nvPr/>
        </p:nvSpPr>
        <p:spPr>
          <a:xfrm xmlns:a="http://schemas.openxmlformats.org/drawingml/2006/main">
            <a:off x="609600" y="6000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700" b="1">
                <a:solidFill>
                  <a:srgbClr val="16243A"/>
                </a:solidFill>
                <a:latin typeface="Noto Serif SC"/>
                <a:ea typeface="Noto Serif SC"/>
                <a:cs typeface="Noto Serif SC"/>
              </a:defRPr>
            </a:defPPr>
            <a:lvl1pPr algn="l">
              <a:defRPr sz="2700" b="1">
                <a:solidFill>
                  <a:srgbClr val="16243A"/>
                </a:solidFill>
                <a:latin typeface="Noto Serif SC"/>
                <a:ea typeface="Noto Serif SC"/>
                <a:cs typeface="Noto Serif SC"/>
              </a:defRPr>
            </a:lvl1pPr>
            <a:lvl2pPr algn="l">
              <a:defRPr sz="2700" b="1">
                <a:solidFill>
                  <a:srgbClr val="16243A"/>
                </a:solidFill>
                <a:latin typeface="Noto Serif SC"/>
                <a:ea typeface="Noto Serif SC"/>
                <a:cs typeface="Noto Serif SC"/>
              </a:defRPr>
            </a:lvl2pPr>
            <a:lvl3pPr algn="l">
              <a:defRPr sz="2700" b="1">
                <a:solidFill>
                  <a:srgbClr val="16243A"/>
                </a:solidFill>
                <a:latin typeface="Noto Serif SC"/>
                <a:ea typeface="Noto Serif SC"/>
                <a:cs typeface="Noto Serif SC"/>
              </a:defRPr>
            </a:lvl3pPr>
            <a:lvl4pPr algn="l">
              <a:defRPr sz="2700" b="1">
                <a:solidFill>
                  <a:srgbClr val="16243A"/>
                </a:solidFill>
                <a:latin typeface="Noto Serif SC"/>
                <a:ea typeface="Noto Serif SC"/>
                <a:cs typeface="Noto Serif SC"/>
              </a:defRPr>
            </a:lvl4pPr>
            <a:lvl5pPr algn="l">
              <a:defRPr sz="2700" b="1">
                <a:solidFill>
                  <a:srgbClr val="16243A"/>
                </a:solidFill>
                <a:latin typeface="Noto Serif SC"/>
                <a:ea typeface="Noto Serif SC"/>
                <a:cs typeface="Noto Serif SC"/>
              </a:defRPr>
            </a:lvl5pPr>
            <a:lvl6pPr algn="l">
              <a:defRPr sz="2700" b="1">
                <a:solidFill>
                  <a:srgbClr val="16243A"/>
                </a:solidFill>
                <a:latin typeface="Noto Serif SC"/>
                <a:ea typeface="Noto Serif SC"/>
                <a:cs typeface="Noto Serif SC"/>
              </a:defRPr>
            </a:lvl6pPr>
            <a:lvl7pPr algn="l">
              <a:defRPr sz="2700" b="1">
                <a:solidFill>
                  <a:srgbClr val="16243A"/>
                </a:solidFill>
                <a:latin typeface="Noto Serif SC"/>
                <a:ea typeface="Noto Serif SC"/>
                <a:cs typeface="Noto Serif SC"/>
              </a:defRPr>
            </a:lvl7pPr>
            <a:lvl8pPr algn="l">
              <a:defRPr sz="2700" b="1">
                <a:solidFill>
                  <a:srgbClr val="16243A"/>
                </a:solidFill>
                <a:latin typeface="Noto Serif SC"/>
                <a:ea typeface="Noto Serif SC"/>
                <a:cs typeface="Noto Serif SC"/>
              </a:defRPr>
            </a:lvl8pPr>
            <a:lvl9pPr algn="l">
              <a:defRPr sz="2700" b="1">
                <a:solidFill>
                  <a:srgbClr val="16243A"/>
                </a:solidFill>
                <a:latin typeface="Noto Serif SC"/>
                <a:ea typeface="Noto Serif SC"/>
                <a:cs typeface="Noto Serif SC"/>
              </a:defRPr>
            </a:lvl9pPr>
          </a:lstStyle>
          <a:p xmlns:a="http://schemas.openxmlformats.org/drawingml/2006/main">
            <a:pPr algn="l">
              <a:defRPr sz="2700" b="1">
                <a:solidFill>
                  <a:srgbClr val="16243A"/>
                </a:solidFill>
                <a:latin typeface="Noto Serif SC"/>
                <a:ea typeface="Noto Serif SC"/>
                <a:cs typeface="Noto Serif SC"/>
              </a:defRPr>
            </a:pPr>
            <a:r>
              <a:rPr sz="2700" b="1">
                <a:solidFill>
                  <a:srgbClr val="16243A"/>
                </a:solidFill>
                <a:latin typeface="Noto Serif SC"/>
                <a:ea typeface="Noto Serif SC"/>
                <a:cs typeface="Noto Serif SC"/>
              </a:rPr>
              <a:t>规则谓词产生候选，确定性排序给出主意图</a:t>
            </a:r>
          </a:p>
        </p:txBody>
      </p:sp>
      <p:sp>
        <p:nvSpPr>
          <p:cNvPr id="3" name="line-2">
            <a:extLst xmlns:a="http://schemas.openxmlformats.org/drawingml/2006/main">
              <a:ext uri="{FF2B5EF4-FFF2-40B4-BE49-F238E27FC236}">
                <a16:creationId xmlns:a16="http://schemas.microsoft.com/office/drawing/2014/main" id="{659457B3-6676-42B0-810B-12BDF9CAB1CE}"/>
              </a:ext>
            </a:extLst>
          </p:cNvPr>
          <p:cNvSpPr>
            <a:spLocks xmlns:a="http://schemas.openxmlformats.org/drawingml/2006/main" noGrp="1"/>
          </p:cNvSpPr>
          <p:nvPr/>
        </p:nvSpPr>
        <p:spPr>
          <a:xfrm xmlns:a="http://schemas.openxmlformats.org/drawingml/2006/main" flipV="0">
            <a:off x="609600" y="1200150"/>
            <a:ext cx="10972800" cy="953"/>
          </a:xfrm>
          <a:prstGeom xmlns:a="http://schemas.openxmlformats.org/drawingml/2006/main" prst="line">
            <a:avLst/>
          </a:prstGeom>
          <a:noFill xmlns:a="http://schemas.openxmlformats.org/drawingml/2006/main"/>
          <a:ln xmlns:a="http://schemas.openxmlformats.org/drawingml/2006/main" w="14288">
            <a:solidFill>
              <a:srgbClr val="D5DAE0"/>
            </a:solidFill>
            <a:prstDash val="solid"/>
          </a:ln>
        </p:spPr>
      </p:sp>
      <p:sp>
        <p:nvSpPr>
          <p:cNvPr id="4" name="o3">
            <a:extLst xmlns:a="http://schemas.openxmlformats.org/drawingml/2006/main">
              <a:ext uri="{FF2B5EF4-FFF2-40B4-BE49-F238E27FC236}">
                <a16:creationId xmlns:a16="http://schemas.microsoft.com/office/drawing/2014/main" id="{2CE3F3E5-B42E-4ACE-87B6-C7CE2FEAEC14}"/>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00" b="0">
                <a:solidFill>
                  <a:srgbClr val="6B7689"/>
                </a:solidFill>
                <a:latin typeface="Noto Sans SC"/>
                <a:ea typeface="Noto Sans SC"/>
                <a:cs typeface="Noto Sans SC"/>
              </a:defRPr>
            </a:defPPr>
            <a:lvl1pPr algn="l">
              <a:defRPr sz="900" b="0">
                <a:solidFill>
                  <a:srgbClr val="6B7689"/>
                </a:solidFill>
                <a:latin typeface="Noto Sans SC"/>
                <a:ea typeface="Noto Sans SC"/>
                <a:cs typeface="Noto Sans SC"/>
              </a:defRPr>
            </a:lvl1pPr>
            <a:lvl2pPr algn="l">
              <a:defRPr sz="900" b="0">
                <a:solidFill>
                  <a:srgbClr val="6B7689"/>
                </a:solidFill>
                <a:latin typeface="Noto Sans SC"/>
                <a:ea typeface="Noto Sans SC"/>
                <a:cs typeface="Noto Sans SC"/>
              </a:defRPr>
            </a:lvl2pPr>
            <a:lvl3pPr algn="l">
              <a:defRPr sz="900" b="0">
                <a:solidFill>
                  <a:srgbClr val="6B7689"/>
                </a:solidFill>
                <a:latin typeface="Noto Sans SC"/>
                <a:ea typeface="Noto Sans SC"/>
                <a:cs typeface="Noto Sans SC"/>
              </a:defRPr>
            </a:lvl3pPr>
            <a:lvl4pPr algn="l">
              <a:defRPr sz="900" b="0">
                <a:solidFill>
                  <a:srgbClr val="6B7689"/>
                </a:solidFill>
                <a:latin typeface="Noto Sans SC"/>
                <a:ea typeface="Noto Sans SC"/>
                <a:cs typeface="Noto Sans SC"/>
              </a:defRPr>
            </a:lvl4pPr>
            <a:lvl5pPr algn="l">
              <a:defRPr sz="900" b="0">
                <a:solidFill>
                  <a:srgbClr val="6B7689"/>
                </a:solidFill>
                <a:latin typeface="Noto Sans SC"/>
                <a:ea typeface="Noto Sans SC"/>
                <a:cs typeface="Noto Sans SC"/>
              </a:defRPr>
            </a:lvl5pPr>
            <a:lvl6pPr algn="l">
              <a:defRPr sz="900" b="0">
                <a:solidFill>
                  <a:srgbClr val="6B7689"/>
                </a:solidFill>
                <a:latin typeface="Noto Sans SC"/>
                <a:ea typeface="Noto Sans SC"/>
                <a:cs typeface="Noto Sans SC"/>
              </a:defRPr>
            </a:lvl6pPr>
            <a:lvl7pPr algn="l">
              <a:defRPr sz="900" b="0">
                <a:solidFill>
                  <a:srgbClr val="6B7689"/>
                </a:solidFill>
                <a:latin typeface="Noto Sans SC"/>
                <a:ea typeface="Noto Sans SC"/>
                <a:cs typeface="Noto Sans SC"/>
              </a:defRPr>
            </a:lvl7pPr>
            <a:lvl8pPr algn="l">
              <a:defRPr sz="900" b="0">
                <a:solidFill>
                  <a:srgbClr val="6B7689"/>
                </a:solidFill>
                <a:latin typeface="Noto Sans SC"/>
                <a:ea typeface="Noto Sans SC"/>
                <a:cs typeface="Noto Sans SC"/>
              </a:defRPr>
            </a:lvl8pPr>
            <a:lvl9pPr algn="l">
              <a:defRPr sz="900" b="0">
                <a:solidFill>
                  <a:srgbClr val="6B7689"/>
                </a:solidFill>
                <a:latin typeface="Noto Sans SC"/>
                <a:ea typeface="Noto Sans SC"/>
                <a:cs typeface="Noto Sans SC"/>
              </a:defRPr>
            </a:lvl9pPr>
          </a:lstStyle>
          <a:p xmlns:a="http://schemas.openxmlformats.org/drawingml/2006/main">
            <a:pPr algn="l">
              <a:defRPr sz="900" b="0">
                <a:solidFill>
                  <a:srgbClr val="6B7689"/>
                </a:solidFill>
                <a:latin typeface="Noto Sans SC"/>
                <a:ea typeface="Noto Sans SC"/>
                <a:cs typeface="Noto Sans SC"/>
              </a:defRPr>
            </a:pPr>
            <a:r>
              <a:rPr sz="900" b="0">
                <a:solidFill>
                  <a:srgbClr val="6B7689"/>
                </a:solidFill>
                <a:latin typeface="Noto Sans SC"/>
                <a:ea typeface="Noto Sans SC"/>
                <a:cs typeface="Noto Sans SC"/>
              </a:rPr>
              <a:t>project_reference §8.1–8.2；F06；intent_rules.py</a:t>
            </a:r>
          </a:p>
        </p:txBody>
      </p:sp>
      <p:sp>
        <p:nvSpPr>
          <p:cNvPr id="5" name="o4">
            <a:extLst xmlns:a="http://schemas.openxmlformats.org/drawingml/2006/main">
              <a:ext uri="{FF2B5EF4-FFF2-40B4-BE49-F238E27FC236}">
                <a16:creationId xmlns:a16="http://schemas.microsoft.com/office/drawing/2014/main" id="{AEB3994B-6B1B-459C-B7C1-B3F2B67C2206}"/>
              </a:ext>
            </a:extLst>
          </p:cNvPr>
          <p:cNvSpPr>
            <a:spLocks xmlns:a="http://schemas.openxmlformats.org/drawingml/2006/main" noGrp="1"/>
          </p:cNvSpPr>
          <p:nvPr/>
        </p:nvSpPr>
        <p:spPr>
          <a:xfrm xmlns:a="http://schemas.openxmlformats.org/drawingml/2006/main">
            <a:off x="10896600" y="6505575"/>
            <a:ext cx="68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6B7689"/>
                </a:solidFill>
                <a:latin typeface="Noto Sans SC"/>
                <a:ea typeface="Noto Sans SC"/>
                <a:cs typeface="Noto Sans SC"/>
              </a:defRPr>
            </a:defPPr>
            <a:lvl1pPr algn="r">
              <a:defRPr sz="1200" b="0">
                <a:solidFill>
                  <a:srgbClr val="6B7689"/>
                </a:solidFill>
                <a:latin typeface="Noto Sans SC"/>
                <a:ea typeface="Noto Sans SC"/>
                <a:cs typeface="Noto Sans SC"/>
              </a:defRPr>
            </a:lvl1pPr>
            <a:lvl2pPr algn="r">
              <a:defRPr sz="1200" b="0">
                <a:solidFill>
                  <a:srgbClr val="6B7689"/>
                </a:solidFill>
                <a:latin typeface="Noto Sans SC"/>
                <a:ea typeface="Noto Sans SC"/>
                <a:cs typeface="Noto Sans SC"/>
              </a:defRPr>
            </a:lvl2pPr>
            <a:lvl3pPr algn="r">
              <a:defRPr sz="1200" b="0">
                <a:solidFill>
                  <a:srgbClr val="6B7689"/>
                </a:solidFill>
                <a:latin typeface="Noto Sans SC"/>
                <a:ea typeface="Noto Sans SC"/>
                <a:cs typeface="Noto Sans SC"/>
              </a:defRPr>
            </a:lvl3pPr>
            <a:lvl4pPr algn="r">
              <a:defRPr sz="1200" b="0">
                <a:solidFill>
                  <a:srgbClr val="6B7689"/>
                </a:solidFill>
                <a:latin typeface="Noto Sans SC"/>
                <a:ea typeface="Noto Sans SC"/>
                <a:cs typeface="Noto Sans SC"/>
              </a:defRPr>
            </a:lvl4pPr>
            <a:lvl5pPr algn="r">
              <a:defRPr sz="1200" b="0">
                <a:solidFill>
                  <a:srgbClr val="6B7689"/>
                </a:solidFill>
                <a:latin typeface="Noto Sans SC"/>
                <a:ea typeface="Noto Sans SC"/>
                <a:cs typeface="Noto Sans SC"/>
              </a:defRPr>
            </a:lvl5pPr>
            <a:lvl6pPr algn="r">
              <a:defRPr sz="1200" b="0">
                <a:solidFill>
                  <a:srgbClr val="6B7689"/>
                </a:solidFill>
                <a:latin typeface="Noto Sans SC"/>
                <a:ea typeface="Noto Sans SC"/>
                <a:cs typeface="Noto Sans SC"/>
              </a:defRPr>
            </a:lvl6pPr>
            <a:lvl7pPr algn="r">
              <a:defRPr sz="1200" b="0">
                <a:solidFill>
                  <a:srgbClr val="6B7689"/>
                </a:solidFill>
                <a:latin typeface="Noto Sans SC"/>
                <a:ea typeface="Noto Sans SC"/>
                <a:cs typeface="Noto Sans SC"/>
              </a:defRPr>
            </a:lvl7pPr>
            <a:lvl8pPr algn="r">
              <a:defRPr sz="1200" b="0">
                <a:solidFill>
                  <a:srgbClr val="6B7689"/>
                </a:solidFill>
                <a:latin typeface="Noto Sans SC"/>
                <a:ea typeface="Noto Sans SC"/>
                <a:cs typeface="Noto Sans SC"/>
              </a:defRPr>
            </a:lvl8pPr>
            <a:lvl9pPr algn="r">
              <a:defRPr sz="1200" b="0">
                <a:solidFill>
                  <a:srgbClr val="6B7689"/>
                </a:solidFill>
                <a:latin typeface="Noto Sans SC"/>
                <a:ea typeface="Noto Sans SC"/>
                <a:cs typeface="Noto Sans SC"/>
              </a:defRPr>
            </a:lvl9pPr>
          </a:lstStyle>
          <a:p xmlns:a="http://schemas.openxmlformats.org/drawingml/2006/main">
            <a:pPr algn="r">
              <a:defRPr sz="1200" b="0">
                <a:solidFill>
                  <a:srgbClr val="6B7689"/>
                </a:solidFill>
                <a:latin typeface="Noto Sans SC"/>
                <a:ea typeface="Noto Sans SC"/>
                <a:cs typeface="Noto Sans SC"/>
              </a:defRPr>
            </a:pPr>
            <a:r>
              <a:rPr sz="1200" b="0">
                <a:solidFill>
                  <a:srgbClr val="6B7689"/>
                </a:solidFill>
                <a:latin typeface="Noto Sans SC"/>
                <a:ea typeface="Noto Sans SC"/>
                <a:cs typeface="Noto Sans SC"/>
              </a:rPr>
              <a:t>19 / 39</a:t>
            </a:r>
          </a:p>
        </p:txBody>
      </p:sp>
      <p:sp>
        <p:nvSpPr>
          <p:cNvPr id="6" name="o5">
            <a:extLst xmlns:a="http://schemas.openxmlformats.org/drawingml/2006/main">
              <a:ext uri="{FF2B5EF4-FFF2-40B4-BE49-F238E27FC236}">
                <a16:creationId xmlns:a16="http://schemas.microsoft.com/office/drawing/2014/main" id="{81C18D66-02FC-4256-B0B0-842A15A4710D}"/>
              </a:ext>
            </a:extLst>
          </p:cNvPr>
          <p:cNvSpPr>
            <a:spLocks xmlns:a="http://schemas.openxmlformats.org/drawingml/2006/main" noGrp="1"/>
          </p:cNvSpPr>
          <p:nvPr/>
        </p:nvSpPr>
        <p:spPr>
          <a:xfrm xmlns:a="http://schemas.openxmlformats.org/drawingml/2006/main">
            <a:off x="609600" y="5981700"/>
            <a:ext cx="10972800" cy="428625"/>
          </a:xfrm>
          <a:prstGeom xmlns:a="http://schemas.openxmlformats.org/drawingml/2006/main" prst="roundRect">
            <a:avLst>
              <a:gd name="adj" fmla="val 17778"/>
            </a:avLst>
          </a:prstGeom>
          <a:solidFill xmlns:a="http://schemas.openxmlformats.org/drawingml/2006/main">
            <a:srgbClr val="D6E6E5"/>
          </a:solidFill>
          <a:ln xmlns:a="http://schemas.openxmlformats.org/drawingml/2006/main" w="0">
            <a:noFill/>
            <a:prstDash val="solid"/>
          </a:ln>
        </p:spPr>
      </p:sp>
      <p:sp>
        <p:nvSpPr>
          <p:cNvPr id="7" name="o6">
            <a:extLst xmlns:a="http://schemas.openxmlformats.org/drawingml/2006/main">
              <a:ext uri="{FF2B5EF4-FFF2-40B4-BE49-F238E27FC236}">
                <a16:creationId xmlns:a16="http://schemas.microsoft.com/office/drawing/2014/main" id="{7A993110-C4E7-4D98-94A9-9EEB025FFEAB}"/>
              </a:ext>
            </a:extLst>
          </p:cNvPr>
          <p:cNvSpPr>
            <a:spLocks xmlns:a="http://schemas.openxmlformats.org/drawingml/2006/main" noGrp="1"/>
          </p:cNvSpPr>
          <p:nvPr/>
        </p:nvSpPr>
        <p:spPr>
          <a:xfrm xmlns:a="http://schemas.openxmlformats.org/drawingml/2006/main">
            <a:off x="781050" y="6029325"/>
            <a:ext cx="10629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75" b="1">
                <a:solidFill>
                  <a:srgbClr val="0F6E73"/>
                </a:solidFill>
                <a:latin typeface="Noto Sans SC"/>
                <a:ea typeface="Noto Sans SC"/>
                <a:cs typeface="Noto Sans SC"/>
              </a:defRPr>
            </a:defPPr>
            <a:lvl1pPr algn="l">
              <a:defRPr sz="1575" b="1">
                <a:solidFill>
                  <a:srgbClr val="0F6E73"/>
                </a:solidFill>
                <a:latin typeface="Noto Sans SC"/>
                <a:ea typeface="Noto Sans SC"/>
                <a:cs typeface="Noto Sans SC"/>
              </a:defRPr>
            </a:lvl1pPr>
            <a:lvl2pPr algn="l">
              <a:defRPr sz="1575" b="1">
                <a:solidFill>
                  <a:srgbClr val="0F6E73"/>
                </a:solidFill>
                <a:latin typeface="Noto Sans SC"/>
                <a:ea typeface="Noto Sans SC"/>
                <a:cs typeface="Noto Sans SC"/>
              </a:defRPr>
            </a:lvl2pPr>
            <a:lvl3pPr algn="l">
              <a:defRPr sz="1575" b="1">
                <a:solidFill>
                  <a:srgbClr val="0F6E73"/>
                </a:solidFill>
                <a:latin typeface="Noto Sans SC"/>
                <a:ea typeface="Noto Sans SC"/>
                <a:cs typeface="Noto Sans SC"/>
              </a:defRPr>
            </a:lvl3pPr>
            <a:lvl4pPr algn="l">
              <a:defRPr sz="1575" b="1">
                <a:solidFill>
                  <a:srgbClr val="0F6E73"/>
                </a:solidFill>
                <a:latin typeface="Noto Sans SC"/>
                <a:ea typeface="Noto Sans SC"/>
                <a:cs typeface="Noto Sans SC"/>
              </a:defRPr>
            </a:lvl4pPr>
            <a:lvl5pPr algn="l">
              <a:defRPr sz="1575" b="1">
                <a:solidFill>
                  <a:srgbClr val="0F6E73"/>
                </a:solidFill>
                <a:latin typeface="Noto Sans SC"/>
                <a:ea typeface="Noto Sans SC"/>
                <a:cs typeface="Noto Sans SC"/>
              </a:defRPr>
            </a:lvl5pPr>
            <a:lvl6pPr algn="l">
              <a:defRPr sz="1575" b="1">
                <a:solidFill>
                  <a:srgbClr val="0F6E73"/>
                </a:solidFill>
                <a:latin typeface="Noto Sans SC"/>
                <a:ea typeface="Noto Sans SC"/>
                <a:cs typeface="Noto Sans SC"/>
              </a:defRPr>
            </a:lvl6pPr>
            <a:lvl7pPr algn="l">
              <a:defRPr sz="1575" b="1">
                <a:solidFill>
                  <a:srgbClr val="0F6E73"/>
                </a:solidFill>
                <a:latin typeface="Noto Sans SC"/>
                <a:ea typeface="Noto Sans SC"/>
                <a:cs typeface="Noto Sans SC"/>
              </a:defRPr>
            </a:lvl7pPr>
            <a:lvl8pPr algn="l">
              <a:defRPr sz="1575" b="1">
                <a:solidFill>
                  <a:srgbClr val="0F6E73"/>
                </a:solidFill>
                <a:latin typeface="Noto Sans SC"/>
                <a:ea typeface="Noto Sans SC"/>
                <a:cs typeface="Noto Sans SC"/>
              </a:defRPr>
            </a:lvl8pPr>
            <a:lvl9pPr algn="l">
              <a:defRPr sz="1575" b="1">
                <a:solidFill>
                  <a:srgbClr val="0F6E73"/>
                </a:solidFill>
                <a:latin typeface="Noto Sans SC"/>
                <a:ea typeface="Noto Sans SC"/>
                <a:cs typeface="Noto Sans SC"/>
              </a:defRPr>
            </a:lvl9pPr>
          </a:lstStyle>
          <a:p xmlns:a="http://schemas.openxmlformats.org/drawingml/2006/main">
            <a:pPr algn="l">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规则是可审查的条件组合与排序方法；confidence 是规则构造量。</a:t>
            </a:r>
          </a:p>
        </p:txBody>
      </p:sp>
      <p:sp>
        <p:nvSpPr>
          <p:cNvPr id="8" name="o7">
            <a:extLst xmlns:a="http://schemas.openxmlformats.org/drawingml/2006/main">
              <a:ext uri="{FF2B5EF4-FFF2-40B4-BE49-F238E27FC236}">
                <a16:creationId xmlns:a16="http://schemas.microsoft.com/office/drawing/2014/main" id="{75FECEEE-01F1-45C7-BEA0-A5B58B8963EC}"/>
              </a:ext>
            </a:extLst>
          </p:cNvPr>
          <p:cNvSpPr>
            <a:spLocks xmlns:a="http://schemas.openxmlformats.org/drawingml/2006/main" noGrp="1"/>
          </p:cNvSpPr>
          <p:nvPr/>
        </p:nvSpPr>
        <p:spPr>
          <a:xfrm xmlns:a="http://schemas.openxmlformats.org/drawingml/2006/main">
            <a:off x="609600" y="1647825"/>
            <a:ext cx="2557463" cy="742950"/>
          </a:xfrm>
          <a:prstGeom xmlns:a="http://schemas.openxmlformats.org/drawingml/2006/main" prst="roundRect">
            <a:avLst>
              <a:gd name="adj" fmla="val 10256"/>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统一特征帧</a:t>
            </a:r>
          </a:p>
        </p:txBody>
      </p:sp>
      <p:sp>
        <p:nvSpPr>
          <p:cNvPr id="9" name="line-7">
            <a:extLst xmlns:a="http://schemas.openxmlformats.org/drawingml/2006/main">
              <a:ext uri="{FF2B5EF4-FFF2-40B4-BE49-F238E27FC236}">
                <a16:creationId xmlns:a16="http://schemas.microsoft.com/office/drawing/2014/main" id="{3EEB9EED-7BC2-4EC6-B9E2-8AC4F326E6B9}"/>
              </a:ext>
            </a:extLst>
          </p:cNvPr>
          <p:cNvSpPr>
            <a:spLocks xmlns:a="http://schemas.openxmlformats.org/drawingml/2006/main" noGrp="1"/>
          </p:cNvSpPr>
          <p:nvPr/>
        </p:nvSpPr>
        <p:spPr>
          <a:xfrm xmlns:a="http://schemas.openxmlformats.org/drawingml/2006/main" flipV="0">
            <a:off x="3195638" y="2019300"/>
            <a:ext cx="180975"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0" name="line-7">
            <a:extLst xmlns:a="http://schemas.openxmlformats.org/drawingml/2006/main">
              <a:ext uri="{FF2B5EF4-FFF2-40B4-BE49-F238E27FC236}">
                <a16:creationId xmlns:a16="http://schemas.microsoft.com/office/drawing/2014/main" id="{8C1042FD-734F-4CFA-8150-B2093D299A44}"/>
              </a:ext>
            </a:extLst>
          </p:cNvPr>
          <p:cNvSpPr>
            <a:spLocks xmlns:a="http://schemas.openxmlformats.org/drawingml/2006/main" noGrp="1"/>
          </p:cNvSpPr>
          <p:nvPr/>
        </p:nvSpPr>
        <p:spPr>
          <a:xfrm xmlns:a="http://schemas.openxmlformats.org/drawingml/2006/main" flipV="1">
            <a:off x="3301382" y="2019300"/>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1" name="line-7">
            <a:extLst xmlns:a="http://schemas.openxmlformats.org/drawingml/2006/main">
              <a:ext uri="{FF2B5EF4-FFF2-40B4-BE49-F238E27FC236}">
                <a16:creationId xmlns:a16="http://schemas.microsoft.com/office/drawing/2014/main" id="{6432087F-8FB6-442D-BC89-6BF0C60C6B99}"/>
              </a:ext>
            </a:extLst>
          </p:cNvPr>
          <p:cNvSpPr>
            <a:spLocks xmlns:a="http://schemas.openxmlformats.org/drawingml/2006/main" noGrp="1"/>
          </p:cNvSpPr>
          <p:nvPr/>
        </p:nvSpPr>
        <p:spPr>
          <a:xfrm xmlns:a="http://schemas.openxmlformats.org/drawingml/2006/main" flipV="0">
            <a:off x="3301382" y="1978201"/>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2" name="o11">
            <a:extLst xmlns:a="http://schemas.openxmlformats.org/drawingml/2006/main">
              <a:ext uri="{FF2B5EF4-FFF2-40B4-BE49-F238E27FC236}">
                <a16:creationId xmlns:a16="http://schemas.microsoft.com/office/drawing/2014/main" id="{9E6A9E52-EF80-4BAD-8182-F285539195D0}"/>
              </a:ext>
            </a:extLst>
          </p:cNvPr>
          <p:cNvSpPr>
            <a:spLocks xmlns:a="http://schemas.openxmlformats.org/drawingml/2006/main" noGrp="1"/>
          </p:cNvSpPr>
          <p:nvPr/>
        </p:nvSpPr>
        <p:spPr>
          <a:xfrm xmlns:a="http://schemas.openxmlformats.org/drawingml/2006/main">
            <a:off x="3414713" y="1647825"/>
            <a:ext cx="2557463" cy="742950"/>
          </a:xfrm>
          <a:prstGeom xmlns:a="http://schemas.openxmlformats.org/drawingml/2006/main" prst="roundRect">
            <a:avLst>
              <a:gd name="adj" fmla="val 10256"/>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规则谓词逐项评估</a:t>
            </a:r>
          </a:p>
        </p:txBody>
      </p:sp>
      <p:sp>
        <p:nvSpPr>
          <p:cNvPr id="13" name="line-8">
            <a:extLst xmlns:a="http://schemas.openxmlformats.org/drawingml/2006/main">
              <a:ext uri="{FF2B5EF4-FFF2-40B4-BE49-F238E27FC236}">
                <a16:creationId xmlns:a16="http://schemas.microsoft.com/office/drawing/2014/main" id="{32B1B5A2-991E-454B-984C-6DF944B839C1}"/>
              </a:ext>
            </a:extLst>
          </p:cNvPr>
          <p:cNvSpPr>
            <a:spLocks xmlns:a="http://schemas.openxmlformats.org/drawingml/2006/main" noGrp="1"/>
          </p:cNvSpPr>
          <p:nvPr/>
        </p:nvSpPr>
        <p:spPr>
          <a:xfrm xmlns:a="http://schemas.openxmlformats.org/drawingml/2006/main" flipV="0">
            <a:off x="6000750" y="2019300"/>
            <a:ext cx="180975"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4" name="line-8">
            <a:extLst xmlns:a="http://schemas.openxmlformats.org/drawingml/2006/main">
              <a:ext uri="{FF2B5EF4-FFF2-40B4-BE49-F238E27FC236}">
                <a16:creationId xmlns:a16="http://schemas.microsoft.com/office/drawing/2014/main" id="{C692F66C-BB4A-4453-9889-718C94DEECD5}"/>
              </a:ext>
            </a:extLst>
          </p:cNvPr>
          <p:cNvSpPr>
            <a:spLocks xmlns:a="http://schemas.openxmlformats.org/drawingml/2006/main" noGrp="1"/>
          </p:cNvSpPr>
          <p:nvPr/>
        </p:nvSpPr>
        <p:spPr>
          <a:xfrm xmlns:a="http://schemas.openxmlformats.org/drawingml/2006/main" flipV="1">
            <a:off x="6106494" y="2019300"/>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5" name="line-8">
            <a:extLst xmlns:a="http://schemas.openxmlformats.org/drawingml/2006/main">
              <a:ext uri="{FF2B5EF4-FFF2-40B4-BE49-F238E27FC236}">
                <a16:creationId xmlns:a16="http://schemas.microsoft.com/office/drawing/2014/main" id="{459644AD-0F21-45CC-9FCE-2D3DC6EF5542}"/>
              </a:ext>
            </a:extLst>
          </p:cNvPr>
          <p:cNvSpPr>
            <a:spLocks xmlns:a="http://schemas.openxmlformats.org/drawingml/2006/main" noGrp="1"/>
          </p:cNvSpPr>
          <p:nvPr/>
        </p:nvSpPr>
        <p:spPr>
          <a:xfrm xmlns:a="http://schemas.openxmlformats.org/drawingml/2006/main" flipV="0">
            <a:off x="6106494" y="1978201"/>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6" name="o15">
            <a:extLst xmlns:a="http://schemas.openxmlformats.org/drawingml/2006/main">
              <a:ext uri="{FF2B5EF4-FFF2-40B4-BE49-F238E27FC236}">
                <a16:creationId xmlns:a16="http://schemas.microsoft.com/office/drawing/2014/main" id="{277D5E1A-D12B-49DB-BE10-7D806E7B5747}"/>
              </a:ext>
            </a:extLst>
          </p:cNvPr>
          <p:cNvSpPr>
            <a:spLocks xmlns:a="http://schemas.openxmlformats.org/drawingml/2006/main" noGrp="1"/>
          </p:cNvSpPr>
          <p:nvPr/>
        </p:nvSpPr>
        <p:spPr>
          <a:xfrm xmlns:a="http://schemas.openxmlformats.org/drawingml/2006/main">
            <a:off x="6219825" y="1647825"/>
            <a:ext cx="2557463" cy="742950"/>
          </a:xfrm>
          <a:prstGeom xmlns:a="http://schemas.openxmlformats.org/drawingml/2006/main" prst="roundRect">
            <a:avLst>
              <a:gd name="adj" fmla="val 10256"/>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候选集合</a:t>
            </a:r>
          </a:p>
        </p:txBody>
      </p:sp>
      <p:sp>
        <p:nvSpPr>
          <p:cNvPr id="17" name="line-9">
            <a:extLst xmlns:a="http://schemas.openxmlformats.org/drawingml/2006/main">
              <a:ext uri="{FF2B5EF4-FFF2-40B4-BE49-F238E27FC236}">
                <a16:creationId xmlns:a16="http://schemas.microsoft.com/office/drawing/2014/main" id="{54A396DF-9CD1-47AD-B84F-7471E8B994F2}"/>
              </a:ext>
            </a:extLst>
          </p:cNvPr>
          <p:cNvSpPr>
            <a:spLocks xmlns:a="http://schemas.openxmlformats.org/drawingml/2006/main" noGrp="1"/>
          </p:cNvSpPr>
          <p:nvPr/>
        </p:nvSpPr>
        <p:spPr>
          <a:xfrm xmlns:a="http://schemas.openxmlformats.org/drawingml/2006/main" flipV="0">
            <a:off x="8805863" y="2019300"/>
            <a:ext cx="180975"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8" name="line-9">
            <a:extLst xmlns:a="http://schemas.openxmlformats.org/drawingml/2006/main">
              <a:ext uri="{FF2B5EF4-FFF2-40B4-BE49-F238E27FC236}">
                <a16:creationId xmlns:a16="http://schemas.microsoft.com/office/drawing/2014/main" id="{69ED1038-D8BD-43B9-B851-3F2A2F3F2326}"/>
              </a:ext>
            </a:extLst>
          </p:cNvPr>
          <p:cNvSpPr>
            <a:spLocks xmlns:a="http://schemas.openxmlformats.org/drawingml/2006/main" noGrp="1"/>
          </p:cNvSpPr>
          <p:nvPr/>
        </p:nvSpPr>
        <p:spPr>
          <a:xfrm xmlns:a="http://schemas.openxmlformats.org/drawingml/2006/main" flipV="1">
            <a:off x="8911607" y="2019300"/>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9" name="line-9">
            <a:extLst xmlns:a="http://schemas.openxmlformats.org/drawingml/2006/main">
              <a:ext uri="{FF2B5EF4-FFF2-40B4-BE49-F238E27FC236}">
                <a16:creationId xmlns:a16="http://schemas.microsoft.com/office/drawing/2014/main" id="{E48F258A-2CF4-4A24-8271-1D7E0E931331}"/>
              </a:ext>
            </a:extLst>
          </p:cNvPr>
          <p:cNvSpPr>
            <a:spLocks xmlns:a="http://schemas.openxmlformats.org/drawingml/2006/main" noGrp="1"/>
          </p:cNvSpPr>
          <p:nvPr/>
        </p:nvSpPr>
        <p:spPr>
          <a:xfrm xmlns:a="http://schemas.openxmlformats.org/drawingml/2006/main" flipV="0">
            <a:off x="8911607" y="1978201"/>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20" name="o19">
            <a:extLst xmlns:a="http://schemas.openxmlformats.org/drawingml/2006/main">
              <a:ext uri="{FF2B5EF4-FFF2-40B4-BE49-F238E27FC236}">
                <a16:creationId xmlns:a16="http://schemas.microsoft.com/office/drawing/2014/main" id="{070B59B1-7749-4CC5-8027-8A617C204FDD}"/>
              </a:ext>
            </a:extLst>
          </p:cNvPr>
          <p:cNvSpPr>
            <a:spLocks xmlns:a="http://schemas.openxmlformats.org/drawingml/2006/main" noGrp="1"/>
          </p:cNvSpPr>
          <p:nvPr/>
        </p:nvSpPr>
        <p:spPr>
          <a:xfrm xmlns:a="http://schemas.openxmlformats.org/drawingml/2006/main">
            <a:off x="9024938" y="1647825"/>
            <a:ext cx="2557463" cy="742950"/>
          </a:xfrm>
          <a:prstGeom xmlns:a="http://schemas.openxmlformats.org/drawingml/2006/main" prst="roundRect">
            <a:avLst>
              <a:gd name="adj" fmla="val 10256"/>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去重与排序</a:t>
            </a:r>
          </a:p>
        </p:txBody>
      </p:sp>
      <p:sp>
        <p:nvSpPr>
          <p:cNvPr id="21" name="o20">
            <a:extLst xmlns:a="http://schemas.openxmlformats.org/drawingml/2006/main">
              <a:ext uri="{FF2B5EF4-FFF2-40B4-BE49-F238E27FC236}">
                <a16:creationId xmlns:a16="http://schemas.microsoft.com/office/drawing/2014/main" id="{20D121E7-B48F-47F6-A632-C5F0D6EA2FA5}"/>
              </a:ext>
            </a:extLst>
          </p:cNvPr>
          <p:cNvSpPr>
            <a:spLocks xmlns:a="http://schemas.openxmlformats.org/drawingml/2006/main" noGrp="1"/>
          </p:cNvSpPr>
          <p:nvPr/>
        </p:nvSpPr>
        <p:spPr>
          <a:xfrm xmlns:a="http://schemas.openxmlformats.org/drawingml/2006/main">
            <a:off x="609600" y="4752975"/>
            <a:ext cx="5276850" cy="1066800"/>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22" name="line-11">
            <a:extLst xmlns:a="http://schemas.openxmlformats.org/drawingml/2006/main">
              <a:ext uri="{FF2B5EF4-FFF2-40B4-BE49-F238E27FC236}">
                <a16:creationId xmlns:a16="http://schemas.microsoft.com/office/drawing/2014/main" id="{4857AF58-2DB7-4303-85C6-787B20EADA26}"/>
              </a:ext>
            </a:extLst>
          </p:cNvPr>
          <p:cNvSpPr>
            <a:spLocks xmlns:a="http://schemas.openxmlformats.org/drawingml/2006/main" noGrp="1"/>
          </p:cNvSpPr>
          <p:nvPr/>
        </p:nvSpPr>
        <p:spPr>
          <a:xfrm xmlns:a="http://schemas.openxmlformats.org/drawingml/2006/main" flipV="0">
            <a:off x="609600" y="4752975"/>
            <a:ext cx="5276850" cy="953"/>
          </a:xfrm>
          <a:prstGeom xmlns:a="http://schemas.openxmlformats.org/drawingml/2006/main" prst="line">
            <a:avLst/>
          </a:prstGeom>
          <a:noFill xmlns:a="http://schemas.openxmlformats.org/drawingml/2006/main"/>
          <a:ln xmlns:a="http://schemas.openxmlformats.org/drawingml/2006/main" w="28575">
            <a:solidFill>
              <a:srgbClr val="32668E"/>
            </a:solidFill>
            <a:prstDash val="solid"/>
          </a:ln>
        </p:spPr>
      </p:sp>
      <p:sp>
        <p:nvSpPr>
          <p:cNvPr id="23" name="o22">
            <a:extLst xmlns:a="http://schemas.openxmlformats.org/drawingml/2006/main">
              <a:ext uri="{FF2B5EF4-FFF2-40B4-BE49-F238E27FC236}">
                <a16:creationId xmlns:a16="http://schemas.microsoft.com/office/drawing/2014/main" id="{D8D82C2F-79D9-4E07-819B-EC3D588104C8}"/>
              </a:ext>
            </a:extLst>
          </p:cNvPr>
          <p:cNvSpPr>
            <a:spLocks xmlns:a="http://schemas.openxmlformats.org/drawingml/2006/main" noGrp="1"/>
          </p:cNvSpPr>
          <p:nvPr/>
        </p:nvSpPr>
        <p:spPr>
          <a:xfrm xmlns:a="http://schemas.openxmlformats.org/drawingml/2006/main">
            <a:off x="762000" y="4848225"/>
            <a:ext cx="4972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32668E"/>
                </a:solidFill>
                <a:latin typeface="Noto Sans SC"/>
                <a:ea typeface="Noto Sans SC"/>
                <a:cs typeface="Noto Sans SC"/>
              </a:defRPr>
            </a:defPPr>
            <a:lvl1pPr algn="l">
              <a:defRPr sz="1650" b="1">
                <a:solidFill>
                  <a:srgbClr val="32668E"/>
                </a:solidFill>
                <a:latin typeface="Noto Sans SC"/>
                <a:ea typeface="Noto Sans SC"/>
                <a:cs typeface="Noto Sans SC"/>
              </a:defRPr>
            </a:lvl1pPr>
            <a:lvl2pPr algn="l">
              <a:defRPr sz="1650" b="1">
                <a:solidFill>
                  <a:srgbClr val="32668E"/>
                </a:solidFill>
                <a:latin typeface="Noto Sans SC"/>
                <a:ea typeface="Noto Sans SC"/>
                <a:cs typeface="Noto Sans SC"/>
              </a:defRPr>
            </a:lvl2pPr>
            <a:lvl3pPr algn="l">
              <a:defRPr sz="1650" b="1">
                <a:solidFill>
                  <a:srgbClr val="32668E"/>
                </a:solidFill>
                <a:latin typeface="Noto Sans SC"/>
                <a:ea typeface="Noto Sans SC"/>
                <a:cs typeface="Noto Sans SC"/>
              </a:defRPr>
            </a:lvl3pPr>
            <a:lvl4pPr algn="l">
              <a:defRPr sz="1650" b="1">
                <a:solidFill>
                  <a:srgbClr val="32668E"/>
                </a:solidFill>
                <a:latin typeface="Noto Sans SC"/>
                <a:ea typeface="Noto Sans SC"/>
                <a:cs typeface="Noto Sans SC"/>
              </a:defRPr>
            </a:lvl4pPr>
            <a:lvl5pPr algn="l">
              <a:defRPr sz="1650" b="1">
                <a:solidFill>
                  <a:srgbClr val="32668E"/>
                </a:solidFill>
                <a:latin typeface="Noto Sans SC"/>
                <a:ea typeface="Noto Sans SC"/>
                <a:cs typeface="Noto Sans SC"/>
              </a:defRPr>
            </a:lvl5pPr>
            <a:lvl6pPr algn="l">
              <a:defRPr sz="1650" b="1">
                <a:solidFill>
                  <a:srgbClr val="32668E"/>
                </a:solidFill>
                <a:latin typeface="Noto Sans SC"/>
                <a:ea typeface="Noto Sans SC"/>
                <a:cs typeface="Noto Sans SC"/>
              </a:defRPr>
            </a:lvl6pPr>
            <a:lvl7pPr algn="l">
              <a:defRPr sz="1650" b="1">
                <a:solidFill>
                  <a:srgbClr val="32668E"/>
                </a:solidFill>
                <a:latin typeface="Noto Sans SC"/>
                <a:ea typeface="Noto Sans SC"/>
                <a:cs typeface="Noto Sans SC"/>
              </a:defRPr>
            </a:lvl7pPr>
            <a:lvl8pPr algn="l">
              <a:defRPr sz="1650" b="1">
                <a:solidFill>
                  <a:srgbClr val="32668E"/>
                </a:solidFill>
                <a:latin typeface="Noto Sans SC"/>
                <a:ea typeface="Noto Sans SC"/>
                <a:cs typeface="Noto Sans SC"/>
              </a:defRPr>
            </a:lvl8pPr>
            <a:lvl9pPr algn="l">
              <a:defRPr sz="1650" b="1">
                <a:solidFill>
                  <a:srgbClr val="32668E"/>
                </a:solidFill>
                <a:latin typeface="Noto Sans SC"/>
                <a:ea typeface="Noto Sans SC"/>
                <a:cs typeface="Noto Sans SC"/>
              </a:defRPr>
            </a:lvl9pPr>
          </a:lstStyle>
          <a:p xmlns:a="http://schemas.openxmlformats.org/drawingml/2006/main">
            <a:pPr algn="l">
              <a:defRPr sz="1650" b="1">
                <a:solidFill>
                  <a:srgbClr val="32668E"/>
                </a:solidFill>
                <a:latin typeface="Noto Sans SC"/>
                <a:ea typeface="Noto Sans SC"/>
                <a:cs typeface="Noto Sans SC"/>
              </a:defRPr>
            </a:pPr>
            <a:r>
              <a:rPr sz="1650" b="1">
                <a:solidFill>
                  <a:srgbClr val="32668E"/>
                </a:solidFill>
                <a:latin typeface="Noto Sans SC"/>
                <a:ea typeface="Noto Sans SC"/>
                <a:cs typeface="Noto Sans SC"/>
              </a:rPr>
              <a:t>代表性条件</a:t>
            </a:r>
          </a:p>
        </p:txBody>
      </p:sp>
      <p:sp>
        <p:nvSpPr>
          <p:cNvPr id="24" name="o23">
            <a:extLst xmlns:a="http://schemas.openxmlformats.org/drawingml/2006/main">
              <a:ext uri="{FF2B5EF4-FFF2-40B4-BE49-F238E27FC236}">
                <a16:creationId xmlns:a16="http://schemas.microsoft.com/office/drawing/2014/main" id="{2F523388-893A-4DAC-BA25-A391C0D56F48}"/>
              </a:ext>
            </a:extLst>
          </p:cNvPr>
          <p:cNvSpPr>
            <a:spLocks xmlns:a="http://schemas.openxmlformats.org/drawingml/2006/main" noGrp="1"/>
          </p:cNvSpPr>
          <p:nvPr/>
        </p:nvSpPr>
        <p:spPr>
          <a:xfrm xmlns:a="http://schemas.openxmlformats.org/drawingml/2006/main">
            <a:off x="762000" y="5200650"/>
            <a:ext cx="49720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36A"/>
                </a:solidFill>
                <a:latin typeface="Noto Sans SC"/>
                <a:ea typeface="Noto Sans SC"/>
                <a:cs typeface="Noto Sans SC"/>
              </a:defRPr>
            </a:defPPr>
            <a:lvl1pPr algn="l">
              <a:defRPr sz="1425" b="0">
                <a:solidFill>
                  <a:srgbClr val="46536A"/>
                </a:solidFill>
                <a:latin typeface="Noto Sans SC"/>
                <a:ea typeface="Noto Sans SC"/>
                <a:cs typeface="Noto Sans SC"/>
              </a:defRPr>
            </a:lvl1pPr>
            <a:lvl2pPr algn="l">
              <a:defRPr sz="1425" b="0">
                <a:solidFill>
                  <a:srgbClr val="46536A"/>
                </a:solidFill>
                <a:latin typeface="Noto Sans SC"/>
                <a:ea typeface="Noto Sans SC"/>
                <a:cs typeface="Noto Sans SC"/>
              </a:defRPr>
            </a:lvl2pPr>
            <a:lvl3pPr algn="l">
              <a:defRPr sz="1425" b="0">
                <a:solidFill>
                  <a:srgbClr val="46536A"/>
                </a:solidFill>
                <a:latin typeface="Noto Sans SC"/>
                <a:ea typeface="Noto Sans SC"/>
                <a:cs typeface="Noto Sans SC"/>
              </a:defRPr>
            </a:lvl3pPr>
            <a:lvl4pPr algn="l">
              <a:defRPr sz="1425" b="0">
                <a:solidFill>
                  <a:srgbClr val="46536A"/>
                </a:solidFill>
                <a:latin typeface="Noto Sans SC"/>
                <a:ea typeface="Noto Sans SC"/>
                <a:cs typeface="Noto Sans SC"/>
              </a:defRPr>
            </a:lvl4pPr>
            <a:lvl5pPr algn="l">
              <a:defRPr sz="1425" b="0">
                <a:solidFill>
                  <a:srgbClr val="46536A"/>
                </a:solidFill>
                <a:latin typeface="Noto Sans SC"/>
                <a:ea typeface="Noto Sans SC"/>
                <a:cs typeface="Noto Sans SC"/>
              </a:defRPr>
            </a:lvl5pPr>
            <a:lvl6pPr algn="l">
              <a:defRPr sz="1425" b="0">
                <a:solidFill>
                  <a:srgbClr val="46536A"/>
                </a:solidFill>
                <a:latin typeface="Noto Sans SC"/>
                <a:ea typeface="Noto Sans SC"/>
                <a:cs typeface="Noto Sans SC"/>
              </a:defRPr>
            </a:lvl6pPr>
            <a:lvl7pPr algn="l">
              <a:defRPr sz="1425" b="0">
                <a:solidFill>
                  <a:srgbClr val="46536A"/>
                </a:solidFill>
                <a:latin typeface="Noto Sans SC"/>
                <a:ea typeface="Noto Sans SC"/>
                <a:cs typeface="Noto Sans SC"/>
              </a:defRPr>
            </a:lvl7pPr>
            <a:lvl8pPr algn="l">
              <a:defRPr sz="1425" b="0">
                <a:solidFill>
                  <a:srgbClr val="46536A"/>
                </a:solidFill>
                <a:latin typeface="Noto Sans SC"/>
                <a:ea typeface="Noto Sans SC"/>
                <a:cs typeface="Noto Sans SC"/>
              </a:defRPr>
            </a:lvl8pPr>
            <a:lvl9pPr algn="l">
              <a:defRPr sz="1425" b="0">
                <a:solidFill>
                  <a:srgbClr val="46536A"/>
                </a:solidFill>
                <a:latin typeface="Noto Sans SC"/>
                <a:ea typeface="Noto Sans SC"/>
                <a:cs typeface="Noto Sans SC"/>
              </a:defRPr>
            </a:lvl9pPr>
          </a:lstStyle>
          <a:p xmlns:a="http://schemas.openxmlformats.org/drawingml/2006/main">
            <a:pPr algn="l">
              <a:defRPr sz="1425" b="0">
                <a:solidFill>
                  <a:srgbClr val="46536A"/>
                </a:solidFill>
                <a:latin typeface="Noto Sans SC"/>
                <a:ea typeface="Noto Sans SC"/>
                <a:cs typeface="Noto Sans SC"/>
              </a:defRPr>
            </a:pPr>
            <a:r>
              <a:rPr sz="1425" b="0">
                <a:solidFill>
                  <a:srgbClr val="46536A"/>
                </a:solidFill>
                <a:latin typeface="Noto Sans SC"/>
                <a:ea typeface="Noto Sans SC"/>
                <a:cs typeface="Noto Sans SC"/>
              </a:rPr>
              <a:t>区域命中支持相应空间候选</a:t>
            </a:r>
          </a:p>
          <a:p xmlns:a="http://schemas.openxmlformats.org/drawingml/2006/main">
            <a:pPr algn="l">
              <a:defRPr sz="1425" b="0">
                <a:solidFill>
                  <a:srgbClr val="46536A"/>
                </a:solidFill>
                <a:latin typeface="Noto Sans SC"/>
                <a:ea typeface="Noto Sans SC"/>
                <a:cs typeface="Noto Sans SC"/>
              </a:defRPr>
            </a:pPr>
            <a:r>
              <a:rPr sz="1425" b="0">
                <a:solidFill>
                  <a:srgbClr val="46536A"/>
                </a:solidFill>
                <a:latin typeface="Noto Sans SC"/>
                <a:ea typeface="Noto Sans SC"/>
                <a:cs typeface="Noto Sans SC"/>
              </a:rPr>
              <a:t>来源不可用与明确未登记分开</a:t>
            </a:r>
          </a:p>
        </p:txBody>
      </p:sp>
      <p:sp>
        <p:nvSpPr>
          <p:cNvPr id="25" name="o24">
            <a:extLst xmlns:a="http://schemas.openxmlformats.org/drawingml/2006/main">
              <a:ext uri="{FF2B5EF4-FFF2-40B4-BE49-F238E27FC236}">
                <a16:creationId xmlns:a16="http://schemas.microsoft.com/office/drawing/2014/main" id="{48FC0415-B379-494F-A1AF-37F41736EA79}"/>
              </a:ext>
            </a:extLst>
          </p:cNvPr>
          <p:cNvSpPr>
            <a:spLocks xmlns:a="http://schemas.openxmlformats.org/drawingml/2006/main" noGrp="1"/>
          </p:cNvSpPr>
          <p:nvPr/>
        </p:nvSpPr>
        <p:spPr>
          <a:xfrm xmlns:a="http://schemas.openxmlformats.org/drawingml/2006/main">
            <a:off x="6286500" y="4752975"/>
            <a:ext cx="5295900" cy="1066800"/>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26" name="line-14">
            <a:extLst xmlns:a="http://schemas.openxmlformats.org/drawingml/2006/main">
              <a:ext uri="{FF2B5EF4-FFF2-40B4-BE49-F238E27FC236}">
                <a16:creationId xmlns:a16="http://schemas.microsoft.com/office/drawing/2014/main" id="{8E13465C-AE6F-451A-8E02-18CD5E700473}"/>
              </a:ext>
            </a:extLst>
          </p:cNvPr>
          <p:cNvSpPr>
            <a:spLocks xmlns:a="http://schemas.openxmlformats.org/drawingml/2006/main" noGrp="1"/>
          </p:cNvSpPr>
          <p:nvPr/>
        </p:nvSpPr>
        <p:spPr>
          <a:xfrm xmlns:a="http://schemas.openxmlformats.org/drawingml/2006/main" flipV="0">
            <a:off x="6286500" y="4752975"/>
            <a:ext cx="5295900" cy="953"/>
          </a:xfrm>
          <a:prstGeom xmlns:a="http://schemas.openxmlformats.org/drawingml/2006/main" prst="line">
            <a:avLst/>
          </a:prstGeom>
          <a:noFill xmlns:a="http://schemas.openxmlformats.org/drawingml/2006/main"/>
          <a:ln xmlns:a="http://schemas.openxmlformats.org/drawingml/2006/main" w="28575">
            <a:solidFill>
              <a:srgbClr val="0F6E73"/>
            </a:solidFill>
            <a:prstDash val="solid"/>
          </a:ln>
        </p:spPr>
      </p:sp>
      <p:sp>
        <p:nvSpPr>
          <p:cNvPr id="27" name="o26">
            <a:extLst xmlns:a="http://schemas.openxmlformats.org/drawingml/2006/main">
              <a:ext uri="{FF2B5EF4-FFF2-40B4-BE49-F238E27FC236}">
                <a16:creationId xmlns:a16="http://schemas.microsoft.com/office/drawing/2014/main" id="{B2C8A8FE-2C20-4E80-8273-D8B4CA0B61EB}"/>
              </a:ext>
            </a:extLst>
          </p:cNvPr>
          <p:cNvSpPr>
            <a:spLocks xmlns:a="http://schemas.openxmlformats.org/drawingml/2006/main" noGrp="1"/>
          </p:cNvSpPr>
          <p:nvPr/>
        </p:nvSpPr>
        <p:spPr>
          <a:xfrm xmlns:a="http://schemas.openxmlformats.org/drawingml/2006/main">
            <a:off x="6438900" y="4848225"/>
            <a:ext cx="4991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0F6E73"/>
                </a:solidFill>
                <a:latin typeface="Noto Sans SC"/>
                <a:ea typeface="Noto Sans SC"/>
                <a:cs typeface="Noto Sans SC"/>
              </a:defRPr>
            </a:defPPr>
            <a:lvl1pPr algn="l">
              <a:defRPr sz="1650" b="1">
                <a:solidFill>
                  <a:srgbClr val="0F6E73"/>
                </a:solidFill>
                <a:latin typeface="Noto Sans SC"/>
                <a:ea typeface="Noto Sans SC"/>
                <a:cs typeface="Noto Sans SC"/>
              </a:defRPr>
            </a:lvl1pPr>
            <a:lvl2pPr algn="l">
              <a:defRPr sz="1650" b="1">
                <a:solidFill>
                  <a:srgbClr val="0F6E73"/>
                </a:solidFill>
                <a:latin typeface="Noto Sans SC"/>
                <a:ea typeface="Noto Sans SC"/>
                <a:cs typeface="Noto Sans SC"/>
              </a:defRPr>
            </a:lvl2pPr>
            <a:lvl3pPr algn="l">
              <a:defRPr sz="1650" b="1">
                <a:solidFill>
                  <a:srgbClr val="0F6E73"/>
                </a:solidFill>
                <a:latin typeface="Noto Sans SC"/>
                <a:ea typeface="Noto Sans SC"/>
                <a:cs typeface="Noto Sans SC"/>
              </a:defRPr>
            </a:lvl3pPr>
            <a:lvl4pPr algn="l">
              <a:defRPr sz="1650" b="1">
                <a:solidFill>
                  <a:srgbClr val="0F6E73"/>
                </a:solidFill>
                <a:latin typeface="Noto Sans SC"/>
                <a:ea typeface="Noto Sans SC"/>
                <a:cs typeface="Noto Sans SC"/>
              </a:defRPr>
            </a:lvl4pPr>
            <a:lvl5pPr algn="l">
              <a:defRPr sz="1650" b="1">
                <a:solidFill>
                  <a:srgbClr val="0F6E73"/>
                </a:solidFill>
                <a:latin typeface="Noto Sans SC"/>
                <a:ea typeface="Noto Sans SC"/>
                <a:cs typeface="Noto Sans SC"/>
              </a:defRPr>
            </a:lvl5pPr>
            <a:lvl6pPr algn="l">
              <a:defRPr sz="1650" b="1">
                <a:solidFill>
                  <a:srgbClr val="0F6E73"/>
                </a:solidFill>
                <a:latin typeface="Noto Sans SC"/>
                <a:ea typeface="Noto Sans SC"/>
                <a:cs typeface="Noto Sans SC"/>
              </a:defRPr>
            </a:lvl6pPr>
            <a:lvl7pPr algn="l">
              <a:defRPr sz="1650" b="1">
                <a:solidFill>
                  <a:srgbClr val="0F6E73"/>
                </a:solidFill>
                <a:latin typeface="Noto Sans SC"/>
                <a:ea typeface="Noto Sans SC"/>
                <a:cs typeface="Noto Sans SC"/>
              </a:defRPr>
            </a:lvl7pPr>
            <a:lvl8pPr algn="l">
              <a:defRPr sz="1650" b="1">
                <a:solidFill>
                  <a:srgbClr val="0F6E73"/>
                </a:solidFill>
                <a:latin typeface="Noto Sans SC"/>
                <a:ea typeface="Noto Sans SC"/>
                <a:cs typeface="Noto Sans SC"/>
              </a:defRPr>
            </a:lvl8pPr>
            <a:lvl9pPr algn="l">
              <a:defRPr sz="1650" b="1">
                <a:solidFill>
                  <a:srgbClr val="0F6E73"/>
                </a:solidFill>
                <a:latin typeface="Noto Sans SC"/>
                <a:ea typeface="Noto Sans SC"/>
                <a:cs typeface="Noto Sans SC"/>
              </a:defRPr>
            </a:lvl9pPr>
          </a:lstStyle>
          <a:p xmlns:a="http://schemas.openxmlformats.org/drawingml/2006/main">
            <a:pPr algn="l">
              <a:defRPr sz="1650" b="1">
                <a:solidFill>
                  <a:srgbClr val="0F6E73"/>
                </a:solidFill>
                <a:latin typeface="Noto Sans SC"/>
                <a:ea typeface="Noto Sans SC"/>
                <a:cs typeface="Noto Sans SC"/>
              </a:defRPr>
            </a:pPr>
            <a:r>
              <a:rPr sz="1650" b="1">
                <a:solidFill>
                  <a:srgbClr val="0F6E73"/>
                </a:solidFill>
                <a:latin typeface="Noto Sans SC"/>
                <a:ea typeface="Noto Sans SC"/>
                <a:cs typeface="Noto Sans SC"/>
              </a:rPr>
              <a:t>候选携带的证据</a:t>
            </a:r>
          </a:p>
        </p:txBody>
      </p:sp>
      <p:sp>
        <p:nvSpPr>
          <p:cNvPr id="28" name="o27">
            <a:extLst xmlns:a="http://schemas.openxmlformats.org/drawingml/2006/main">
              <a:ext uri="{FF2B5EF4-FFF2-40B4-BE49-F238E27FC236}">
                <a16:creationId xmlns:a16="http://schemas.microsoft.com/office/drawing/2014/main" id="{3BDE3131-7503-4035-8EF9-42B92BCFD061}"/>
              </a:ext>
            </a:extLst>
          </p:cNvPr>
          <p:cNvSpPr>
            <a:spLocks xmlns:a="http://schemas.openxmlformats.org/drawingml/2006/main" noGrp="1"/>
          </p:cNvSpPr>
          <p:nvPr/>
        </p:nvSpPr>
        <p:spPr>
          <a:xfrm xmlns:a="http://schemas.openxmlformats.org/drawingml/2006/main">
            <a:off x="6438900" y="5200650"/>
            <a:ext cx="49911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36A"/>
                </a:solidFill>
                <a:latin typeface="Noto Sans SC"/>
                <a:ea typeface="Noto Sans SC"/>
                <a:cs typeface="Noto Sans SC"/>
              </a:defRPr>
            </a:defPPr>
            <a:lvl1pPr algn="l">
              <a:defRPr sz="1425" b="0">
                <a:solidFill>
                  <a:srgbClr val="46536A"/>
                </a:solidFill>
                <a:latin typeface="Noto Sans SC"/>
                <a:ea typeface="Noto Sans SC"/>
                <a:cs typeface="Noto Sans SC"/>
              </a:defRPr>
            </a:lvl1pPr>
            <a:lvl2pPr algn="l">
              <a:defRPr sz="1425" b="0">
                <a:solidFill>
                  <a:srgbClr val="46536A"/>
                </a:solidFill>
                <a:latin typeface="Noto Sans SC"/>
                <a:ea typeface="Noto Sans SC"/>
                <a:cs typeface="Noto Sans SC"/>
              </a:defRPr>
            </a:lvl2pPr>
            <a:lvl3pPr algn="l">
              <a:defRPr sz="1425" b="0">
                <a:solidFill>
                  <a:srgbClr val="46536A"/>
                </a:solidFill>
                <a:latin typeface="Noto Sans SC"/>
                <a:ea typeface="Noto Sans SC"/>
                <a:cs typeface="Noto Sans SC"/>
              </a:defRPr>
            </a:lvl3pPr>
            <a:lvl4pPr algn="l">
              <a:defRPr sz="1425" b="0">
                <a:solidFill>
                  <a:srgbClr val="46536A"/>
                </a:solidFill>
                <a:latin typeface="Noto Sans SC"/>
                <a:ea typeface="Noto Sans SC"/>
                <a:cs typeface="Noto Sans SC"/>
              </a:defRPr>
            </a:lvl4pPr>
            <a:lvl5pPr algn="l">
              <a:defRPr sz="1425" b="0">
                <a:solidFill>
                  <a:srgbClr val="46536A"/>
                </a:solidFill>
                <a:latin typeface="Noto Sans SC"/>
                <a:ea typeface="Noto Sans SC"/>
                <a:cs typeface="Noto Sans SC"/>
              </a:defRPr>
            </a:lvl5pPr>
            <a:lvl6pPr algn="l">
              <a:defRPr sz="1425" b="0">
                <a:solidFill>
                  <a:srgbClr val="46536A"/>
                </a:solidFill>
                <a:latin typeface="Noto Sans SC"/>
                <a:ea typeface="Noto Sans SC"/>
                <a:cs typeface="Noto Sans SC"/>
              </a:defRPr>
            </a:lvl6pPr>
            <a:lvl7pPr algn="l">
              <a:defRPr sz="1425" b="0">
                <a:solidFill>
                  <a:srgbClr val="46536A"/>
                </a:solidFill>
                <a:latin typeface="Noto Sans SC"/>
                <a:ea typeface="Noto Sans SC"/>
                <a:cs typeface="Noto Sans SC"/>
              </a:defRPr>
            </a:lvl7pPr>
            <a:lvl8pPr algn="l">
              <a:defRPr sz="1425" b="0">
                <a:solidFill>
                  <a:srgbClr val="46536A"/>
                </a:solidFill>
                <a:latin typeface="Noto Sans SC"/>
                <a:ea typeface="Noto Sans SC"/>
                <a:cs typeface="Noto Sans SC"/>
              </a:defRPr>
            </a:lvl8pPr>
            <a:lvl9pPr algn="l">
              <a:defRPr sz="1425" b="0">
                <a:solidFill>
                  <a:srgbClr val="46536A"/>
                </a:solidFill>
                <a:latin typeface="Noto Sans SC"/>
                <a:ea typeface="Noto Sans SC"/>
                <a:cs typeface="Noto Sans SC"/>
              </a:defRPr>
            </a:lvl9pPr>
          </a:lstStyle>
          <a:p xmlns:a="http://schemas.openxmlformats.org/drawingml/2006/main">
            <a:pPr algn="l">
              <a:defRPr sz="1425" b="0">
                <a:solidFill>
                  <a:srgbClr val="46536A"/>
                </a:solidFill>
                <a:latin typeface="Noto Sans SC"/>
                <a:ea typeface="Noto Sans SC"/>
                <a:cs typeface="Noto Sans SC"/>
              </a:defRPr>
            </a:pPr>
            <a:r>
              <a:rPr sz="1425" b="0">
                <a:solidFill>
                  <a:srgbClr val="46536A"/>
                </a:solidFill>
                <a:latin typeface="Noto Sans SC"/>
                <a:ea typeface="Noto Sans SC"/>
                <a:cs typeface="Noto Sans SC"/>
              </a:rPr>
              <a:t>规则代码、触发成员、观测值</a:t>
            </a:r>
          </a:p>
          <a:p xmlns:a="http://schemas.openxmlformats.org/drawingml/2006/main">
            <a:pPr algn="l">
              <a:defRPr sz="1425" b="0">
                <a:solidFill>
                  <a:srgbClr val="46536A"/>
                </a:solidFill>
                <a:latin typeface="Noto Sans SC"/>
                <a:ea typeface="Noto Sans SC"/>
                <a:cs typeface="Noto Sans SC"/>
              </a:defRPr>
            </a:pPr>
            <a:r>
              <a:rPr sz="1425" b="0">
                <a:solidFill>
                  <a:srgbClr val="46536A"/>
                </a:solidFill>
                <a:latin typeface="Noto Sans SC"/>
                <a:ea typeface="Noto Sans SC"/>
                <a:cs typeface="Noto Sans SC"/>
              </a:rPr>
              <a:t>置信构造值与完整度</a:t>
            </a:r>
          </a:p>
        </p:txBody>
      </p:sp>
      <p:sp>
        <p:nvSpPr>
          <p:cNvPr id="29" name="o28">
            <a:extLst xmlns:a="http://schemas.openxmlformats.org/drawingml/2006/main">
              <a:ext uri="{FF2B5EF4-FFF2-40B4-BE49-F238E27FC236}">
                <a16:creationId xmlns:a16="http://schemas.microsoft.com/office/drawing/2014/main" id="{AC89DB56-AF8B-4FB3-9BE3-C23ED2453A1B}"/>
              </a:ext>
            </a:extLst>
          </p:cNvPr>
          <p:cNvSpPr>
            <a:spLocks xmlns:a="http://schemas.openxmlformats.org/drawingml/2006/main" noGrp="1"/>
          </p:cNvSpPr>
          <p:nvPr/>
        </p:nvSpPr>
        <p:spPr>
          <a:xfrm xmlns:a="http://schemas.openxmlformats.org/drawingml/2006/main">
            <a:off x="609600" y="4448175"/>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b="0">
                <a:solidFill>
                  <a:srgbClr val="46536A"/>
                </a:solidFill>
                <a:latin typeface="Noto Sans SC"/>
                <a:ea typeface="Noto Sans SC"/>
                <a:cs typeface="Noto Sans SC"/>
              </a:defRPr>
            </a:defPPr>
            <a:lvl1pPr algn="l">
              <a:defRPr sz="1350" b="0">
                <a:solidFill>
                  <a:srgbClr val="46536A"/>
                </a:solidFill>
                <a:latin typeface="Noto Sans SC"/>
                <a:ea typeface="Noto Sans SC"/>
                <a:cs typeface="Noto Sans SC"/>
              </a:defRPr>
            </a:lvl1pPr>
            <a:lvl2pPr algn="l">
              <a:defRPr sz="1350" b="0">
                <a:solidFill>
                  <a:srgbClr val="46536A"/>
                </a:solidFill>
                <a:latin typeface="Noto Sans SC"/>
                <a:ea typeface="Noto Sans SC"/>
                <a:cs typeface="Noto Sans SC"/>
              </a:defRPr>
            </a:lvl2pPr>
            <a:lvl3pPr algn="l">
              <a:defRPr sz="1350" b="0">
                <a:solidFill>
                  <a:srgbClr val="46536A"/>
                </a:solidFill>
                <a:latin typeface="Noto Sans SC"/>
                <a:ea typeface="Noto Sans SC"/>
                <a:cs typeface="Noto Sans SC"/>
              </a:defRPr>
            </a:lvl3pPr>
            <a:lvl4pPr algn="l">
              <a:defRPr sz="1350" b="0">
                <a:solidFill>
                  <a:srgbClr val="46536A"/>
                </a:solidFill>
                <a:latin typeface="Noto Sans SC"/>
                <a:ea typeface="Noto Sans SC"/>
                <a:cs typeface="Noto Sans SC"/>
              </a:defRPr>
            </a:lvl4pPr>
            <a:lvl5pPr algn="l">
              <a:defRPr sz="1350" b="0">
                <a:solidFill>
                  <a:srgbClr val="46536A"/>
                </a:solidFill>
                <a:latin typeface="Noto Sans SC"/>
                <a:ea typeface="Noto Sans SC"/>
                <a:cs typeface="Noto Sans SC"/>
              </a:defRPr>
            </a:lvl5pPr>
            <a:lvl6pPr algn="l">
              <a:defRPr sz="1350" b="0">
                <a:solidFill>
                  <a:srgbClr val="46536A"/>
                </a:solidFill>
                <a:latin typeface="Noto Sans SC"/>
                <a:ea typeface="Noto Sans SC"/>
                <a:cs typeface="Noto Sans SC"/>
              </a:defRPr>
            </a:lvl6pPr>
            <a:lvl7pPr algn="l">
              <a:defRPr sz="1350" b="0">
                <a:solidFill>
                  <a:srgbClr val="46536A"/>
                </a:solidFill>
                <a:latin typeface="Noto Sans SC"/>
                <a:ea typeface="Noto Sans SC"/>
                <a:cs typeface="Noto Sans SC"/>
              </a:defRPr>
            </a:lvl7pPr>
            <a:lvl8pPr algn="l">
              <a:defRPr sz="1350" b="0">
                <a:solidFill>
                  <a:srgbClr val="46536A"/>
                </a:solidFill>
                <a:latin typeface="Noto Sans SC"/>
                <a:ea typeface="Noto Sans SC"/>
                <a:cs typeface="Noto Sans SC"/>
              </a:defRPr>
            </a:lvl8pPr>
            <a:lvl9pPr algn="l">
              <a:defRPr sz="1350" b="0">
                <a:solidFill>
                  <a:srgbClr val="46536A"/>
                </a:solidFill>
                <a:latin typeface="Noto Sans SC"/>
                <a:ea typeface="Noto Sans SC"/>
                <a:cs typeface="Noto Sans SC"/>
              </a:defRPr>
            </a:lvl9pPr>
          </a:lstStyle>
          <a:p xmlns:a="http://schemas.openxmlformats.org/drawingml/2006/main">
            <a:pPr algn="l">
              <a:defRPr sz="1350" b="0">
                <a:solidFill>
                  <a:srgbClr val="46536A"/>
                </a:solidFill>
                <a:latin typeface="Noto Sans SC"/>
                <a:ea typeface="Noto Sans SC"/>
                <a:cs typeface="Noto Sans SC"/>
              </a:defRPr>
            </a:pPr>
            <a:r>
              <a:rPr sz="1350" b="0">
                <a:solidFill>
                  <a:srgbClr val="46536A"/>
                </a:solidFill>
                <a:latin typeface="Noto Sans SC"/>
                <a:ea typeface="Noto Sans SC"/>
                <a:cs typeface="Noto Sans SC"/>
              </a:rPr>
              <a:t>p：优先级　q：规则置信构造值　a：完整度　code：稳定标识</a:t>
            </a:r>
          </a:p>
        </p:txBody>
      </p:sp>
      <p:sp xmlns:a="http://schemas.openxmlformats.org/drawingml/2006/main" xmlns:m="http://schemas.openxmlformats.org/officeDocument/2006/math" xmlns:w="http://schemas.openxmlformats.org/wordprocessingml/2006/main" xmlns:a14="http://schemas.microsoft.com/office/drawing/2010/main" xmlns:r="http://schemas.openxmlformats.org/officeDocument/2006/relationships" xmlns:rel="http://schemas.openxmlformats.org/package/2006/relationships" xmlns:ct="http://schemas.openxmlformats.org/package/2006/content-types">
        <p:nvSpPr>
          <p:cNvPr id="7001" name="latex-equation-7001"/>
          <p:cNvSpPr txBox="1">
            <a:spLocks noGrp="1"/>
          </p:cNvSpPr>
          <p:nvPr/>
        </p:nvSpPr>
        <p:spPr>
          <a:xfrm>
            <a:off x="609600" y="2819400"/>
            <a:ext cx="5238750" cy="619125"/>
          </a:xfrm>
          <a:prstGeom prst="rect">
            <a:avLst/>
          </a:prstGeom>
          <a:noFill/>
          <a:ln>
            <a:noFill/>
          </a:ln>
        </p:spPr>
        <p:txBody>
          <a:bodyPr wrap="none" lIns="0" tIns="0" rIns="0" bIns="0" anchor="ctr">
            <a:noAutofit/>
          </a:bodyPr>
          <a:lstStyle/>
          <a:p>
            <a:pPr algn="ctr"/>
            <a14:m>
              <m:oMathPara>
                <m:oMath>
                  <m:r>
                    <w:rPr>
                      <w:sz w:val="44"/>
                      <w:rFonts w:ascii="Cambria Math" w:hAnsi="Cambria Math" w:eastAsia="Cambria Math"/>
                    </w:rPr>
                    <m:rPr>
                      <m:scr m:val="script"/>
                    </m:rPr>
                    <m:t>C</m:t>
                  </m:r>
                  <m:r>
                    <w:rPr>
                      <w:sz w:val="44"/>
                      <w:rFonts w:ascii="Cambria Math" w:hAnsi="Cambria Math" w:eastAsia="Cambria Math"/>
                    </w:rPr>
                    <m:t>(x)={</m:t>
                  </m:r>
                  <m:sSub>
                    <m:e>
                      <m:r>
                        <w:rPr>
                          <w:sz w:val="44"/>
                          <w:rFonts w:ascii="Cambria Math" w:hAnsi="Cambria Math" w:eastAsia="Cambria Math"/>
                        </w:rPr>
                        <m:t>c</m:t>
                      </m:r>
                    </m:e>
                    <m:sub>
                      <m:r>
                        <w:rPr>
                          <w:sz w:val="44"/>
                          <w:rFonts w:ascii="Cambria Math" w:hAnsi="Cambria Math" w:eastAsia="Cambria Math"/>
                        </w:rPr>
                        <m:t>r</m:t>
                      </m:r>
                    </m:sub>
                  </m:sSub>
                  <m:r>
                    <w:rPr>
                      <w:sz w:val="44"/>
                      <w:rFonts w:ascii="Cambria Math" w:hAnsi="Cambria Math" w:eastAsia="Cambria Math"/>
                    </w:rPr>
                    <m:t>(x):</m:t>
                  </m:r>
                  <m:sSub>
                    <m:e>
                      <m:r>
                        <w:rPr>
                          <w:sz w:val="44"/>
                          <w:rFonts w:ascii="Cambria Math" w:hAnsi="Cambria Math" w:eastAsia="Cambria Math"/>
                        </w:rPr>
                        <m:t>g</m:t>
                      </m:r>
                    </m:e>
                    <m:sub>
                      <m:r>
                        <w:rPr>
                          <w:sz w:val="44"/>
                          <w:rFonts w:ascii="Cambria Math" w:hAnsi="Cambria Math" w:eastAsia="Cambria Math"/>
                        </w:rPr>
                        <m:t>r</m:t>
                      </m:r>
                    </m:sub>
                  </m:sSub>
                  <m:r>
                    <w:rPr>
                      <w:sz w:val="44"/>
                      <w:rFonts w:ascii="Cambria Math" w:hAnsi="Cambria Math" w:eastAsia="Cambria Math"/>
                    </w:rPr>
                    <m:t>(x)=1}</m:t>
                  </m:r>
                </m:oMath>
              </m:oMathPara>
            </a14:m>
            <a:endParaRPr sz="2200"/>
          </a:p>
        </p:txBody>
      </p:sp>
      <p:sp xmlns:a="http://schemas.openxmlformats.org/drawingml/2006/main" xmlns:m="http://schemas.openxmlformats.org/officeDocument/2006/math" xmlns:w="http://schemas.openxmlformats.org/wordprocessingml/2006/main" xmlns:a14="http://schemas.microsoft.com/office/drawing/2010/main" xmlns:r="http://schemas.openxmlformats.org/officeDocument/2006/relationships" xmlns:rel="http://schemas.openxmlformats.org/package/2006/relationships" xmlns:ct="http://schemas.openxmlformats.org/package/2006/content-types">
        <p:nvSpPr>
          <p:cNvPr id="7002" name="latex-equation-7002"/>
          <p:cNvSpPr txBox="1">
            <a:spLocks noGrp="1"/>
          </p:cNvSpPr>
          <p:nvPr/>
        </p:nvSpPr>
        <p:spPr>
          <a:xfrm>
            <a:off x="609600" y="3714750"/>
            <a:ext cx="10972800" cy="666750"/>
          </a:xfrm>
          <a:prstGeom prst="rect">
            <a:avLst/>
          </a:prstGeom>
          <a:noFill/>
          <a:ln>
            <a:noFill/>
          </a:ln>
        </p:spPr>
        <p:txBody>
          <a:bodyPr wrap="none" lIns="0" tIns="0" rIns="0" bIns="0" anchor="ctr">
            <a:noAutofit/>
          </a:bodyPr>
          <a:lstStyle/>
          <a:p>
            <a:pPr algn="ctr"/>
            <a14:m>
              <m:oMathPara>
                <m:oMath>
                  <m:r>
                    <w:rPr>
                      <w:sz w:val="42"/>
                      <w:rFonts w:ascii="Cambria Math" w:hAnsi="Cambria Math" w:eastAsia="Cambria Math"/>
                    </w:rPr>
                    <m:t>key(c)=(−</m:t>
                  </m:r>
                  <m:sSub>
                    <m:e>
                      <m:r>
                        <w:rPr>
                          <w:sz w:val="42"/>
                          <w:rFonts w:ascii="Cambria Math" w:hAnsi="Cambria Math" w:eastAsia="Cambria Math"/>
                        </w:rPr>
                        <m:t>p</m:t>
                      </m:r>
                    </m:e>
                    <m:sub>
                      <m:r>
                        <w:rPr>
                          <w:sz w:val="42"/>
                          <w:rFonts w:ascii="Cambria Math" w:hAnsi="Cambria Math" w:eastAsia="Cambria Math"/>
                        </w:rPr>
                        <m:t>c</m:t>
                      </m:r>
                    </m:sub>
                  </m:sSub>
                  <m:r>
                    <w:rPr>
                      <w:sz w:val="42"/>
                      <w:rFonts w:ascii="Cambria Math" w:hAnsi="Cambria Math" w:eastAsia="Cambria Math"/>
                    </w:rPr>
                    <m:t>,−</m:t>
                  </m:r>
                  <m:sSub>
                    <m:e>
                      <m:r>
                        <w:rPr>
                          <w:sz w:val="42"/>
                          <w:rFonts w:ascii="Cambria Math" w:hAnsi="Cambria Math" w:eastAsia="Cambria Math"/>
                        </w:rPr>
                        <m:t>q</m:t>
                      </m:r>
                    </m:e>
                    <m:sub>
                      <m:r>
                        <w:rPr>
                          <w:sz w:val="42"/>
                          <w:rFonts w:ascii="Cambria Math" w:hAnsi="Cambria Math" w:eastAsia="Cambria Math"/>
                        </w:rPr>
                        <m:t>c</m:t>
                      </m:r>
                    </m:sub>
                  </m:sSub>
                  <m:r>
                    <w:rPr>
                      <w:sz w:val="42"/>
                      <w:rFonts w:ascii="Cambria Math" w:hAnsi="Cambria Math" w:eastAsia="Cambria Math"/>
                    </w:rPr>
                    <m:t>,−</m:t>
                  </m:r>
                  <m:sSub>
                    <m:e>
                      <m:r>
                        <w:rPr>
                          <w:sz w:val="42"/>
                          <w:rFonts w:ascii="Cambria Math" w:hAnsi="Cambria Math" w:eastAsia="Cambria Math"/>
                        </w:rPr>
                        <m:t>a</m:t>
                      </m:r>
                    </m:e>
                    <m:sub>
                      <m:r>
                        <w:rPr>
                          <w:sz w:val="42"/>
                          <w:rFonts w:ascii="Cambria Math" w:hAnsi="Cambria Math" w:eastAsia="Cambria Math"/>
                        </w:rPr>
                        <m:t>c</m:t>
                      </m:r>
                    </m:sub>
                  </m:sSub>
                  <m:r>
                    <w:rPr>
                      <w:sz w:val="42"/>
                      <w:rFonts w:ascii="Cambria Math" w:hAnsi="Cambria Math" w:eastAsia="Cambria Math"/>
                    </w:rPr>
                    <m:t>,</m:t>
                  </m:r>
                  <m:sSub>
                    <m:e>
                      <m:r>
                        <w:rPr>
                          <w:sz w:val="42"/>
                          <w:rFonts w:ascii="Cambria Math" w:hAnsi="Cambria Math" w:eastAsia="Cambria Math"/>
                        </w:rPr>
                        <m:t>code</m:t>
                      </m:r>
                    </m:e>
                    <m:sub>
                      <m:r>
                        <w:rPr>
                          <w:sz w:val="42"/>
                          <w:rFonts w:ascii="Cambria Math" w:hAnsi="Cambria Math" w:eastAsia="Cambria Math"/>
                        </w:rPr>
                        <m:t>c</m:t>
                      </m:r>
                    </m:sub>
                  </m:sSub>
                  <m:r>
                    <w:rPr>
                      <w:sz w:val="42"/>
                      <w:rFonts w:ascii="Cambria Math" w:hAnsi="Cambria Math" w:eastAsia="Cambria Math"/>
                    </w:rPr>
                    <m:t>)</m:t>
                  </m:r>
                </m:oMath>
              </m:oMathPara>
            </a14:m>
            <a:endParaRPr sz="2100"/>
          </a:p>
        </p:txBody>
      </p:sp>
    </p:spTree>
    <p:extLst>
      <p:ext uri="{BB962C8B-B14F-4D97-AF65-F5344CB8AC3E}">
        <p14:creationId xmlns:p14="http://schemas.microsoft.com/office/powerpoint/2010/main" val="1133423777"/>
      </p:ext>
    </p:extLst>
  </p:cSld>
</p:sld>
</file>

<file path=ppt/slides/slide20.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26" name="o0">
            <a:extLst xmlns:a="http://schemas.openxmlformats.org/drawingml/2006/main">
              <a:ext uri="{FF2B5EF4-FFF2-40B4-BE49-F238E27FC236}">
                <a16:creationId xmlns:a16="http://schemas.microsoft.com/office/drawing/2014/main" id="{26C9F382-1D40-4883-9A8A-60D22C53B770}"/>
              </a:ext>
            </a:extLst>
          </p:cNvPr>
          <p:cNvSpPr>
            <a:spLocks xmlns:a="http://schemas.openxmlformats.org/drawingml/2006/main" noGrp="1"/>
          </p:cNvSpPr>
          <p:nvPr/>
        </p:nvSpPr>
        <p:spPr>
          <a:xfrm xmlns:a="http://schemas.openxmlformats.org/drawingml/2006/main">
            <a:off x="609600" y="219075"/>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B85A1E"/>
                </a:solidFill>
                <a:latin typeface="Noto Sans SC"/>
                <a:ea typeface="Noto Sans SC"/>
                <a:cs typeface="Noto Sans SC"/>
              </a:defRPr>
            </a:defPPr>
            <a:lvl1pPr algn="l">
              <a:defRPr sz="1275" b="1">
                <a:solidFill>
                  <a:srgbClr val="B85A1E"/>
                </a:solidFill>
                <a:latin typeface="Noto Sans SC"/>
                <a:ea typeface="Noto Sans SC"/>
                <a:cs typeface="Noto Sans SC"/>
              </a:defRPr>
            </a:lvl1pPr>
            <a:lvl2pPr algn="l">
              <a:defRPr sz="1275" b="1">
                <a:solidFill>
                  <a:srgbClr val="B85A1E"/>
                </a:solidFill>
                <a:latin typeface="Noto Sans SC"/>
                <a:ea typeface="Noto Sans SC"/>
                <a:cs typeface="Noto Sans SC"/>
              </a:defRPr>
            </a:lvl2pPr>
            <a:lvl3pPr algn="l">
              <a:defRPr sz="1275" b="1">
                <a:solidFill>
                  <a:srgbClr val="B85A1E"/>
                </a:solidFill>
                <a:latin typeface="Noto Sans SC"/>
                <a:ea typeface="Noto Sans SC"/>
                <a:cs typeface="Noto Sans SC"/>
              </a:defRPr>
            </a:lvl3pPr>
            <a:lvl4pPr algn="l">
              <a:defRPr sz="1275" b="1">
                <a:solidFill>
                  <a:srgbClr val="B85A1E"/>
                </a:solidFill>
                <a:latin typeface="Noto Sans SC"/>
                <a:ea typeface="Noto Sans SC"/>
                <a:cs typeface="Noto Sans SC"/>
              </a:defRPr>
            </a:lvl4pPr>
            <a:lvl5pPr algn="l">
              <a:defRPr sz="1275" b="1">
                <a:solidFill>
                  <a:srgbClr val="B85A1E"/>
                </a:solidFill>
                <a:latin typeface="Noto Sans SC"/>
                <a:ea typeface="Noto Sans SC"/>
                <a:cs typeface="Noto Sans SC"/>
              </a:defRPr>
            </a:lvl5pPr>
            <a:lvl6pPr algn="l">
              <a:defRPr sz="1275" b="1">
                <a:solidFill>
                  <a:srgbClr val="B85A1E"/>
                </a:solidFill>
                <a:latin typeface="Noto Sans SC"/>
                <a:ea typeface="Noto Sans SC"/>
                <a:cs typeface="Noto Sans SC"/>
              </a:defRPr>
            </a:lvl6pPr>
            <a:lvl7pPr algn="l">
              <a:defRPr sz="1275" b="1">
                <a:solidFill>
                  <a:srgbClr val="B85A1E"/>
                </a:solidFill>
                <a:latin typeface="Noto Sans SC"/>
                <a:ea typeface="Noto Sans SC"/>
                <a:cs typeface="Noto Sans SC"/>
              </a:defRPr>
            </a:lvl7pPr>
            <a:lvl8pPr algn="l">
              <a:defRPr sz="1275" b="1">
                <a:solidFill>
                  <a:srgbClr val="B85A1E"/>
                </a:solidFill>
                <a:latin typeface="Noto Sans SC"/>
                <a:ea typeface="Noto Sans SC"/>
                <a:cs typeface="Noto Sans SC"/>
              </a:defRPr>
            </a:lvl8pPr>
            <a:lvl9pPr algn="l">
              <a:defRPr sz="1275" b="1">
                <a:solidFill>
                  <a:srgbClr val="B85A1E"/>
                </a:solidFill>
                <a:latin typeface="Noto Sans SC"/>
                <a:ea typeface="Noto Sans SC"/>
                <a:cs typeface="Noto Sans SC"/>
              </a:defRPr>
            </a:lvl9pPr>
          </a:lstStyle>
          <a:p xmlns:a="http://schemas.openxmlformats.org/drawingml/2006/main">
            <a:pPr algn="l">
              <a:defRPr sz="1275" b="1">
                <a:solidFill>
                  <a:srgbClr val="B85A1E"/>
                </a:solidFill>
                <a:latin typeface="Noto Sans SC"/>
                <a:ea typeface="Noto Sans SC"/>
                <a:cs typeface="Noto Sans SC"/>
              </a:defRPr>
            </a:pPr>
            <a:r>
              <a:rPr sz="1275" b="1">
                <a:solidFill>
                  <a:srgbClr val="B85A1E"/>
                </a:solidFill>
                <a:latin typeface="Noto Sans SC"/>
                <a:ea typeface="Noto Sans SC"/>
                <a:cs typeface="Noto Sans SC"/>
              </a:rPr>
              <a:t>意图 · 因果时间一致性</a:t>
            </a:r>
          </a:p>
        </p:txBody>
      </p:sp>
      <p:sp>
        <p:nvSpPr>
          <p:cNvPr id="2" name="o1">
            <a:extLst xmlns:a="http://schemas.openxmlformats.org/drawingml/2006/main">
              <a:ext uri="{FF2B5EF4-FFF2-40B4-BE49-F238E27FC236}">
                <a16:creationId xmlns:a16="http://schemas.microsoft.com/office/drawing/2014/main" id="{CA6A494A-B0FB-421D-8CD9-7400A10950E5}"/>
              </a:ext>
            </a:extLst>
          </p:cNvPr>
          <p:cNvSpPr>
            <a:spLocks xmlns:a="http://schemas.openxmlformats.org/drawingml/2006/main" noGrp="1"/>
          </p:cNvSpPr>
          <p:nvPr/>
        </p:nvSpPr>
        <p:spPr>
          <a:xfrm xmlns:a="http://schemas.openxmlformats.org/drawingml/2006/main">
            <a:off x="609600" y="6000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700" b="1">
                <a:solidFill>
                  <a:srgbClr val="16243A"/>
                </a:solidFill>
                <a:latin typeface="Noto Serif SC"/>
                <a:ea typeface="Noto Serif SC"/>
                <a:cs typeface="Noto Serif SC"/>
              </a:defRPr>
            </a:defPPr>
            <a:lvl1pPr algn="l">
              <a:defRPr sz="2700" b="1">
                <a:solidFill>
                  <a:srgbClr val="16243A"/>
                </a:solidFill>
                <a:latin typeface="Noto Serif SC"/>
                <a:ea typeface="Noto Serif SC"/>
                <a:cs typeface="Noto Serif SC"/>
              </a:defRPr>
            </a:lvl1pPr>
            <a:lvl2pPr algn="l">
              <a:defRPr sz="2700" b="1">
                <a:solidFill>
                  <a:srgbClr val="16243A"/>
                </a:solidFill>
                <a:latin typeface="Noto Serif SC"/>
                <a:ea typeface="Noto Serif SC"/>
                <a:cs typeface="Noto Serif SC"/>
              </a:defRPr>
            </a:lvl2pPr>
            <a:lvl3pPr algn="l">
              <a:defRPr sz="2700" b="1">
                <a:solidFill>
                  <a:srgbClr val="16243A"/>
                </a:solidFill>
                <a:latin typeface="Noto Serif SC"/>
                <a:ea typeface="Noto Serif SC"/>
                <a:cs typeface="Noto Serif SC"/>
              </a:defRPr>
            </a:lvl3pPr>
            <a:lvl4pPr algn="l">
              <a:defRPr sz="2700" b="1">
                <a:solidFill>
                  <a:srgbClr val="16243A"/>
                </a:solidFill>
                <a:latin typeface="Noto Serif SC"/>
                <a:ea typeface="Noto Serif SC"/>
                <a:cs typeface="Noto Serif SC"/>
              </a:defRPr>
            </a:lvl4pPr>
            <a:lvl5pPr algn="l">
              <a:defRPr sz="2700" b="1">
                <a:solidFill>
                  <a:srgbClr val="16243A"/>
                </a:solidFill>
                <a:latin typeface="Noto Serif SC"/>
                <a:ea typeface="Noto Serif SC"/>
                <a:cs typeface="Noto Serif SC"/>
              </a:defRPr>
            </a:lvl5pPr>
            <a:lvl6pPr algn="l">
              <a:defRPr sz="2700" b="1">
                <a:solidFill>
                  <a:srgbClr val="16243A"/>
                </a:solidFill>
                <a:latin typeface="Noto Serif SC"/>
                <a:ea typeface="Noto Serif SC"/>
                <a:cs typeface="Noto Serif SC"/>
              </a:defRPr>
            </a:lvl6pPr>
            <a:lvl7pPr algn="l">
              <a:defRPr sz="2700" b="1">
                <a:solidFill>
                  <a:srgbClr val="16243A"/>
                </a:solidFill>
                <a:latin typeface="Noto Serif SC"/>
                <a:ea typeface="Noto Serif SC"/>
                <a:cs typeface="Noto Serif SC"/>
              </a:defRPr>
            </a:lvl7pPr>
            <a:lvl8pPr algn="l">
              <a:defRPr sz="2700" b="1">
                <a:solidFill>
                  <a:srgbClr val="16243A"/>
                </a:solidFill>
                <a:latin typeface="Noto Serif SC"/>
                <a:ea typeface="Noto Serif SC"/>
                <a:cs typeface="Noto Serif SC"/>
              </a:defRPr>
            </a:lvl8pPr>
            <a:lvl9pPr algn="l">
              <a:defRPr sz="2700" b="1">
                <a:solidFill>
                  <a:srgbClr val="16243A"/>
                </a:solidFill>
                <a:latin typeface="Noto Serif SC"/>
                <a:ea typeface="Noto Serif SC"/>
                <a:cs typeface="Noto Serif SC"/>
              </a:defRPr>
            </a:lvl9pPr>
          </a:lstStyle>
          <a:p xmlns:a="http://schemas.openxmlformats.org/drawingml/2006/main">
            <a:pPr algn="l">
              <a:defRPr sz="2700" b="1">
                <a:solidFill>
                  <a:srgbClr val="16243A"/>
                </a:solidFill>
                <a:latin typeface="Noto Serif SC"/>
                <a:ea typeface="Noto Serif SC"/>
                <a:cs typeface="Noto Serif SC"/>
              </a:defRPr>
            </a:pPr>
            <a:r>
              <a:rPr sz="2700" b="1">
                <a:solidFill>
                  <a:srgbClr val="16243A"/>
                </a:solidFill>
                <a:latin typeface="Noto Serif SC"/>
                <a:ea typeface="Noto Serif SC"/>
                <a:cs typeface="Noto Serif SC"/>
              </a:rPr>
              <a:t>历史证据成立后，仍须检查最新运动状态</a:t>
            </a:r>
          </a:p>
        </p:txBody>
      </p:sp>
      <p:sp>
        <p:nvSpPr>
          <p:cNvPr id="3" name="line-2">
            <a:extLst xmlns:a="http://schemas.openxmlformats.org/drawingml/2006/main">
              <a:ext uri="{FF2B5EF4-FFF2-40B4-BE49-F238E27FC236}">
                <a16:creationId xmlns:a16="http://schemas.microsoft.com/office/drawing/2014/main" id="{4BD830C0-2248-46F3-B353-B2F98784428A}"/>
              </a:ext>
            </a:extLst>
          </p:cNvPr>
          <p:cNvSpPr>
            <a:spLocks xmlns:a="http://schemas.openxmlformats.org/drawingml/2006/main" noGrp="1"/>
          </p:cNvSpPr>
          <p:nvPr/>
        </p:nvSpPr>
        <p:spPr>
          <a:xfrm xmlns:a="http://schemas.openxmlformats.org/drawingml/2006/main" flipV="0">
            <a:off x="609600" y="1200150"/>
            <a:ext cx="10972800" cy="953"/>
          </a:xfrm>
          <a:prstGeom xmlns:a="http://schemas.openxmlformats.org/drawingml/2006/main" prst="line">
            <a:avLst/>
          </a:prstGeom>
          <a:noFill xmlns:a="http://schemas.openxmlformats.org/drawingml/2006/main"/>
          <a:ln xmlns:a="http://schemas.openxmlformats.org/drawingml/2006/main" w="14288">
            <a:solidFill>
              <a:srgbClr val="D5DAE0"/>
            </a:solidFill>
            <a:prstDash val="solid"/>
          </a:ln>
        </p:spPr>
      </p:sp>
      <p:sp>
        <p:nvSpPr>
          <p:cNvPr id="4" name="o3">
            <a:extLst xmlns:a="http://schemas.openxmlformats.org/drawingml/2006/main">
              <a:ext uri="{FF2B5EF4-FFF2-40B4-BE49-F238E27FC236}">
                <a16:creationId xmlns:a16="http://schemas.microsoft.com/office/drawing/2014/main" id="{7B554157-87B0-49F5-A406-296865BB1165}"/>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00" b="0">
                <a:solidFill>
                  <a:srgbClr val="6B7689"/>
                </a:solidFill>
                <a:latin typeface="Noto Sans SC"/>
                <a:ea typeface="Noto Sans SC"/>
                <a:cs typeface="Noto Sans SC"/>
              </a:defRPr>
            </a:defPPr>
            <a:lvl1pPr algn="l">
              <a:defRPr sz="900" b="0">
                <a:solidFill>
                  <a:srgbClr val="6B7689"/>
                </a:solidFill>
                <a:latin typeface="Noto Sans SC"/>
                <a:ea typeface="Noto Sans SC"/>
                <a:cs typeface="Noto Sans SC"/>
              </a:defRPr>
            </a:lvl1pPr>
            <a:lvl2pPr algn="l">
              <a:defRPr sz="900" b="0">
                <a:solidFill>
                  <a:srgbClr val="6B7689"/>
                </a:solidFill>
                <a:latin typeface="Noto Sans SC"/>
                <a:ea typeface="Noto Sans SC"/>
                <a:cs typeface="Noto Sans SC"/>
              </a:defRPr>
            </a:lvl2pPr>
            <a:lvl3pPr algn="l">
              <a:defRPr sz="900" b="0">
                <a:solidFill>
                  <a:srgbClr val="6B7689"/>
                </a:solidFill>
                <a:latin typeface="Noto Sans SC"/>
                <a:ea typeface="Noto Sans SC"/>
                <a:cs typeface="Noto Sans SC"/>
              </a:defRPr>
            </a:lvl3pPr>
            <a:lvl4pPr algn="l">
              <a:defRPr sz="900" b="0">
                <a:solidFill>
                  <a:srgbClr val="6B7689"/>
                </a:solidFill>
                <a:latin typeface="Noto Sans SC"/>
                <a:ea typeface="Noto Sans SC"/>
                <a:cs typeface="Noto Sans SC"/>
              </a:defRPr>
            </a:lvl4pPr>
            <a:lvl5pPr algn="l">
              <a:defRPr sz="900" b="0">
                <a:solidFill>
                  <a:srgbClr val="6B7689"/>
                </a:solidFill>
                <a:latin typeface="Noto Sans SC"/>
                <a:ea typeface="Noto Sans SC"/>
                <a:cs typeface="Noto Sans SC"/>
              </a:defRPr>
            </a:lvl5pPr>
            <a:lvl6pPr algn="l">
              <a:defRPr sz="900" b="0">
                <a:solidFill>
                  <a:srgbClr val="6B7689"/>
                </a:solidFill>
                <a:latin typeface="Noto Sans SC"/>
                <a:ea typeface="Noto Sans SC"/>
                <a:cs typeface="Noto Sans SC"/>
              </a:defRPr>
            </a:lvl6pPr>
            <a:lvl7pPr algn="l">
              <a:defRPr sz="900" b="0">
                <a:solidFill>
                  <a:srgbClr val="6B7689"/>
                </a:solidFill>
                <a:latin typeface="Noto Sans SC"/>
                <a:ea typeface="Noto Sans SC"/>
                <a:cs typeface="Noto Sans SC"/>
              </a:defRPr>
            </a:lvl7pPr>
            <a:lvl8pPr algn="l">
              <a:defRPr sz="900" b="0">
                <a:solidFill>
                  <a:srgbClr val="6B7689"/>
                </a:solidFill>
                <a:latin typeface="Noto Sans SC"/>
                <a:ea typeface="Noto Sans SC"/>
                <a:cs typeface="Noto Sans SC"/>
              </a:defRPr>
            </a:lvl8pPr>
            <a:lvl9pPr algn="l">
              <a:defRPr sz="900" b="0">
                <a:solidFill>
                  <a:srgbClr val="6B7689"/>
                </a:solidFill>
                <a:latin typeface="Noto Sans SC"/>
                <a:ea typeface="Noto Sans SC"/>
                <a:cs typeface="Noto Sans SC"/>
              </a:defRPr>
            </a:lvl9pPr>
          </a:lstStyle>
          <a:p xmlns:a="http://schemas.openxmlformats.org/drawingml/2006/main">
            <a:pPr algn="l">
              <a:defRPr sz="900" b="0">
                <a:solidFill>
                  <a:srgbClr val="6B7689"/>
                </a:solidFill>
                <a:latin typeface="Noto Sans SC"/>
                <a:ea typeface="Noto Sans SC"/>
                <a:cs typeface="Noto Sans SC"/>
              </a:defRPr>
            </a:pPr>
            <a:r>
              <a:rPr sz="900" b="0">
                <a:solidFill>
                  <a:srgbClr val="6B7689"/>
                </a:solidFill>
                <a:latin typeface="Noto Sans SC"/>
                <a:ea typeface="Noto Sans SC"/>
                <a:cs typeface="Noto Sans SC"/>
              </a:rPr>
              <a:t>project_reference §8.3；F07；collision_intent.py</a:t>
            </a:r>
          </a:p>
        </p:txBody>
      </p:sp>
      <p:sp>
        <p:nvSpPr>
          <p:cNvPr id="5" name="o4">
            <a:extLst xmlns:a="http://schemas.openxmlformats.org/drawingml/2006/main">
              <a:ext uri="{FF2B5EF4-FFF2-40B4-BE49-F238E27FC236}">
                <a16:creationId xmlns:a16="http://schemas.microsoft.com/office/drawing/2014/main" id="{E1D1AC3A-E5FC-477A-8507-04FB3BF109C9}"/>
              </a:ext>
            </a:extLst>
          </p:cNvPr>
          <p:cNvSpPr>
            <a:spLocks xmlns:a="http://schemas.openxmlformats.org/drawingml/2006/main" noGrp="1"/>
          </p:cNvSpPr>
          <p:nvPr/>
        </p:nvSpPr>
        <p:spPr>
          <a:xfrm xmlns:a="http://schemas.openxmlformats.org/drawingml/2006/main">
            <a:off x="10896600" y="6505575"/>
            <a:ext cx="68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6B7689"/>
                </a:solidFill>
                <a:latin typeface="Noto Sans SC"/>
                <a:ea typeface="Noto Sans SC"/>
                <a:cs typeface="Noto Sans SC"/>
              </a:defRPr>
            </a:defPPr>
            <a:lvl1pPr algn="r">
              <a:defRPr sz="1200" b="0">
                <a:solidFill>
                  <a:srgbClr val="6B7689"/>
                </a:solidFill>
                <a:latin typeface="Noto Sans SC"/>
                <a:ea typeface="Noto Sans SC"/>
                <a:cs typeface="Noto Sans SC"/>
              </a:defRPr>
            </a:lvl1pPr>
            <a:lvl2pPr algn="r">
              <a:defRPr sz="1200" b="0">
                <a:solidFill>
                  <a:srgbClr val="6B7689"/>
                </a:solidFill>
                <a:latin typeface="Noto Sans SC"/>
                <a:ea typeface="Noto Sans SC"/>
                <a:cs typeface="Noto Sans SC"/>
              </a:defRPr>
            </a:lvl2pPr>
            <a:lvl3pPr algn="r">
              <a:defRPr sz="1200" b="0">
                <a:solidFill>
                  <a:srgbClr val="6B7689"/>
                </a:solidFill>
                <a:latin typeface="Noto Sans SC"/>
                <a:ea typeface="Noto Sans SC"/>
                <a:cs typeface="Noto Sans SC"/>
              </a:defRPr>
            </a:lvl3pPr>
            <a:lvl4pPr algn="r">
              <a:defRPr sz="1200" b="0">
                <a:solidFill>
                  <a:srgbClr val="6B7689"/>
                </a:solidFill>
                <a:latin typeface="Noto Sans SC"/>
                <a:ea typeface="Noto Sans SC"/>
                <a:cs typeface="Noto Sans SC"/>
              </a:defRPr>
            </a:lvl4pPr>
            <a:lvl5pPr algn="r">
              <a:defRPr sz="1200" b="0">
                <a:solidFill>
                  <a:srgbClr val="6B7689"/>
                </a:solidFill>
                <a:latin typeface="Noto Sans SC"/>
                <a:ea typeface="Noto Sans SC"/>
                <a:cs typeface="Noto Sans SC"/>
              </a:defRPr>
            </a:lvl5pPr>
            <a:lvl6pPr algn="r">
              <a:defRPr sz="1200" b="0">
                <a:solidFill>
                  <a:srgbClr val="6B7689"/>
                </a:solidFill>
                <a:latin typeface="Noto Sans SC"/>
                <a:ea typeface="Noto Sans SC"/>
                <a:cs typeface="Noto Sans SC"/>
              </a:defRPr>
            </a:lvl6pPr>
            <a:lvl7pPr algn="r">
              <a:defRPr sz="1200" b="0">
                <a:solidFill>
                  <a:srgbClr val="6B7689"/>
                </a:solidFill>
                <a:latin typeface="Noto Sans SC"/>
                <a:ea typeface="Noto Sans SC"/>
                <a:cs typeface="Noto Sans SC"/>
              </a:defRPr>
            </a:lvl7pPr>
            <a:lvl8pPr algn="r">
              <a:defRPr sz="1200" b="0">
                <a:solidFill>
                  <a:srgbClr val="6B7689"/>
                </a:solidFill>
                <a:latin typeface="Noto Sans SC"/>
                <a:ea typeface="Noto Sans SC"/>
                <a:cs typeface="Noto Sans SC"/>
              </a:defRPr>
            </a:lvl8pPr>
            <a:lvl9pPr algn="r">
              <a:defRPr sz="1200" b="0">
                <a:solidFill>
                  <a:srgbClr val="6B7689"/>
                </a:solidFill>
                <a:latin typeface="Noto Sans SC"/>
                <a:ea typeface="Noto Sans SC"/>
                <a:cs typeface="Noto Sans SC"/>
              </a:defRPr>
            </a:lvl9pPr>
          </a:lstStyle>
          <a:p xmlns:a="http://schemas.openxmlformats.org/drawingml/2006/main">
            <a:pPr algn="r">
              <a:defRPr sz="1200" b="0">
                <a:solidFill>
                  <a:srgbClr val="6B7689"/>
                </a:solidFill>
                <a:latin typeface="Noto Sans SC"/>
                <a:ea typeface="Noto Sans SC"/>
                <a:cs typeface="Noto Sans SC"/>
              </a:defRPr>
            </a:pPr>
            <a:r>
              <a:rPr sz="1200" b="0">
                <a:solidFill>
                  <a:srgbClr val="6B7689"/>
                </a:solidFill>
                <a:latin typeface="Noto Sans SC"/>
                <a:ea typeface="Noto Sans SC"/>
                <a:cs typeface="Noto Sans SC"/>
              </a:rPr>
              <a:t>20 / 39</a:t>
            </a:r>
          </a:p>
        </p:txBody>
      </p:sp>
      <p:sp>
        <p:nvSpPr>
          <p:cNvPr id="6" name="o5">
            <a:extLst xmlns:a="http://schemas.openxmlformats.org/drawingml/2006/main">
              <a:ext uri="{FF2B5EF4-FFF2-40B4-BE49-F238E27FC236}">
                <a16:creationId xmlns:a16="http://schemas.microsoft.com/office/drawing/2014/main" id="{933F7D4A-0F71-46E2-8824-8ED7C19958EA}"/>
              </a:ext>
            </a:extLst>
          </p:cNvPr>
          <p:cNvSpPr>
            <a:spLocks xmlns:a="http://schemas.openxmlformats.org/drawingml/2006/main" noGrp="1"/>
          </p:cNvSpPr>
          <p:nvPr/>
        </p:nvSpPr>
        <p:spPr>
          <a:xfrm xmlns:a="http://schemas.openxmlformats.org/drawingml/2006/main">
            <a:off x="609600" y="5981700"/>
            <a:ext cx="10972800" cy="428625"/>
          </a:xfrm>
          <a:prstGeom xmlns:a="http://schemas.openxmlformats.org/drawingml/2006/main" prst="roundRect">
            <a:avLst>
              <a:gd name="adj" fmla="val 17778"/>
            </a:avLst>
          </a:prstGeom>
          <a:solidFill xmlns:a="http://schemas.openxmlformats.org/drawingml/2006/main">
            <a:srgbClr val="D6E6E5"/>
          </a:solidFill>
          <a:ln xmlns:a="http://schemas.openxmlformats.org/drawingml/2006/main" w="0">
            <a:noFill/>
            <a:prstDash val="solid"/>
          </a:ln>
        </p:spPr>
      </p:sp>
      <p:sp>
        <p:nvSpPr>
          <p:cNvPr id="7" name="o6">
            <a:extLst xmlns:a="http://schemas.openxmlformats.org/drawingml/2006/main">
              <a:ext uri="{FF2B5EF4-FFF2-40B4-BE49-F238E27FC236}">
                <a16:creationId xmlns:a16="http://schemas.microsoft.com/office/drawing/2014/main" id="{D2FAD781-32D5-48CD-A75D-35B938CD86B5}"/>
              </a:ext>
            </a:extLst>
          </p:cNvPr>
          <p:cNvSpPr>
            <a:spLocks xmlns:a="http://schemas.openxmlformats.org/drawingml/2006/main" noGrp="1"/>
          </p:cNvSpPr>
          <p:nvPr/>
        </p:nvSpPr>
        <p:spPr>
          <a:xfrm xmlns:a="http://schemas.openxmlformats.org/drawingml/2006/main">
            <a:off x="781050" y="6029325"/>
            <a:ext cx="10629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75" b="1">
                <a:solidFill>
                  <a:srgbClr val="0F6E73"/>
                </a:solidFill>
                <a:latin typeface="Noto Sans SC"/>
                <a:ea typeface="Noto Sans SC"/>
                <a:cs typeface="Noto Sans SC"/>
              </a:defRPr>
            </a:defPPr>
            <a:lvl1pPr algn="l">
              <a:defRPr sz="1575" b="1">
                <a:solidFill>
                  <a:srgbClr val="0F6E73"/>
                </a:solidFill>
                <a:latin typeface="Noto Sans SC"/>
                <a:ea typeface="Noto Sans SC"/>
                <a:cs typeface="Noto Sans SC"/>
              </a:defRPr>
            </a:lvl1pPr>
            <a:lvl2pPr algn="l">
              <a:defRPr sz="1575" b="1">
                <a:solidFill>
                  <a:srgbClr val="0F6E73"/>
                </a:solidFill>
                <a:latin typeface="Noto Sans SC"/>
                <a:ea typeface="Noto Sans SC"/>
                <a:cs typeface="Noto Sans SC"/>
              </a:defRPr>
            </a:lvl2pPr>
            <a:lvl3pPr algn="l">
              <a:defRPr sz="1575" b="1">
                <a:solidFill>
                  <a:srgbClr val="0F6E73"/>
                </a:solidFill>
                <a:latin typeface="Noto Sans SC"/>
                <a:ea typeface="Noto Sans SC"/>
                <a:cs typeface="Noto Sans SC"/>
              </a:defRPr>
            </a:lvl3pPr>
            <a:lvl4pPr algn="l">
              <a:defRPr sz="1575" b="1">
                <a:solidFill>
                  <a:srgbClr val="0F6E73"/>
                </a:solidFill>
                <a:latin typeface="Noto Sans SC"/>
                <a:ea typeface="Noto Sans SC"/>
                <a:cs typeface="Noto Sans SC"/>
              </a:defRPr>
            </a:lvl4pPr>
            <a:lvl5pPr algn="l">
              <a:defRPr sz="1575" b="1">
                <a:solidFill>
                  <a:srgbClr val="0F6E73"/>
                </a:solidFill>
                <a:latin typeface="Noto Sans SC"/>
                <a:ea typeface="Noto Sans SC"/>
                <a:cs typeface="Noto Sans SC"/>
              </a:defRPr>
            </a:lvl5pPr>
            <a:lvl6pPr algn="l">
              <a:defRPr sz="1575" b="1">
                <a:solidFill>
                  <a:srgbClr val="0F6E73"/>
                </a:solidFill>
                <a:latin typeface="Noto Sans SC"/>
                <a:ea typeface="Noto Sans SC"/>
                <a:cs typeface="Noto Sans SC"/>
              </a:defRPr>
            </a:lvl6pPr>
            <a:lvl7pPr algn="l">
              <a:defRPr sz="1575" b="1">
                <a:solidFill>
                  <a:srgbClr val="0F6E73"/>
                </a:solidFill>
                <a:latin typeface="Noto Sans SC"/>
                <a:ea typeface="Noto Sans SC"/>
                <a:cs typeface="Noto Sans SC"/>
              </a:defRPr>
            </a:lvl7pPr>
            <a:lvl8pPr algn="l">
              <a:defRPr sz="1575" b="1">
                <a:solidFill>
                  <a:srgbClr val="0F6E73"/>
                </a:solidFill>
                <a:latin typeface="Noto Sans SC"/>
                <a:ea typeface="Noto Sans SC"/>
                <a:cs typeface="Noto Sans SC"/>
              </a:defRPr>
            </a:lvl8pPr>
            <a:lvl9pPr algn="l">
              <a:defRPr sz="1575" b="1">
                <a:solidFill>
                  <a:srgbClr val="0F6E73"/>
                </a:solidFill>
                <a:latin typeface="Noto Sans SC"/>
                <a:ea typeface="Noto Sans SC"/>
                <a:cs typeface="Noto Sans SC"/>
              </a:defRPr>
            </a:lvl9pPr>
          </a:lstStyle>
          <a:p xmlns:a="http://schemas.openxmlformats.org/drawingml/2006/main">
            <a:pPr algn="l">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缺失、过旧和重复端点不补成有效票；不读取未来观测或上次请求结论。</a:t>
            </a:r>
          </a:p>
        </p:txBody>
      </p:sp>
      <p:sp>
        <p:nvSpPr>
          <p:cNvPr id="8" name="o7">
            <a:extLst xmlns:a="http://schemas.openxmlformats.org/drawingml/2006/main">
              <a:ext uri="{FF2B5EF4-FFF2-40B4-BE49-F238E27FC236}">
                <a16:creationId xmlns:a16="http://schemas.microsoft.com/office/drawing/2014/main" id="{596AEBA1-237A-457C-8591-C6CA0904821C}"/>
              </a:ext>
            </a:extLst>
          </p:cNvPr>
          <p:cNvSpPr>
            <a:spLocks xmlns:a="http://schemas.openxmlformats.org/drawingml/2006/main" noGrp="1"/>
          </p:cNvSpPr>
          <p:nvPr/>
        </p:nvSpPr>
        <p:spPr>
          <a:xfrm xmlns:a="http://schemas.openxmlformats.org/drawingml/2006/main">
            <a:off x="609600" y="1657350"/>
            <a:ext cx="2019300" cy="523875"/>
          </a:xfrm>
          <a:prstGeom xmlns:a="http://schemas.openxmlformats.org/drawingml/2006/main" prst="roundRect">
            <a:avLst>
              <a:gd name="adj" fmla="val 14545"/>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650" b="1">
                <a:solidFill>
                  <a:srgbClr val="0F6E73"/>
                </a:solidFill>
                <a:latin typeface="Noto Sans SC"/>
                <a:ea typeface="Noto Sans SC"/>
                <a:cs typeface="Noto Sans SC"/>
              </a:defRPr>
            </a:defPPr>
            <a:lvl1pPr algn="ctr">
              <a:defRPr sz="1650" b="1">
                <a:solidFill>
                  <a:srgbClr val="0F6E73"/>
                </a:solidFill>
                <a:latin typeface="Noto Sans SC"/>
                <a:ea typeface="Noto Sans SC"/>
                <a:cs typeface="Noto Sans SC"/>
              </a:defRPr>
            </a:lvl1pPr>
            <a:lvl2pPr algn="ctr">
              <a:defRPr sz="1650" b="1">
                <a:solidFill>
                  <a:srgbClr val="0F6E73"/>
                </a:solidFill>
                <a:latin typeface="Noto Sans SC"/>
                <a:ea typeface="Noto Sans SC"/>
                <a:cs typeface="Noto Sans SC"/>
              </a:defRPr>
            </a:lvl2pPr>
            <a:lvl3pPr algn="ctr">
              <a:defRPr sz="1650" b="1">
                <a:solidFill>
                  <a:srgbClr val="0F6E73"/>
                </a:solidFill>
                <a:latin typeface="Noto Sans SC"/>
                <a:ea typeface="Noto Sans SC"/>
                <a:cs typeface="Noto Sans SC"/>
              </a:defRPr>
            </a:lvl3pPr>
            <a:lvl4pPr algn="ctr">
              <a:defRPr sz="1650" b="1">
                <a:solidFill>
                  <a:srgbClr val="0F6E73"/>
                </a:solidFill>
                <a:latin typeface="Noto Sans SC"/>
                <a:ea typeface="Noto Sans SC"/>
                <a:cs typeface="Noto Sans SC"/>
              </a:defRPr>
            </a:lvl4pPr>
            <a:lvl5pPr algn="ctr">
              <a:defRPr sz="1650" b="1">
                <a:solidFill>
                  <a:srgbClr val="0F6E73"/>
                </a:solidFill>
                <a:latin typeface="Noto Sans SC"/>
                <a:ea typeface="Noto Sans SC"/>
                <a:cs typeface="Noto Sans SC"/>
              </a:defRPr>
            </a:lvl5pPr>
            <a:lvl6pPr algn="ctr">
              <a:defRPr sz="1650" b="1">
                <a:solidFill>
                  <a:srgbClr val="0F6E73"/>
                </a:solidFill>
                <a:latin typeface="Noto Sans SC"/>
                <a:ea typeface="Noto Sans SC"/>
                <a:cs typeface="Noto Sans SC"/>
              </a:defRPr>
            </a:lvl6pPr>
            <a:lvl7pPr algn="ctr">
              <a:defRPr sz="1650" b="1">
                <a:solidFill>
                  <a:srgbClr val="0F6E73"/>
                </a:solidFill>
                <a:latin typeface="Noto Sans SC"/>
                <a:ea typeface="Noto Sans SC"/>
                <a:cs typeface="Noto Sans SC"/>
              </a:defRPr>
            </a:lvl7pPr>
            <a:lvl8pPr algn="ctr">
              <a:defRPr sz="1650" b="1">
                <a:solidFill>
                  <a:srgbClr val="0F6E73"/>
                </a:solidFill>
                <a:latin typeface="Noto Sans SC"/>
                <a:ea typeface="Noto Sans SC"/>
                <a:cs typeface="Noto Sans SC"/>
              </a:defRPr>
            </a:lvl8pPr>
            <a:lvl9pPr algn="ctr">
              <a:defRPr sz="1650" b="1">
                <a:solidFill>
                  <a:srgbClr val="0F6E73"/>
                </a:solidFill>
                <a:latin typeface="Noto Sans SC"/>
                <a:ea typeface="Noto Sans SC"/>
                <a:cs typeface="Noto Sans SC"/>
              </a:defRPr>
            </a:lvl9pPr>
          </a:lstStyle>
          <a:p xmlns:a="http://schemas.openxmlformats.org/drawingml/2006/main">
            <a:pPr algn="ctr">
              <a:defRPr sz="1650" b="1">
                <a:solidFill>
                  <a:srgbClr val="0F6E73"/>
                </a:solidFill>
                <a:latin typeface="Noto Sans SC"/>
                <a:ea typeface="Noto Sans SC"/>
                <a:cs typeface="Noto Sans SC"/>
              </a:defRPr>
            </a:pPr>
            <a:r>
              <a:rPr sz="1650" b="1">
                <a:solidFill>
                  <a:srgbClr val="0F6E73"/>
                </a:solidFill>
                <a:latin typeface="Noto Sans SC"/>
                <a:ea typeface="Noto Sans SC"/>
                <a:cs typeface="Noto Sans SC"/>
              </a:rPr>
              <a:t>t−4</a:t>
            </a:r>
          </a:p>
        </p:txBody>
      </p:sp>
      <p:sp>
        <p:nvSpPr>
          <p:cNvPr id="9" name="o8">
            <a:extLst xmlns:a="http://schemas.openxmlformats.org/drawingml/2006/main">
              <a:ext uri="{FF2B5EF4-FFF2-40B4-BE49-F238E27FC236}">
                <a16:creationId xmlns:a16="http://schemas.microsoft.com/office/drawing/2014/main" id="{686BC38A-65E1-4CC0-817B-6E64B5227988}"/>
              </a:ext>
            </a:extLst>
          </p:cNvPr>
          <p:cNvSpPr>
            <a:spLocks xmlns:a="http://schemas.openxmlformats.org/drawingml/2006/main" noGrp="1"/>
          </p:cNvSpPr>
          <p:nvPr/>
        </p:nvSpPr>
        <p:spPr>
          <a:xfrm xmlns:a="http://schemas.openxmlformats.org/drawingml/2006/main">
            <a:off x="609600" y="2400300"/>
            <a:ext cx="2019300" cy="619125"/>
          </a:xfrm>
          <a:prstGeom xmlns:a="http://schemas.openxmlformats.org/drawingml/2006/main" prst="roundRect">
            <a:avLst>
              <a:gd name="adj" fmla="val 12308"/>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00" b="1">
                <a:solidFill>
                  <a:srgbClr val="32668E"/>
                </a:solidFill>
                <a:latin typeface="Noto Sans SC"/>
                <a:ea typeface="Noto Sans SC"/>
                <a:cs typeface="Noto Sans SC"/>
              </a:defRPr>
            </a:defPPr>
            <a:lvl1pPr algn="ctr">
              <a:defRPr sz="1500" b="1">
                <a:solidFill>
                  <a:srgbClr val="32668E"/>
                </a:solidFill>
                <a:latin typeface="Noto Sans SC"/>
                <a:ea typeface="Noto Sans SC"/>
                <a:cs typeface="Noto Sans SC"/>
              </a:defRPr>
            </a:lvl1pPr>
            <a:lvl2pPr algn="ctr">
              <a:defRPr sz="1500" b="1">
                <a:solidFill>
                  <a:srgbClr val="32668E"/>
                </a:solidFill>
                <a:latin typeface="Noto Sans SC"/>
                <a:ea typeface="Noto Sans SC"/>
                <a:cs typeface="Noto Sans SC"/>
              </a:defRPr>
            </a:lvl2pPr>
            <a:lvl3pPr algn="ctr">
              <a:defRPr sz="1500" b="1">
                <a:solidFill>
                  <a:srgbClr val="32668E"/>
                </a:solidFill>
                <a:latin typeface="Noto Sans SC"/>
                <a:ea typeface="Noto Sans SC"/>
                <a:cs typeface="Noto Sans SC"/>
              </a:defRPr>
            </a:lvl3pPr>
            <a:lvl4pPr algn="ctr">
              <a:defRPr sz="1500" b="1">
                <a:solidFill>
                  <a:srgbClr val="32668E"/>
                </a:solidFill>
                <a:latin typeface="Noto Sans SC"/>
                <a:ea typeface="Noto Sans SC"/>
                <a:cs typeface="Noto Sans SC"/>
              </a:defRPr>
            </a:lvl4pPr>
            <a:lvl5pPr algn="ctr">
              <a:defRPr sz="1500" b="1">
                <a:solidFill>
                  <a:srgbClr val="32668E"/>
                </a:solidFill>
                <a:latin typeface="Noto Sans SC"/>
                <a:ea typeface="Noto Sans SC"/>
                <a:cs typeface="Noto Sans SC"/>
              </a:defRPr>
            </a:lvl5pPr>
            <a:lvl6pPr algn="ctr">
              <a:defRPr sz="1500" b="1">
                <a:solidFill>
                  <a:srgbClr val="32668E"/>
                </a:solidFill>
                <a:latin typeface="Noto Sans SC"/>
                <a:ea typeface="Noto Sans SC"/>
                <a:cs typeface="Noto Sans SC"/>
              </a:defRPr>
            </a:lvl6pPr>
            <a:lvl7pPr algn="ctr">
              <a:defRPr sz="1500" b="1">
                <a:solidFill>
                  <a:srgbClr val="32668E"/>
                </a:solidFill>
                <a:latin typeface="Noto Sans SC"/>
                <a:ea typeface="Noto Sans SC"/>
                <a:cs typeface="Noto Sans SC"/>
              </a:defRPr>
            </a:lvl7pPr>
            <a:lvl8pPr algn="ctr">
              <a:defRPr sz="1500" b="1">
                <a:solidFill>
                  <a:srgbClr val="32668E"/>
                </a:solidFill>
                <a:latin typeface="Noto Sans SC"/>
                <a:ea typeface="Noto Sans SC"/>
                <a:cs typeface="Noto Sans SC"/>
              </a:defRPr>
            </a:lvl8pPr>
            <a:lvl9pPr algn="ctr">
              <a:defRPr sz="1500" b="1">
                <a:solidFill>
                  <a:srgbClr val="32668E"/>
                </a:solidFill>
                <a:latin typeface="Noto Sans SC"/>
                <a:ea typeface="Noto Sans SC"/>
                <a:cs typeface="Noto Sans SC"/>
              </a:defRPr>
            </a:lvl9pPr>
          </a:lstStyle>
          <a:p xmlns:a="http://schemas.openxmlformats.org/drawingml/2006/main">
            <a:pPr algn="ctr">
              <a:defRPr sz="1500" b="1">
                <a:solidFill>
                  <a:srgbClr val="32668E"/>
                </a:solidFill>
                <a:latin typeface="Noto Sans SC"/>
                <a:ea typeface="Noto Sans SC"/>
                <a:cs typeface="Noto Sans SC"/>
              </a:defRPr>
            </a:pPr>
            <a:r>
              <a:rPr sz="1500" b="1">
                <a:solidFill>
                  <a:srgbClr val="32668E"/>
                </a:solidFill>
                <a:latin typeface="Noto Sans SC"/>
                <a:ea typeface="Noto Sans SC"/>
                <a:cs typeface="Noto Sans SC"/>
              </a:rPr>
              <a:t>有效／命中</a:t>
            </a:r>
          </a:p>
        </p:txBody>
      </p:sp>
      <p:sp>
        <p:nvSpPr>
          <p:cNvPr id="10" name="o9">
            <a:extLst xmlns:a="http://schemas.openxmlformats.org/drawingml/2006/main">
              <a:ext uri="{FF2B5EF4-FFF2-40B4-BE49-F238E27FC236}">
                <a16:creationId xmlns:a16="http://schemas.microsoft.com/office/drawing/2014/main" id="{C621A1B0-8586-4C57-9763-BEC78D887F09}"/>
              </a:ext>
            </a:extLst>
          </p:cNvPr>
          <p:cNvSpPr>
            <a:spLocks xmlns:a="http://schemas.openxmlformats.org/drawingml/2006/main" noGrp="1"/>
          </p:cNvSpPr>
          <p:nvPr/>
        </p:nvSpPr>
        <p:spPr>
          <a:xfrm xmlns:a="http://schemas.openxmlformats.org/drawingml/2006/main">
            <a:off x="2847975" y="1657350"/>
            <a:ext cx="2019300" cy="523875"/>
          </a:xfrm>
          <a:prstGeom xmlns:a="http://schemas.openxmlformats.org/drawingml/2006/main" prst="roundRect">
            <a:avLst>
              <a:gd name="adj" fmla="val 14545"/>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650" b="1">
                <a:solidFill>
                  <a:srgbClr val="0F6E73"/>
                </a:solidFill>
                <a:latin typeface="Noto Sans SC"/>
                <a:ea typeface="Noto Sans SC"/>
                <a:cs typeface="Noto Sans SC"/>
              </a:defRPr>
            </a:defPPr>
            <a:lvl1pPr algn="ctr">
              <a:defRPr sz="1650" b="1">
                <a:solidFill>
                  <a:srgbClr val="0F6E73"/>
                </a:solidFill>
                <a:latin typeface="Noto Sans SC"/>
                <a:ea typeface="Noto Sans SC"/>
                <a:cs typeface="Noto Sans SC"/>
              </a:defRPr>
            </a:lvl1pPr>
            <a:lvl2pPr algn="ctr">
              <a:defRPr sz="1650" b="1">
                <a:solidFill>
                  <a:srgbClr val="0F6E73"/>
                </a:solidFill>
                <a:latin typeface="Noto Sans SC"/>
                <a:ea typeface="Noto Sans SC"/>
                <a:cs typeface="Noto Sans SC"/>
              </a:defRPr>
            </a:lvl2pPr>
            <a:lvl3pPr algn="ctr">
              <a:defRPr sz="1650" b="1">
                <a:solidFill>
                  <a:srgbClr val="0F6E73"/>
                </a:solidFill>
                <a:latin typeface="Noto Sans SC"/>
                <a:ea typeface="Noto Sans SC"/>
                <a:cs typeface="Noto Sans SC"/>
              </a:defRPr>
            </a:lvl3pPr>
            <a:lvl4pPr algn="ctr">
              <a:defRPr sz="1650" b="1">
                <a:solidFill>
                  <a:srgbClr val="0F6E73"/>
                </a:solidFill>
                <a:latin typeface="Noto Sans SC"/>
                <a:ea typeface="Noto Sans SC"/>
                <a:cs typeface="Noto Sans SC"/>
              </a:defRPr>
            </a:lvl4pPr>
            <a:lvl5pPr algn="ctr">
              <a:defRPr sz="1650" b="1">
                <a:solidFill>
                  <a:srgbClr val="0F6E73"/>
                </a:solidFill>
                <a:latin typeface="Noto Sans SC"/>
                <a:ea typeface="Noto Sans SC"/>
                <a:cs typeface="Noto Sans SC"/>
              </a:defRPr>
            </a:lvl5pPr>
            <a:lvl6pPr algn="ctr">
              <a:defRPr sz="1650" b="1">
                <a:solidFill>
                  <a:srgbClr val="0F6E73"/>
                </a:solidFill>
                <a:latin typeface="Noto Sans SC"/>
                <a:ea typeface="Noto Sans SC"/>
                <a:cs typeface="Noto Sans SC"/>
              </a:defRPr>
            </a:lvl6pPr>
            <a:lvl7pPr algn="ctr">
              <a:defRPr sz="1650" b="1">
                <a:solidFill>
                  <a:srgbClr val="0F6E73"/>
                </a:solidFill>
                <a:latin typeface="Noto Sans SC"/>
                <a:ea typeface="Noto Sans SC"/>
                <a:cs typeface="Noto Sans SC"/>
              </a:defRPr>
            </a:lvl7pPr>
            <a:lvl8pPr algn="ctr">
              <a:defRPr sz="1650" b="1">
                <a:solidFill>
                  <a:srgbClr val="0F6E73"/>
                </a:solidFill>
                <a:latin typeface="Noto Sans SC"/>
                <a:ea typeface="Noto Sans SC"/>
                <a:cs typeface="Noto Sans SC"/>
              </a:defRPr>
            </a:lvl8pPr>
            <a:lvl9pPr algn="ctr">
              <a:defRPr sz="1650" b="1">
                <a:solidFill>
                  <a:srgbClr val="0F6E73"/>
                </a:solidFill>
                <a:latin typeface="Noto Sans SC"/>
                <a:ea typeface="Noto Sans SC"/>
                <a:cs typeface="Noto Sans SC"/>
              </a:defRPr>
            </a:lvl9pPr>
          </a:lstStyle>
          <a:p xmlns:a="http://schemas.openxmlformats.org/drawingml/2006/main">
            <a:pPr algn="ctr">
              <a:defRPr sz="1650" b="1">
                <a:solidFill>
                  <a:srgbClr val="0F6E73"/>
                </a:solidFill>
                <a:latin typeface="Noto Sans SC"/>
                <a:ea typeface="Noto Sans SC"/>
                <a:cs typeface="Noto Sans SC"/>
              </a:defRPr>
            </a:pPr>
            <a:r>
              <a:rPr sz="1650" b="1">
                <a:solidFill>
                  <a:srgbClr val="0F6E73"/>
                </a:solidFill>
                <a:latin typeface="Noto Sans SC"/>
                <a:ea typeface="Noto Sans SC"/>
                <a:cs typeface="Noto Sans SC"/>
              </a:rPr>
              <a:t>t−3</a:t>
            </a:r>
          </a:p>
        </p:txBody>
      </p:sp>
      <p:sp>
        <p:nvSpPr>
          <p:cNvPr id="11" name="o10">
            <a:extLst xmlns:a="http://schemas.openxmlformats.org/drawingml/2006/main">
              <a:ext uri="{FF2B5EF4-FFF2-40B4-BE49-F238E27FC236}">
                <a16:creationId xmlns:a16="http://schemas.microsoft.com/office/drawing/2014/main" id="{95C539E8-B3EF-42B3-90A2-A39984716AA4}"/>
              </a:ext>
            </a:extLst>
          </p:cNvPr>
          <p:cNvSpPr>
            <a:spLocks xmlns:a="http://schemas.openxmlformats.org/drawingml/2006/main" noGrp="1"/>
          </p:cNvSpPr>
          <p:nvPr/>
        </p:nvSpPr>
        <p:spPr>
          <a:xfrm xmlns:a="http://schemas.openxmlformats.org/drawingml/2006/main">
            <a:off x="2847975" y="2400300"/>
            <a:ext cx="2019300" cy="619125"/>
          </a:xfrm>
          <a:prstGeom xmlns:a="http://schemas.openxmlformats.org/drawingml/2006/main" prst="roundRect">
            <a:avLst>
              <a:gd name="adj" fmla="val 12308"/>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00" b="1">
                <a:solidFill>
                  <a:srgbClr val="32668E"/>
                </a:solidFill>
                <a:latin typeface="Noto Sans SC"/>
                <a:ea typeface="Noto Sans SC"/>
                <a:cs typeface="Noto Sans SC"/>
              </a:defRPr>
            </a:defPPr>
            <a:lvl1pPr algn="ctr">
              <a:defRPr sz="1500" b="1">
                <a:solidFill>
                  <a:srgbClr val="32668E"/>
                </a:solidFill>
                <a:latin typeface="Noto Sans SC"/>
                <a:ea typeface="Noto Sans SC"/>
                <a:cs typeface="Noto Sans SC"/>
              </a:defRPr>
            </a:lvl1pPr>
            <a:lvl2pPr algn="ctr">
              <a:defRPr sz="1500" b="1">
                <a:solidFill>
                  <a:srgbClr val="32668E"/>
                </a:solidFill>
                <a:latin typeface="Noto Sans SC"/>
                <a:ea typeface="Noto Sans SC"/>
                <a:cs typeface="Noto Sans SC"/>
              </a:defRPr>
            </a:lvl2pPr>
            <a:lvl3pPr algn="ctr">
              <a:defRPr sz="1500" b="1">
                <a:solidFill>
                  <a:srgbClr val="32668E"/>
                </a:solidFill>
                <a:latin typeface="Noto Sans SC"/>
                <a:ea typeface="Noto Sans SC"/>
                <a:cs typeface="Noto Sans SC"/>
              </a:defRPr>
            </a:lvl3pPr>
            <a:lvl4pPr algn="ctr">
              <a:defRPr sz="1500" b="1">
                <a:solidFill>
                  <a:srgbClr val="32668E"/>
                </a:solidFill>
                <a:latin typeface="Noto Sans SC"/>
                <a:ea typeface="Noto Sans SC"/>
                <a:cs typeface="Noto Sans SC"/>
              </a:defRPr>
            </a:lvl4pPr>
            <a:lvl5pPr algn="ctr">
              <a:defRPr sz="1500" b="1">
                <a:solidFill>
                  <a:srgbClr val="32668E"/>
                </a:solidFill>
                <a:latin typeface="Noto Sans SC"/>
                <a:ea typeface="Noto Sans SC"/>
                <a:cs typeface="Noto Sans SC"/>
              </a:defRPr>
            </a:lvl5pPr>
            <a:lvl6pPr algn="ctr">
              <a:defRPr sz="1500" b="1">
                <a:solidFill>
                  <a:srgbClr val="32668E"/>
                </a:solidFill>
                <a:latin typeface="Noto Sans SC"/>
                <a:ea typeface="Noto Sans SC"/>
                <a:cs typeface="Noto Sans SC"/>
              </a:defRPr>
            </a:lvl6pPr>
            <a:lvl7pPr algn="ctr">
              <a:defRPr sz="1500" b="1">
                <a:solidFill>
                  <a:srgbClr val="32668E"/>
                </a:solidFill>
                <a:latin typeface="Noto Sans SC"/>
                <a:ea typeface="Noto Sans SC"/>
                <a:cs typeface="Noto Sans SC"/>
              </a:defRPr>
            </a:lvl7pPr>
            <a:lvl8pPr algn="ctr">
              <a:defRPr sz="1500" b="1">
                <a:solidFill>
                  <a:srgbClr val="32668E"/>
                </a:solidFill>
                <a:latin typeface="Noto Sans SC"/>
                <a:ea typeface="Noto Sans SC"/>
                <a:cs typeface="Noto Sans SC"/>
              </a:defRPr>
            </a:lvl8pPr>
            <a:lvl9pPr algn="ctr">
              <a:defRPr sz="1500" b="1">
                <a:solidFill>
                  <a:srgbClr val="32668E"/>
                </a:solidFill>
                <a:latin typeface="Noto Sans SC"/>
                <a:ea typeface="Noto Sans SC"/>
                <a:cs typeface="Noto Sans SC"/>
              </a:defRPr>
            </a:lvl9pPr>
          </a:lstStyle>
          <a:p xmlns:a="http://schemas.openxmlformats.org/drawingml/2006/main">
            <a:pPr algn="ctr">
              <a:defRPr sz="1500" b="1">
                <a:solidFill>
                  <a:srgbClr val="32668E"/>
                </a:solidFill>
                <a:latin typeface="Noto Sans SC"/>
                <a:ea typeface="Noto Sans SC"/>
                <a:cs typeface="Noto Sans SC"/>
              </a:defRPr>
            </a:pPr>
            <a:r>
              <a:rPr sz="1500" b="1">
                <a:solidFill>
                  <a:srgbClr val="32668E"/>
                </a:solidFill>
                <a:latin typeface="Noto Sans SC"/>
                <a:ea typeface="Noto Sans SC"/>
                <a:cs typeface="Noto Sans SC"/>
              </a:rPr>
              <a:t>有效／命中</a:t>
            </a:r>
          </a:p>
        </p:txBody>
      </p:sp>
      <p:sp>
        <p:nvSpPr>
          <p:cNvPr id="12" name="o11">
            <a:extLst xmlns:a="http://schemas.openxmlformats.org/drawingml/2006/main">
              <a:ext uri="{FF2B5EF4-FFF2-40B4-BE49-F238E27FC236}">
                <a16:creationId xmlns:a16="http://schemas.microsoft.com/office/drawing/2014/main" id="{D1DD97C7-B48D-4D16-8811-C7DFD2B5102F}"/>
              </a:ext>
            </a:extLst>
          </p:cNvPr>
          <p:cNvSpPr>
            <a:spLocks xmlns:a="http://schemas.openxmlformats.org/drawingml/2006/main" noGrp="1"/>
          </p:cNvSpPr>
          <p:nvPr/>
        </p:nvSpPr>
        <p:spPr>
          <a:xfrm xmlns:a="http://schemas.openxmlformats.org/drawingml/2006/main">
            <a:off x="5086350" y="1657350"/>
            <a:ext cx="2019300" cy="523875"/>
          </a:xfrm>
          <a:prstGeom xmlns:a="http://schemas.openxmlformats.org/drawingml/2006/main" prst="roundRect">
            <a:avLst>
              <a:gd name="adj" fmla="val 14545"/>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650" b="1">
                <a:solidFill>
                  <a:srgbClr val="0F6E73"/>
                </a:solidFill>
                <a:latin typeface="Noto Sans SC"/>
                <a:ea typeface="Noto Sans SC"/>
                <a:cs typeface="Noto Sans SC"/>
              </a:defRPr>
            </a:defPPr>
            <a:lvl1pPr algn="ctr">
              <a:defRPr sz="1650" b="1">
                <a:solidFill>
                  <a:srgbClr val="0F6E73"/>
                </a:solidFill>
                <a:latin typeface="Noto Sans SC"/>
                <a:ea typeface="Noto Sans SC"/>
                <a:cs typeface="Noto Sans SC"/>
              </a:defRPr>
            </a:lvl1pPr>
            <a:lvl2pPr algn="ctr">
              <a:defRPr sz="1650" b="1">
                <a:solidFill>
                  <a:srgbClr val="0F6E73"/>
                </a:solidFill>
                <a:latin typeface="Noto Sans SC"/>
                <a:ea typeface="Noto Sans SC"/>
                <a:cs typeface="Noto Sans SC"/>
              </a:defRPr>
            </a:lvl2pPr>
            <a:lvl3pPr algn="ctr">
              <a:defRPr sz="1650" b="1">
                <a:solidFill>
                  <a:srgbClr val="0F6E73"/>
                </a:solidFill>
                <a:latin typeface="Noto Sans SC"/>
                <a:ea typeface="Noto Sans SC"/>
                <a:cs typeface="Noto Sans SC"/>
              </a:defRPr>
            </a:lvl3pPr>
            <a:lvl4pPr algn="ctr">
              <a:defRPr sz="1650" b="1">
                <a:solidFill>
                  <a:srgbClr val="0F6E73"/>
                </a:solidFill>
                <a:latin typeface="Noto Sans SC"/>
                <a:ea typeface="Noto Sans SC"/>
                <a:cs typeface="Noto Sans SC"/>
              </a:defRPr>
            </a:lvl4pPr>
            <a:lvl5pPr algn="ctr">
              <a:defRPr sz="1650" b="1">
                <a:solidFill>
                  <a:srgbClr val="0F6E73"/>
                </a:solidFill>
                <a:latin typeface="Noto Sans SC"/>
                <a:ea typeface="Noto Sans SC"/>
                <a:cs typeface="Noto Sans SC"/>
              </a:defRPr>
            </a:lvl5pPr>
            <a:lvl6pPr algn="ctr">
              <a:defRPr sz="1650" b="1">
                <a:solidFill>
                  <a:srgbClr val="0F6E73"/>
                </a:solidFill>
                <a:latin typeface="Noto Sans SC"/>
                <a:ea typeface="Noto Sans SC"/>
                <a:cs typeface="Noto Sans SC"/>
              </a:defRPr>
            </a:lvl6pPr>
            <a:lvl7pPr algn="ctr">
              <a:defRPr sz="1650" b="1">
                <a:solidFill>
                  <a:srgbClr val="0F6E73"/>
                </a:solidFill>
                <a:latin typeface="Noto Sans SC"/>
                <a:ea typeface="Noto Sans SC"/>
                <a:cs typeface="Noto Sans SC"/>
              </a:defRPr>
            </a:lvl7pPr>
            <a:lvl8pPr algn="ctr">
              <a:defRPr sz="1650" b="1">
                <a:solidFill>
                  <a:srgbClr val="0F6E73"/>
                </a:solidFill>
                <a:latin typeface="Noto Sans SC"/>
                <a:ea typeface="Noto Sans SC"/>
                <a:cs typeface="Noto Sans SC"/>
              </a:defRPr>
            </a:lvl8pPr>
            <a:lvl9pPr algn="ctr">
              <a:defRPr sz="1650" b="1">
                <a:solidFill>
                  <a:srgbClr val="0F6E73"/>
                </a:solidFill>
                <a:latin typeface="Noto Sans SC"/>
                <a:ea typeface="Noto Sans SC"/>
                <a:cs typeface="Noto Sans SC"/>
              </a:defRPr>
            </a:lvl9pPr>
          </a:lstStyle>
          <a:p xmlns:a="http://schemas.openxmlformats.org/drawingml/2006/main">
            <a:pPr algn="ctr">
              <a:defRPr sz="1650" b="1">
                <a:solidFill>
                  <a:srgbClr val="0F6E73"/>
                </a:solidFill>
                <a:latin typeface="Noto Sans SC"/>
                <a:ea typeface="Noto Sans SC"/>
                <a:cs typeface="Noto Sans SC"/>
              </a:defRPr>
            </a:pPr>
            <a:r>
              <a:rPr sz="1650" b="1">
                <a:solidFill>
                  <a:srgbClr val="0F6E73"/>
                </a:solidFill>
                <a:latin typeface="Noto Sans SC"/>
                <a:ea typeface="Noto Sans SC"/>
                <a:cs typeface="Noto Sans SC"/>
              </a:rPr>
              <a:t>t−2</a:t>
            </a:r>
          </a:p>
        </p:txBody>
      </p:sp>
      <p:sp>
        <p:nvSpPr>
          <p:cNvPr id="13" name="o12">
            <a:extLst xmlns:a="http://schemas.openxmlformats.org/drawingml/2006/main">
              <a:ext uri="{FF2B5EF4-FFF2-40B4-BE49-F238E27FC236}">
                <a16:creationId xmlns:a16="http://schemas.microsoft.com/office/drawing/2014/main" id="{2225A457-2BF0-48A8-934A-6B640F3FD859}"/>
              </a:ext>
            </a:extLst>
          </p:cNvPr>
          <p:cNvSpPr>
            <a:spLocks xmlns:a="http://schemas.openxmlformats.org/drawingml/2006/main" noGrp="1"/>
          </p:cNvSpPr>
          <p:nvPr/>
        </p:nvSpPr>
        <p:spPr>
          <a:xfrm xmlns:a="http://schemas.openxmlformats.org/drawingml/2006/main">
            <a:off x="5086350" y="2400300"/>
            <a:ext cx="2019300" cy="619125"/>
          </a:xfrm>
          <a:prstGeom xmlns:a="http://schemas.openxmlformats.org/drawingml/2006/main" prst="roundRect">
            <a:avLst>
              <a:gd name="adj" fmla="val 12308"/>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00" b="1">
                <a:solidFill>
                  <a:srgbClr val="B85A1E"/>
                </a:solidFill>
                <a:latin typeface="Noto Sans SC"/>
                <a:ea typeface="Noto Sans SC"/>
                <a:cs typeface="Noto Sans SC"/>
              </a:defRPr>
            </a:defPPr>
            <a:lvl1pPr algn="ctr">
              <a:defRPr sz="1500" b="1">
                <a:solidFill>
                  <a:srgbClr val="B85A1E"/>
                </a:solidFill>
                <a:latin typeface="Noto Sans SC"/>
                <a:ea typeface="Noto Sans SC"/>
                <a:cs typeface="Noto Sans SC"/>
              </a:defRPr>
            </a:lvl1pPr>
            <a:lvl2pPr algn="ctr">
              <a:defRPr sz="1500" b="1">
                <a:solidFill>
                  <a:srgbClr val="B85A1E"/>
                </a:solidFill>
                <a:latin typeface="Noto Sans SC"/>
                <a:ea typeface="Noto Sans SC"/>
                <a:cs typeface="Noto Sans SC"/>
              </a:defRPr>
            </a:lvl2pPr>
            <a:lvl3pPr algn="ctr">
              <a:defRPr sz="1500" b="1">
                <a:solidFill>
                  <a:srgbClr val="B85A1E"/>
                </a:solidFill>
                <a:latin typeface="Noto Sans SC"/>
                <a:ea typeface="Noto Sans SC"/>
                <a:cs typeface="Noto Sans SC"/>
              </a:defRPr>
            </a:lvl3pPr>
            <a:lvl4pPr algn="ctr">
              <a:defRPr sz="1500" b="1">
                <a:solidFill>
                  <a:srgbClr val="B85A1E"/>
                </a:solidFill>
                <a:latin typeface="Noto Sans SC"/>
                <a:ea typeface="Noto Sans SC"/>
                <a:cs typeface="Noto Sans SC"/>
              </a:defRPr>
            </a:lvl4pPr>
            <a:lvl5pPr algn="ctr">
              <a:defRPr sz="1500" b="1">
                <a:solidFill>
                  <a:srgbClr val="B85A1E"/>
                </a:solidFill>
                <a:latin typeface="Noto Sans SC"/>
                <a:ea typeface="Noto Sans SC"/>
                <a:cs typeface="Noto Sans SC"/>
              </a:defRPr>
            </a:lvl5pPr>
            <a:lvl6pPr algn="ctr">
              <a:defRPr sz="1500" b="1">
                <a:solidFill>
                  <a:srgbClr val="B85A1E"/>
                </a:solidFill>
                <a:latin typeface="Noto Sans SC"/>
                <a:ea typeface="Noto Sans SC"/>
                <a:cs typeface="Noto Sans SC"/>
              </a:defRPr>
            </a:lvl6pPr>
            <a:lvl7pPr algn="ctr">
              <a:defRPr sz="1500" b="1">
                <a:solidFill>
                  <a:srgbClr val="B85A1E"/>
                </a:solidFill>
                <a:latin typeface="Noto Sans SC"/>
                <a:ea typeface="Noto Sans SC"/>
                <a:cs typeface="Noto Sans SC"/>
              </a:defRPr>
            </a:lvl7pPr>
            <a:lvl8pPr algn="ctr">
              <a:defRPr sz="1500" b="1">
                <a:solidFill>
                  <a:srgbClr val="B85A1E"/>
                </a:solidFill>
                <a:latin typeface="Noto Sans SC"/>
                <a:ea typeface="Noto Sans SC"/>
                <a:cs typeface="Noto Sans SC"/>
              </a:defRPr>
            </a:lvl8pPr>
            <a:lvl9pPr algn="ctr">
              <a:defRPr sz="1500" b="1">
                <a:solidFill>
                  <a:srgbClr val="B85A1E"/>
                </a:solidFill>
                <a:latin typeface="Noto Sans SC"/>
                <a:ea typeface="Noto Sans SC"/>
                <a:cs typeface="Noto Sans SC"/>
              </a:defRPr>
            </a:lvl9pPr>
          </a:lstStyle>
          <a:p xmlns:a="http://schemas.openxmlformats.org/drawingml/2006/main">
            <a:pPr algn="ctr">
              <a:defRPr sz="1500" b="1">
                <a:solidFill>
                  <a:srgbClr val="B85A1E"/>
                </a:solidFill>
                <a:latin typeface="Noto Sans SC"/>
                <a:ea typeface="Noto Sans SC"/>
                <a:cs typeface="Noto Sans SC"/>
              </a:defRPr>
            </a:pPr>
            <a:r>
              <a:rPr sz="1500" b="1">
                <a:solidFill>
                  <a:srgbClr val="B85A1E"/>
                </a:solidFill>
                <a:latin typeface="Noto Sans SC"/>
                <a:ea typeface="Noto Sans SC"/>
                <a:cs typeface="Noto Sans SC"/>
              </a:rPr>
              <a:t>不足</a:t>
            </a:r>
          </a:p>
        </p:txBody>
      </p:sp>
      <p:sp>
        <p:nvSpPr>
          <p:cNvPr id="14" name="o13">
            <a:extLst xmlns:a="http://schemas.openxmlformats.org/drawingml/2006/main">
              <a:ext uri="{FF2B5EF4-FFF2-40B4-BE49-F238E27FC236}">
                <a16:creationId xmlns:a16="http://schemas.microsoft.com/office/drawing/2014/main" id="{3A48D56E-0FC2-4F44-A794-82B6F426E124}"/>
              </a:ext>
            </a:extLst>
          </p:cNvPr>
          <p:cNvSpPr>
            <a:spLocks xmlns:a="http://schemas.openxmlformats.org/drawingml/2006/main" noGrp="1"/>
          </p:cNvSpPr>
          <p:nvPr/>
        </p:nvSpPr>
        <p:spPr>
          <a:xfrm xmlns:a="http://schemas.openxmlformats.org/drawingml/2006/main">
            <a:off x="7324725" y="1657350"/>
            <a:ext cx="2019300" cy="523875"/>
          </a:xfrm>
          <a:prstGeom xmlns:a="http://schemas.openxmlformats.org/drawingml/2006/main" prst="roundRect">
            <a:avLst>
              <a:gd name="adj" fmla="val 14545"/>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650" b="1">
                <a:solidFill>
                  <a:srgbClr val="0F6E73"/>
                </a:solidFill>
                <a:latin typeface="Noto Sans SC"/>
                <a:ea typeface="Noto Sans SC"/>
                <a:cs typeface="Noto Sans SC"/>
              </a:defRPr>
            </a:defPPr>
            <a:lvl1pPr algn="ctr">
              <a:defRPr sz="1650" b="1">
                <a:solidFill>
                  <a:srgbClr val="0F6E73"/>
                </a:solidFill>
                <a:latin typeface="Noto Sans SC"/>
                <a:ea typeface="Noto Sans SC"/>
                <a:cs typeface="Noto Sans SC"/>
              </a:defRPr>
            </a:lvl1pPr>
            <a:lvl2pPr algn="ctr">
              <a:defRPr sz="1650" b="1">
                <a:solidFill>
                  <a:srgbClr val="0F6E73"/>
                </a:solidFill>
                <a:latin typeface="Noto Sans SC"/>
                <a:ea typeface="Noto Sans SC"/>
                <a:cs typeface="Noto Sans SC"/>
              </a:defRPr>
            </a:lvl2pPr>
            <a:lvl3pPr algn="ctr">
              <a:defRPr sz="1650" b="1">
                <a:solidFill>
                  <a:srgbClr val="0F6E73"/>
                </a:solidFill>
                <a:latin typeface="Noto Sans SC"/>
                <a:ea typeface="Noto Sans SC"/>
                <a:cs typeface="Noto Sans SC"/>
              </a:defRPr>
            </a:lvl3pPr>
            <a:lvl4pPr algn="ctr">
              <a:defRPr sz="1650" b="1">
                <a:solidFill>
                  <a:srgbClr val="0F6E73"/>
                </a:solidFill>
                <a:latin typeface="Noto Sans SC"/>
                <a:ea typeface="Noto Sans SC"/>
                <a:cs typeface="Noto Sans SC"/>
              </a:defRPr>
            </a:lvl4pPr>
            <a:lvl5pPr algn="ctr">
              <a:defRPr sz="1650" b="1">
                <a:solidFill>
                  <a:srgbClr val="0F6E73"/>
                </a:solidFill>
                <a:latin typeface="Noto Sans SC"/>
                <a:ea typeface="Noto Sans SC"/>
                <a:cs typeface="Noto Sans SC"/>
              </a:defRPr>
            </a:lvl5pPr>
            <a:lvl6pPr algn="ctr">
              <a:defRPr sz="1650" b="1">
                <a:solidFill>
                  <a:srgbClr val="0F6E73"/>
                </a:solidFill>
                <a:latin typeface="Noto Sans SC"/>
                <a:ea typeface="Noto Sans SC"/>
                <a:cs typeface="Noto Sans SC"/>
              </a:defRPr>
            </a:lvl6pPr>
            <a:lvl7pPr algn="ctr">
              <a:defRPr sz="1650" b="1">
                <a:solidFill>
                  <a:srgbClr val="0F6E73"/>
                </a:solidFill>
                <a:latin typeface="Noto Sans SC"/>
                <a:ea typeface="Noto Sans SC"/>
                <a:cs typeface="Noto Sans SC"/>
              </a:defRPr>
            </a:lvl7pPr>
            <a:lvl8pPr algn="ctr">
              <a:defRPr sz="1650" b="1">
                <a:solidFill>
                  <a:srgbClr val="0F6E73"/>
                </a:solidFill>
                <a:latin typeface="Noto Sans SC"/>
                <a:ea typeface="Noto Sans SC"/>
                <a:cs typeface="Noto Sans SC"/>
              </a:defRPr>
            </a:lvl8pPr>
            <a:lvl9pPr algn="ctr">
              <a:defRPr sz="1650" b="1">
                <a:solidFill>
                  <a:srgbClr val="0F6E73"/>
                </a:solidFill>
                <a:latin typeface="Noto Sans SC"/>
                <a:ea typeface="Noto Sans SC"/>
                <a:cs typeface="Noto Sans SC"/>
              </a:defRPr>
            </a:lvl9pPr>
          </a:lstStyle>
          <a:p xmlns:a="http://schemas.openxmlformats.org/drawingml/2006/main">
            <a:pPr algn="ctr">
              <a:defRPr sz="1650" b="1">
                <a:solidFill>
                  <a:srgbClr val="0F6E73"/>
                </a:solidFill>
                <a:latin typeface="Noto Sans SC"/>
                <a:ea typeface="Noto Sans SC"/>
                <a:cs typeface="Noto Sans SC"/>
              </a:defRPr>
            </a:pPr>
            <a:r>
              <a:rPr sz="1650" b="1">
                <a:solidFill>
                  <a:srgbClr val="0F6E73"/>
                </a:solidFill>
                <a:latin typeface="Noto Sans SC"/>
                <a:ea typeface="Noto Sans SC"/>
                <a:cs typeface="Noto Sans SC"/>
              </a:rPr>
              <a:t>t−1</a:t>
            </a:r>
          </a:p>
        </p:txBody>
      </p:sp>
      <p:sp>
        <p:nvSpPr>
          <p:cNvPr id="15" name="o14">
            <a:extLst xmlns:a="http://schemas.openxmlformats.org/drawingml/2006/main">
              <a:ext uri="{FF2B5EF4-FFF2-40B4-BE49-F238E27FC236}">
                <a16:creationId xmlns:a16="http://schemas.microsoft.com/office/drawing/2014/main" id="{2914747F-521D-4DB4-BEC6-2FA4A231F1AB}"/>
              </a:ext>
            </a:extLst>
          </p:cNvPr>
          <p:cNvSpPr>
            <a:spLocks xmlns:a="http://schemas.openxmlformats.org/drawingml/2006/main" noGrp="1"/>
          </p:cNvSpPr>
          <p:nvPr/>
        </p:nvSpPr>
        <p:spPr>
          <a:xfrm xmlns:a="http://schemas.openxmlformats.org/drawingml/2006/main">
            <a:off x="7324725" y="2400300"/>
            <a:ext cx="2019300" cy="619125"/>
          </a:xfrm>
          <a:prstGeom xmlns:a="http://schemas.openxmlformats.org/drawingml/2006/main" prst="roundRect">
            <a:avLst>
              <a:gd name="adj" fmla="val 12308"/>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00" b="1">
                <a:solidFill>
                  <a:srgbClr val="32668E"/>
                </a:solidFill>
                <a:latin typeface="Noto Sans SC"/>
                <a:ea typeface="Noto Sans SC"/>
                <a:cs typeface="Noto Sans SC"/>
              </a:defRPr>
            </a:defPPr>
            <a:lvl1pPr algn="ctr">
              <a:defRPr sz="1500" b="1">
                <a:solidFill>
                  <a:srgbClr val="32668E"/>
                </a:solidFill>
                <a:latin typeface="Noto Sans SC"/>
                <a:ea typeface="Noto Sans SC"/>
                <a:cs typeface="Noto Sans SC"/>
              </a:defRPr>
            </a:lvl1pPr>
            <a:lvl2pPr algn="ctr">
              <a:defRPr sz="1500" b="1">
                <a:solidFill>
                  <a:srgbClr val="32668E"/>
                </a:solidFill>
                <a:latin typeface="Noto Sans SC"/>
                <a:ea typeface="Noto Sans SC"/>
                <a:cs typeface="Noto Sans SC"/>
              </a:defRPr>
            </a:lvl2pPr>
            <a:lvl3pPr algn="ctr">
              <a:defRPr sz="1500" b="1">
                <a:solidFill>
                  <a:srgbClr val="32668E"/>
                </a:solidFill>
                <a:latin typeface="Noto Sans SC"/>
                <a:ea typeface="Noto Sans SC"/>
                <a:cs typeface="Noto Sans SC"/>
              </a:defRPr>
            </a:lvl3pPr>
            <a:lvl4pPr algn="ctr">
              <a:defRPr sz="1500" b="1">
                <a:solidFill>
                  <a:srgbClr val="32668E"/>
                </a:solidFill>
                <a:latin typeface="Noto Sans SC"/>
                <a:ea typeface="Noto Sans SC"/>
                <a:cs typeface="Noto Sans SC"/>
              </a:defRPr>
            </a:lvl4pPr>
            <a:lvl5pPr algn="ctr">
              <a:defRPr sz="1500" b="1">
                <a:solidFill>
                  <a:srgbClr val="32668E"/>
                </a:solidFill>
                <a:latin typeface="Noto Sans SC"/>
                <a:ea typeface="Noto Sans SC"/>
                <a:cs typeface="Noto Sans SC"/>
              </a:defRPr>
            </a:lvl5pPr>
            <a:lvl6pPr algn="ctr">
              <a:defRPr sz="1500" b="1">
                <a:solidFill>
                  <a:srgbClr val="32668E"/>
                </a:solidFill>
                <a:latin typeface="Noto Sans SC"/>
                <a:ea typeface="Noto Sans SC"/>
                <a:cs typeface="Noto Sans SC"/>
              </a:defRPr>
            </a:lvl6pPr>
            <a:lvl7pPr algn="ctr">
              <a:defRPr sz="1500" b="1">
                <a:solidFill>
                  <a:srgbClr val="32668E"/>
                </a:solidFill>
                <a:latin typeface="Noto Sans SC"/>
                <a:ea typeface="Noto Sans SC"/>
                <a:cs typeface="Noto Sans SC"/>
              </a:defRPr>
            </a:lvl7pPr>
            <a:lvl8pPr algn="ctr">
              <a:defRPr sz="1500" b="1">
                <a:solidFill>
                  <a:srgbClr val="32668E"/>
                </a:solidFill>
                <a:latin typeface="Noto Sans SC"/>
                <a:ea typeface="Noto Sans SC"/>
                <a:cs typeface="Noto Sans SC"/>
              </a:defRPr>
            </a:lvl8pPr>
            <a:lvl9pPr algn="ctr">
              <a:defRPr sz="1500" b="1">
                <a:solidFill>
                  <a:srgbClr val="32668E"/>
                </a:solidFill>
                <a:latin typeface="Noto Sans SC"/>
                <a:ea typeface="Noto Sans SC"/>
                <a:cs typeface="Noto Sans SC"/>
              </a:defRPr>
            </a:lvl9pPr>
          </a:lstStyle>
          <a:p xmlns:a="http://schemas.openxmlformats.org/drawingml/2006/main">
            <a:pPr algn="ctr">
              <a:defRPr sz="1500" b="1">
                <a:solidFill>
                  <a:srgbClr val="32668E"/>
                </a:solidFill>
                <a:latin typeface="Noto Sans SC"/>
                <a:ea typeface="Noto Sans SC"/>
                <a:cs typeface="Noto Sans SC"/>
              </a:defRPr>
            </a:pPr>
            <a:r>
              <a:rPr sz="1500" b="1">
                <a:solidFill>
                  <a:srgbClr val="32668E"/>
                </a:solidFill>
                <a:latin typeface="Noto Sans SC"/>
                <a:ea typeface="Noto Sans SC"/>
                <a:cs typeface="Noto Sans SC"/>
              </a:rPr>
              <a:t>有效／命中</a:t>
            </a:r>
          </a:p>
        </p:txBody>
      </p:sp>
      <p:sp>
        <p:nvSpPr>
          <p:cNvPr id="16" name="o15">
            <a:extLst xmlns:a="http://schemas.openxmlformats.org/drawingml/2006/main">
              <a:ext uri="{FF2B5EF4-FFF2-40B4-BE49-F238E27FC236}">
                <a16:creationId xmlns:a16="http://schemas.microsoft.com/office/drawing/2014/main" id="{C6274C14-ACF6-4A55-BE58-01DC0987C578}"/>
              </a:ext>
            </a:extLst>
          </p:cNvPr>
          <p:cNvSpPr>
            <a:spLocks xmlns:a="http://schemas.openxmlformats.org/drawingml/2006/main" noGrp="1"/>
          </p:cNvSpPr>
          <p:nvPr/>
        </p:nvSpPr>
        <p:spPr>
          <a:xfrm xmlns:a="http://schemas.openxmlformats.org/drawingml/2006/main">
            <a:off x="9563100" y="1657350"/>
            <a:ext cx="2019300" cy="523875"/>
          </a:xfrm>
          <a:prstGeom xmlns:a="http://schemas.openxmlformats.org/drawingml/2006/main" prst="roundRect">
            <a:avLst>
              <a:gd name="adj" fmla="val 14545"/>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650" b="1">
                <a:solidFill>
                  <a:srgbClr val="0F6E73"/>
                </a:solidFill>
                <a:latin typeface="Noto Sans SC"/>
                <a:ea typeface="Noto Sans SC"/>
                <a:cs typeface="Noto Sans SC"/>
              </a:defRPr>
            </a:defPPr>
            <a:lvl1pPr algn="ctr">
              <a:defRPr sz="1650" b="1">
                <a:solidFill>
                  <a:srgbClr val="0F6E73"/>
                </a:solidFill>
                <a:latin typeface="Noto Sans SC"/>
                <a:ea typeface="Noto Sans SC"/>
                <a:cs typeface="Noto Sans SC"/>
              </a:defRPr>
            </a:lvl1pPr>
            <a:lvl2pPr algn="ctr">
              <a:defRPr sz="1650" b="1">
                <a:solidFill>
                  <a:srgbClr val="0F6E73"/>
                </a:solidFill>
                <a:latin typeface="Noto Sans SC"/>
                <a:ea typeface="Noto Sans SC"/>
                <a:cs typeface="Noto Sans SC"/>
              </a:defRPr>
            </a:lvl2pPr>
            <a:lvl3pPr algn="ctr">
              <a:defRPr sz="1650" b="1">
                <a:solidFill>
                  <a:srgbClr val="0F6E73"/>
                </a:solidFill>
                <a:latin typeface="Noto Sans SC"/>
                <a:ea typeface="Noto Sans SC"/>
                <a:cs typeface="Noto Sans SC"/>
              </a:defRPr>
            </a:lvl3pPr>
            <a:lvl4pPr algn="ctr">
              <a:defRPr sz="1650" b="1">
                <a:solidFill>
                  <a:srgbClr val="0F6E73"/>
                </a:solidFill>
                <a:latin typeface="Noto Sans SC"/>
                <a:ea typeface="Noto Sans SC"/>
                <a:cs typeface="Noto Sans SC"/>
              </a:defRPr>
            </a:lvl4pPr>
            <a:lvl5pPr algn="ctr">
              <a:defRPr sz="1650" b="1">
                <a:solidFill>
                  <a:srgbClr val="0F6E73"/>
                </a:solidFill>
                <a:latin typeface="Noto Sans SC"/>
                <a:ea typeface="Noto Sans SC"/>
                <a:cs typeface="Noto Sans SC"/>
              </a:defRPr>
            </a:lvl5pPr>
            <a:lvl6pPr algn="ctr">
              <a:defRPr sz="1650" b="1">
                <a:solidFill>
                  <a:srgbClr val="0F6E73"/>
                </a:solidFill>
                <a:latin typeface="Noto Sans SC"/>
                <a:ea typeface="Noto Sans SC"/>
                <a:cs typeface="Noto Sans SC"/>
              </a:defRPr>
            </a:lvl6pPr>
            <a:lvl7pPr algn="ctr">
              <a:defRPr sz="1650" b="1">
                <a:solidFill>
                  <a:srgbClr val="0F6E73"/>
                </a:solidFill>
                <a:latin typeface="Noto Sans SC"/>
                <a:ea typeface="Noto Sans SC"/>
                <a:cs typeface="Noto Sans SC"/>
              </a:defRPr>
            </a:lvl7pPr>
            <a:lvl8pPr algn="ctr">
              <a:defRPr sz="1650" b="1">
                <a:solidFill>
                  <a:srgbClr val="0F6E73"/>
                </a:solidFill>
                <a:latin typeface="Noto Sans SC"/>
                <a:ea typeface="Noto Sans SC"/>
                <a:cs typeface="Noto Sans SC"/>
              </a:defRPr>
            </a:lvl8pPr>
            <a:lvl9pPr algn="ctr">
              <a:defRPr sz="1650" b="1">
                <a:solidFill>
                  <a:srgbClr val="0F6E73"/>
                </a:solidFill>
                <a:latin typeface="Noto Sans SC"/>
                <a:ea typeface="Noto Sans SC"/>
                <a:cs typeface="Noto Sans SC"/>
              </a:defRPr>
            </a:lvl9pPr>
          </a:lstStyle>
          <a:p xmlns:a="http://schemas.openxmlformats.org/drawingml/2006/main">
            <a:pPr algn="ctr">
              <a:defRPr sz="1650" b="1">
                <a:solidFill>
                  <a:srgbClr val="0F6E73"/>
                </a:solidFill>
                <a:latin typeface="Noto Sans SC"/>
                <a:ea typeface="Noto Sans SC"/>
                <a:cs typeface="Noto Sans SC"/>
              </a:defRPr>
            </a:pPr>
            <a:r>
              <a:rPr sz="1650" b="1">
                <a:solidFill>
                  <a:srgbClr val="0F6E73"/>
                </a:solidFill>
                <a:latin typeface="Noto Sans SC"/>
                <a:ea typeface="Noto Sans SC"/>
                <a:cs typeface="Noto Sans SC"/>
              </a:rPr>
              <a:t>t</a:t>
            </a:r>
          </a:p>
        </p:txBody>
      </p:sp>
      <p:sp>
        <p:nvSpPr>
          <p:cNvPr id="17" name="o16">
            <a:extLst xmlns:a="http://schemas.openxmlformats.org/drawingml/2006/main">
              <a:ext uri="{FF2B5EF4-FFF2-40B4-BE49-F238E27FC236}">
                <a16:creationId xmlns:a16="http://schemas.microsoft.com/office/drawing/2014/main" id="{E0DC74FC-1924-45E2-8D92-034519AC09F7}"/>
              </a:ext>
            </a:extLst>
          </p:cNvPr>
          <p:cNvSpPr>
            <a:spLocks xmlns:a="http://schemas.openxmlformats.org/drawingml/2006/main" noGrp="1"/>
          </p:cNvSpPr>
          <p:nvPr/>
        </p:nvSpPr>
        <p:spPr>
          <a:xfrm xmlns:a="http://schemas.openxmlformats.org/drawingml/2006/main">
            <a:off x="9563100" y="2400300"/>
            <a:ext cx="2019300" cy="619125"/>
          </a:xfrm>
          <a:prstGeom xmlns:a="http://schemas.openxmlformats.org/drawingml/2006/main" prst="roundRect">
            <a:avLst>
              <a:gd name="adj" fmla="val 12308"/>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00" b="1">
                <a:solidFill>
                  <a:srgbClr val="32668E"/>
                </a:solidFill>
                <a:latin typeface="Noto Sans SC"/>
                <a:ea typeface="Noto Sans SC"/>
                <a:cs typeface="Noto Sans SC"/>
              </a:defRPr>
            </a:defPPr>
            <a:lvl1pPr algn="ctr">
              <a:defRPr sz="1500" b="1">
                <a:solidFill>
                  <a:srgbClr val="32668E"/>
                </a:solidFill>
                <a:latin typeface="Noto Sans SC"/>
                <a:ea typeface="Noto Sans SC"/>
                <a:cs typeface="Noto Sans SC"/>
              </a:defRPr>
            </a:lvl1pPr>
            <a:lvl2pPr algn="ctr">
              <a:defRPr sz="1500" b="1">
                <a:solidFill>
                  <a:srgbClr val="32668E"/>
                </a:solidFill>
                <a:latin typeface="Noto Sans SC"/>
                <a:ea typeface="Noto Sans SC"/>
                <a:cs typeface="Noto Sans SC"/>
              </a:defRPr>
            </a:lvl2pPr>
            <a:lvl3pPr algn="ctr">
              <a:defRPr sz="1500" b="1">
                <a:solidFill>
                  <a:srgbClr val="32668E"/>
                </a:solidFill>
                <a:latin typeface="Noto Sans SC"/>
                <a:ea typeface="Noto Sans SC"/>
                <a:cs typeface="Noto Sans SC"/>
              </a:defRPr>
            </a:lvl3pPr>
            <a:lvl4pPr algn="ctr">
              <a:defRPr sz="1500" b="1">
                <a:solidFill>
                  <a:srgbClr val="32668E"/>
                </a:solidFill>
                <a:latin typeface="Noto Sans SC"/>
                <a:ea typeface="Noto Sans SC"/>
                <a:cs typeface="Noto Sans SC"/>
              </a:defRPr>
            </a:lvl4pPr>
            <a:lvl5pPr algn="ctr">
              <a:defRPr sz="1500" b="1">
                <a:solidFill>
                  <a:srgbClr val="32668E"/>
                </a:solidFill>
                <a:latin typeface="Noto Sans SC"/>
                <a:ea typeface="Noto Sans SC"/>
                <a:cs typeface="Noto Sans SC"/>
              </a:defRPr>
            </a:lvl5pPr>
            <a:lvl6pPr algn="ctr">
              <a:defRPr sz="1500" b="1">
                <a:solidFill>
                  <a:srgbClr val="32668E"/>
                </a:solidFill>
                <a:latin typeface="Noto Sans SC"/>
                <a:ea typeface="Noto Sans SC"/>
                <a:cs typeface="Noto Sans SC"/>
              </a:defRPr>
            </a:lvl6pPr>
            <a:lvl7pPr algn="ctr">
              <a:defRPr sz="1500" b="1">
                <a:solidFill>
                  <a:srgbClr val="32668E"/>
                </a:solidFill>
                <a:latin typeface="Noto Sans SC"/>
                <a:ea typeface="Noto Sans SC"/>
                <a:cs typeface="Noto Sans SC"/>
              </a:defRPr>
            </a:lvl7pPr>
            <a:lvl8pPr algn="ctr">
              <a:defRPr sz="1500" b="1">
                <a:solidFill>
                  <a:srgbClr val="32668E"/>
                </a:solidFill>
                <a:latin typeface="Noto Sans SC"/>
                <a:ea typeface="Noto Sans SC"/>
                <a:cs typeface="Noto Sans SC"/>
              </a:defRPr>
            </a:lvl8pPr>
            <a:lvl9pPr algn="ctr">
              <a:defRPr sz="1500" b="1">
                <a:solidFill>
                  <a:srgbClr val="32668E"/>
                </a:solidFill>
                <a:latin typeface="Noto Sans SC"/>
                <a:ea typeface="Noto Sans SC"/>
                <a:cs typeface="Noto Sans SC"/>
              </a:defRPr>
            </a:lvl9pPr>
          </a:lstStyle>
          <a:p xmlns:a="http://schemas.openxmlformats.org/drawingml/2006/main">
            <a:pPr algn="ctr">
              <a:defRPr sz="1500" b="1">
                <a:solidFill>
                  <a:srgbClr val="32668E"/>
                </a:solidFill>
                <a:latin typeface="Noto Sans SC"/>
                <a:ea typeface="Noto Sans SC"/>
                <a:cs typeface="Noto Sans SC"/>
              </a:defRPr>
            </a:pPr>
            <a:r>
              <a:rPr sz="1500" b="1">
                <a:solidFill>
                  <a:srgbClr val="32668E"/>
                </a:solidFill>
                <a:latin typeface="Noto Sans SC"/>
                <a:ea typeface="Noto Sans SC"/>
                <a:cs typeface="Noto Sans SC"/>
              </a:rPr>
              <a:t>最新门控</a:t>
            </a:r>
          </a:p>
        </p:txBody>
      </p:sp>
      <p:sp>
        <p:nvSpPr>
          <p:cNvPr id="18" name="o17">
            <a:extLst xmlns:a="http://schemas.openxmlformats.org/drawingml/2006/main">
              <a:ext uri="{FF2B5EF4-FFF2-40B4-BE49-F238E27FC236}">
                <a16:creationId xmlns:a16="http://schemas.microsoft.com/office/drawing/2014/main" id="{1DB152E4-3FDF-462F-A4C0-2D85383AAE14}"/>
              </a:ext>
            </a:extLst>
          </p:cNvPr>
          <p:cNvSpPr>
            <a:spLocks xmlns:a="http://schemas.openxmlformats.org/drawingml/2006/main" noGrp="1"/>
          </p:cNvSpPr>
          <p:nvPr/>
        </p:nvSpPr>
        <p:spPr>
          <a:xfrm xmlns:a="http://schemas.openxmlformats.org/drawingml/2006/main">
            <a:off x="609600" y="4714875"/>
            <a:ext cx="6572250" cy="1057275"/>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19" name="line-17">
            <a:extLst xmlns:a="http://schemas.openxmlformats.org/drawingml/2006/main">
              <a:ext uri="{FF2B5EF4-FFF2-40B4-BE49-F238E27FC236}">
                <a16:creationId xmlns:a16="http://schemas.microsoft.com/office/drawing/2014/main" id="{F219FB0D-EC3B-4FD5-B708-6E984F1F8E90}"/>
              </a:ext>
            </a:extLst>
          </p:cNvPr>
          <p:cNvSpPr>
            <a:spLocks xmlns:a="http://schemas.openxmlformats.org/drawingml/2006/main" noGrp="1"/>
          </p:cNvSpPr>
          <p:nvPr/>
        </p:nvSpPr>
        <p:spPr>
          <a:xfrm xmlns:a="http://schemas.openxmlformats.org/drawingml/2006/main" flipV="0">
            <a:off x="609600" y="4714875"/>
            <a:ext cx="6572250" cy="953"/>
          </a:xfrm>
          <a:prstGeom xmlns:a="http://schemas.openxmlformats.org/drawingml/2006/main" prst="line">
            <a:avLst/>
          </a:prstGeom>
          <a:noFill xmlns:a="http://schemas.openxmlformats.org/drawingml/2006/main"/>
          <a:ln xmlns:a="http://schemas.openxmlformats.org/drawingml/2006/main" w="28575">
            <a:solidFill>
              <a:srgbClr val="32668E"/>
            </a:solidFill>
            <a:prstDash val="solid"/>
          </a:ln>
        </p:spPr>
      </p:sp>
      <p:sp>
        <p:nvSpPr>
          <p:cNvPr id="20" name="o19">
            <a:extLst xmlns:a="http://schemas.openxmlformats.org/drawingml/2006/main">
              <a:ext uri="{FF2B5EF4-FFF2-40B4-BE49-F238E27FC236}">
                <a16:creationId xmlns:a16="http://schemas.microsoft.com/office/drawing/2014/main" id="{8BAD6924-7767-4D89-A68A-D41FBFE119CB}"/>
              </a:ext>
            </a:extLst>
          </p:cNvPr>
          <p:cNvSpPr>
            <a:spLocks xmlns:a="http://schemas.openxmlformats.org/drawingml/2006/main" noGrp="1"/>
          </p:cNvSpPr>
          <p:nvPr/>
        </p:nvSpPr>
        <p:spPr>
          <a:xfrm xmlns:a="http://schemas.openxmlformats.org/drawingml/2006/main">
            <a:off x="762000" y="4810125"/>
            <a:ext cx="6267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32668E"/>
                </a:solidFill>
                <a:latin typeface="Noto Sans SC"/>
                <a:ea typeface="Noto Sans SC"/>
                <a:cs typeface="Noto Sans SC"/>
              </a:defRPr>
            </a:defPPr>
            <a:lvl1pPr algn="l">
              <a:defRPr sz="1650" b="1">
                <a:solidFill>
                  <a:srgbClr val="32668E"/>
                </a:solidFill>
                <a:latin typeface="Noto Sans SC"/>
                <a:ea typeface="Noto Sans SC"/>
                <a:cs typeface="Noto Sans SC"/>
              </a:defRPr>
            </a:lvl1pPr>
            <a:lvl2pPr algn="l">
              <a:defRPr sz="1650" b="1">
                <a:solidFill>
                  <a:srgbClr val="32668E"/>
                </a:solidFill>
                <a:latin typeface="Noto Sans SC"/>
                <a:ea typeface="Noto Sans SC"/>
                <a:cs typeface="Noto Sans SC"/>
              </a:defRPr>
            </a:lvl2pPr>
            <a:lvl3pPr algn="l">
              <a:defRPr sz="1650" b="1">
                <a:solidFill>
                  <a:srgbClr val="32668E"/>
                </a:solidFill>
                <a:latin typeface="Noto Sans SC"/>
                <a:ea typeface="Noto Sans SC"/>
                <a:cs typeface="Noto Sans SC"/>
              </a:defRPr>
            </a:lvl3pPr>
            <a:lvl4pPr algn="l">
              <a:defRPr sz="1650" b="1">
                <a:solidFill>
                  <a:srgbClr val="32668E"/>
                </a:solidFill>
                <a:latin typeface="Noto Sans SC"/>
                <a:ea typeface="Noto Sans SC"/>
                <a:cs typeface="Noto Sans SC"/>
              </a:defRPr>
            </a:lvl4pPr>
            <a:lvl5pPr algn="l">
              <a:defRPr sz="1650" b="1">
                <a:solidFill>
                  <a:srgbClr val="32668E"/>
                </a:solidFill>
                <a:latin typeface="Noto Sans SC"/>
                <a:ea typeface="Noto Sans SC"/>
                <a:cs typeface="Noto Sans SC"/>
              </a:defRPr>
            </a:lvl5pPr>
            <a:lvl6pPr algn="l">
              <a:defRPr sz="1650" b="1">
                <a:solidFill>
                  <a:srgbClr val="32668E"/>
                </a:solidFill>
                <a:latin typeface="Noto Sans SC"/>
                <a:ea typeface="Noto Sans SC"/>
                <a:cs typeface="Noto Sans SC"/>
              </a:defRPr>
            </a:lvl6pPr>
            <a:lvl7pPr algn="l">
              <a:defRPr sz="1650" b="1">
                <a:solidFill>
                  <a:srgbClr val="32668E"/>
                </a:solidFill>
                <a:latin typeface="Noto Sans SC"/>
                <a:ea typeface="Noto Sans SC"/>
                <a:cs typeface="Noto Sans SC"/>
              </a:defRPr>
            </a:lvl7pPr>
            <a:lvl8pPr algn="l">
              <a:defRPr sz="1650" b="1">
                <a:solidFill>
                  <a:srgbClr val="32668E"/>
                </a:solidFill>
                <a:latin typeface="Noto Sans SC"/>
                <a:ea typeface="Noto Sans SC"/>
                <a:cs typeface="Noto Sans SC"/>
              </a:defRPr>
            </a:lvl8pPr>
            <a:lvl9pPr algn="l">
              <a:defRPr sz="1650" b="1">
                <a:solidFill>
                  <a:srgbClr val="32668E"/>
                </a:solidFill>
                <a:latin typeface="Noto Sans SC"/>
                <a:ea typeface="Noto Sans SC"/>
                <a:cs typeface="Noto Sans SC"/>
              </a:defRPr>
            </a:lvl9pPr>
          </a:lstStyle>
          <a:p xmlns:a="http://schemas.openxmlformats.org/drawingml/2006/main">
            <a:pPr algn="l">
              <a:defRPr sz="1650" b="1">
                <a:solidFill>
                  <a:srgbClr val="32668E"/>
                </a:solidFill>
                <a:latin typeface="Noto Sans SC"/>
                <a:ea typeface="Noto Sans SC"/>
                <a:cs typeface="Noto Sans SC"/>
              </a:defRPr>
            </a:pPr>
            <a:r>
              <a:rPr sz="1650" b="1">
                <a:solidFill>
                  <a:srgbClr val="32668E"/>
                </a:solidFill>
                <a:latin typeface="Noto Sans SC"/>
                <a:ea typeface="Noto Sans SC"/>
                <a:cs typeface="Noto Sans SC"/>
              </a:rPr>
              <a:t>有效性先于投票</a:t>
            </a:r>
          </a:p>
        </p:txBody>
      </p:sp>
      <p:sp>
        <p:nvSpPr>
          <p:cNvPr id="21" name="o20">
            <a:extLst xmlns:a="http://schemas.openxmlformats.org/drawingml/2006/main">
              <a:ext uri="{FF2B5EF4-FFF2-40B4-BE49-F238E27FC236}">
                <a16:creationId xmlns:a16="http://schemas.microsoft.com/office/drawing/2014/main" id="{4807584E-3B26-487E-9851-7D553FC80EC0}"/>
              </a:ext>
            </a:extLst>
          </p:cNvPr>
          <p:cNvSpPr>
            <a:spLocks xmlns:a="http://schemas.openxmlformats.org/drawingml/2006/main" noGrp="1"/>
          </p:cNvSpPr>
          <p:nvPr/>
        </p:nvSpPr>
        <p:spPr>
          <a:xfrm xmlns:a="http://schemas.openxmlformats.org/drawingml/2006/main">
            <a:off x="762000" y="5162550"/>
            <a:ext cx="6267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36A"/>
                </a:solidFill>
                <a:latin typeface="Noto Sans SC"/>
                <a:ea typeface="Noto Sans SC"/>
                <a:cs typeface="Noto Sans SC"/>
              </a:defRPr>
            </a:defPPr>
            <a:lvl1pPr algn="l">
              <a:defRPr sz="1425" b="0">
                <a:solidFill>
                  <a:srgbClr val="46536A"/>
                </a:solidFill>
                <a:latin typeface="Noto Sans SC"/>
                <a:ea typeface="Noto Sans SC"/>
                <a:cs typeface="Noto Sans SC"/>
              </a:defRPr>
            </a:lvl1pPr>
            <a:lvl2pPr algn="l">
              <a:defRPr sz="1425" b="0">
                <a:solidFill>
                  <a:srgbClr val="46536A"/>
                </a:solidFill>
                <a:latin typeface="Noto Sans SC"/>
                <a:ea typeface="Noto Sans SC"/>
                <a:cs typeface="Noto Sans SC"/>
              </a:defRPr>
            </a:lvl2pPr>
            <a:lvl3pPr algn="l">
              <a:defRPr sz="1425" b="0">
                <a:solidFill>
                  <a:srgbClr val="46536A"/>
                </a:solidFill>
                <a:latin typeface="Noto Sans SC"/>
                <a:ea typeface="Noto Sans SC"/>
                <a:cs typeface="Noto Sans SC"/>
              </a:defRPr>
            </a:lvl3pPr>
            <a:lvl4pPr algn="l">
              <a:defRPr sz="1425" b="0">
                <a:solidFill>
                  <a:srgbClr val="46536A"/>
                </a:solidFill>
                <a:latin typeface="Noto Sans SC"/>
                <a:ea typeface="Noto Sans SC"/>
                <a:cs typeface="Noto Sans SC"/>
              </a:defRPr>
            </a:lvl4pPr>
            <a:lvl5pPr algn="l">
              <a:defRPr sz="1425" b="0">
                <a:solidFill>
                  <a:srgbClr val="46536A"/>
                </a:solidFill>
                <a:latin typeface="Noto Sans SC"/>
                <a:ea typeface="Noto Sans SC"/>
                <a:cs typeface="Noto Sans SC"/>
              </a:defRPr>
            </a:lvl5pPr>
            <a:lvl6pPr algn="l">
              <a:defRPr sz="1425" b="0">
                <a:solidFill>
                  <a:srgbClr val="46536A"/>
                </a:solidFill>
                <a:latin typeface="Noto Sans SC"/>
                <a:ea typeface="Noto Sans SC"/>
                <a:cs typeface="Noto Sans SC"/>
              </a:defRPr>
            </a:lvl6pPr>
            <a:lvl7pPr algn="l">
              <a:defRPr sz="1425" b="0">
                <a:solidFill>
                  <a:srgbClr val="46536A"/>
                </a:solidFill>
                <a:latin typeface="Noto Sans SC"/>
                <a:ea typeface="Noto Sans SC"/>
                <a:cs typeface="Noto Sans SC"/>
              </a:defRPr>
            </a:lvl7pPr>
            <a:lvl8pPr algn="l">
              <a:defRPr sz="1425" b="0">
                <a:solidFill>
                  <a:srgbClr val="46536A"/>
                </a:solidFill>
                <a:latin typeface="Noto Sans SC"/>
                <a:ea typeface="Noto Sans SC"/>
                <a:cs typeface="Noto Sans SC"/>
              </a:defRPr>
            </a:lvl8pPr>
            <a:lvl9pPr algn="l">
              <a:defRPr sz="1425" b="0">
                <a:solidFill>
                  <a:srgbClr val="46536A"/>
                </a:solidFill>
                <a:latin typeface="Noto Sans SC"/>
                <a:ea typeface="Noto Sans SC"/>
                <a:cs typeface="Noto Sans SC"/>
              </a:defRPr>
            </a:lvl9pPr>
          </a:lstStyle>
          <a:p xmlns:a="http://schemas.openxmlformats.org/drawingml/2006/main">
            <a:pPr algn="l">
              <a:defRPr sz="1425" b="0">
                <a:solidFill>
                  <a:srgbClr val="46536A"/>
                </a:solidFill>
                <a:latin typeface="Noto Sans SC"/>
                <a:ea typeface="Noto Sans SC"/>
                <a:cs typeface="Noto Sans SC"/>
              </a:defRPr>
            </a:pPr>
            <a:r>
              <a:rPr sz="1425" b="0">
                <a:solidFill>
                  <a:srgbClr val="46536A"/>
                </a:solidFill>
                <a:latin typeface="Noto Sans SC"/>
                <a:ea typeface="Noto Sans SC"/>
                <a:cs typeface="Noto Sans SC"/>
              </a:rPr>
              <a:t>子窗最长 8 秒，至少 4 点且跨度 ≥3 秒</a:t>
            </a:r>
          </a:p>
          <a:p xmlns:a="http://schemas.openxmlformats.org/drawingml/2006/main">
            <a:pPr algn="l">
              <a:defRPr sz="1425" b="0">
                <a:solidFill>
                  <a:srgbClr val="46536A"/>
                </a:solidFill>
                <a:latin typeface="Noto Sans SC"/>
                <a:ea typeface="Noto Sans SC"/>
                <a:cs typeface="Noto Sans SC"/>
              </a:defRPr>
            </a:pPr>
            <a:r>
              <a:rPr sz="1425" b="0">
                <a:solidFill>
                  <a:srgbClr val="46536A"/>
                </a:solidFill>
                <a:latin typeface="Noto Sans SC"/>
                <a:ea typeface="Noto Sans SC"/>
                <a:cs typeface="Noto Sans SC"/>
              </a:rPr>
              <a:t>采样间隔 ≤2 秒；重复端点不能重复投票</a:t>
            </a:r>
          </a:p>
        </p:txBody>
      </p:sp>
      <p:sp>
        <p:nvSpPr>
          <p:cNvPr id="22" name="o21">
            <a:extLst xmlns:a="http://schemas.openxmlformats.org/drawingml/2006/main">
              <a:ext uri="{FF2B5EF4-FFF2-40B4-BE49-F238E27FC236}">
                <a16:creationId xmlns:a16="http://schemas.microsoft.com/office/drawing/2014/main" id="{5FB61FF5-FB09-4CFB-B27B-9276442074EF}"/>
              </a:ext>
            </a:extLst>
          </p:cNvPr>
          <p:cNvSpPr>
            <a:spLocks xmlns:a="http://schemas.openxmlformats.org/drawingml/2006/main" noGrp="1"/>
          </p:cNvSpPr>
          <p:nvPr/>
        </p:nvSpPr>
        <p:spPr>
          <a:xfrm xmlns:a="http://schemas.openxmlformats.org/drawingml/2006/main">
            <a:off x="7581900" y="4714875"/>
            <a:ext cx="4000500" cy="1057275"/>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23" name="line-20">
            <a:extLst xmlns:a="http://schemas.openxmlformats.org/drawingml/2006/main">
              <a:ext uri="{FF2B5EF4-FFF2-40B4-BE49-F238E27FC236}">
                <a16:creationId xmlns:a16="http://schemas.microsoft.com/office/drawing/2014/main" id="{27CBB8A0-A45E-4E29-BE73-E891C0B7FBC9}"/>
              </a:ext>
            </a:extLst>
          </p:cNvPr>
          <p:cNvSpPr>
            <a:spLocks xmlns:a="http://schemas.openxmlformats.org/drawingml/2006/main" noGrp="1"/>
          </p:cNvSpPr>
          <p:nvPr/>
        </p:nvSpPr>
        <p:spPr>
          <a:xfrm xmlns:a="http://schemas.openxmlformats.org/drawingml/2006/main" flipV="0">
            <a:off x="7581900" y="4714875"/>
            <a:ext cx="4000500" cy="953"/>
          </a:xfrm>
          <a:prstGeom xmlns:a="http://schemas.openxmlformats.org/drawingml/2006/main" prst="line">
            <a:avLst/>
          </a:prstGeom>
          <a:noFill xmlns:a="http://schemas.openxmlformats.org/drawingml/2006/main"/>
          <a:ln xmlns:a="http://schemas.openxmlformats.org/drawingml/2006/main" w="28575">
            <a:solidFill>
              <a:srgbClr val="B85A1E"/>
            </a:solidFill>
            <a:prstDash val="solid"/>
          </a:ln>
        </p:spPr>
      </p:sp>
      <p:sp>
        <p:nvSpPr>
          <p:cNvPr id="24" name="o23">
            <a:extLst xmlns:a="http://schemas.openxmlformats.org/drawingml/2006/main">
              <a:ext uri="{FF2B5EF4-FFF2-40B4-BE49-F238E27FC236}">
                <a16:creationId xmlns:a16="http://schemas.microsoft.com/office/drawing/2014/main" id="{4ABCD978-6465-4752-95D9-557324B06AC0}"/>
              </a:ext>
            </a:extLst>
          </p:cNvPr>
          <p:cNvSpPr>
            <a:spLocks xmlns:a="http://schemas.openxmlformats.org/drawingml/2006/main" noGrp="1"/>
          </p:cNvSpPr>
          <p:nvPr/>
        </p:nvSpPr>
        <p:spPr>
          <a:xfrm xmlns:a="http://schemas.openxmlformats.org/drawingml/2006/main">
            <a:off x="7734300" y="4810125"/>
            <a:ext cx="3695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B85A1E"/>
                </a:solidFill>
                <a:latin typeface="Noto Sans SC"/>
                <a:ea typeface="Noto Sans SC"/>
                <a:cs typeface="Noto Sans SC"/>
              </a:defRPr>
            </a:defPPr>
            <a:lvl1pPr algn="l">
              <a:defRPr sz="1650" b="1">
                <a:solidFill>
                  <a:srgbClr val="B85A1E"/>
                </a:solidFill>
                <a:latin typeface="Noto Sans SC"/>
                <a:ea typeface="Noto Sans SC"/>
                <a:cs typeface="Noto Sans SC"/>
              </a:defRPr>
            </a:lvl1pPr>
            <a:lvl2pPr algn="l">
              <a:defRPr sz="1650" b="1">
                <a:solidFill>
                  <a:srgbClr val="B85A1E"/>
                </a:solidFill>
                <a:latin typeface="Noto Sans SC"/>
                <a:ea typeface="Noto Sans SC"/>
                <a:cs typeface="Noto Sans SC"/>
              </a:defRPr>
            </a:lvl2pPr>
            <a:lvl3pPr algn="l">
              <a:defRPr sz="1650" b="1">
                <a:solidFill>
                  <a:srgbClr val="B85A1E"/>
                </a:solidFill>
                <a:latin typeface="Noto Sans SC"/>
                <a:ea typeface="Noto Sans SC"/>
                <a:cs typeface="Noto Sans SC"/>
              </a:defRPr>
            </a:lvl3pPr>
            <a:lvl4pPr algn="l">
              <a:defRPr sz="1650" b="1">
                <a:solidFill>
                  <a:srgbClr val="B85A1E"/>
                </a:solidFill>
                <a:latin typeface="Noto Sans SC"/>
                <a:ea typeface="Noto Sans SC"/>
                <a:cs typeface="Noto Sans SC"/>
              </a:defRPr>
            </a:lvl4pPr>
            <a:lvl5pPr algn="l">
              <a:defRPr sz="1650" b="1">
                <a:solidFill>
                  <a:srgbClr val="B85A1E"/>
                </a:solidFill>
                <a:latin typeface="Noto Sans SC"/>
                <a:ea typeface="Noto Sans SC"/>
                <a:cs typeface="Noto Sans SC"/>
              </a:defRPr>
            </a:lvl5pPr>
            <a:lvl6pPr algn="l">
              <a:defRPr sz="1650" b="1">
                <a:solidFill>
                  <a:srgbClr val="B85A1E"/>
                </a:solidFill>
                <a:latin typeface="Noto Sans SC"/>
                <a:ea typeface="Noto Sans SC"/>
                <a:cs typeface="Noto Sans SC"/>
              </a:defRPr>
            </a:lvl6pPr>
            <a:lvl7pPr algn="l">
              <a:defRPr sz="1650" b="1">
                <a:solidFill>
                  <a:srgbClr val="B85A1E"/>
                </a:solidFill>
                <a:latin typeface="Noto Sans SC"/>
                <a:ea typeface="Noto Sans SC"/>
                <a:cs typeface="Noto Sans SC"/>
              </a:defRPr>
            </a:lvl7pPr>
            <a:lvl8pPr algn="l">
              <a:defRPr sz="1650" b="1">
                <a:solidFill>
                  <a:srgbClr val="B85A1E"/>
                </a:solidFill>
                <a:latin typeface="Noto Sans SC"/>
                <a:ea typeface="Noto Sans SC"/>
                <a:cs typeface="Noto Sans SC"/>
              </a:defRPr>
            </a:lvl8pPr>
            <a:lvl9pPr algn="l">
              <a:defRPr sz="1650" b="1">
                <a:solidFill>
                  <a:srgbClr val="B85A1E"/>
                </a:solidFill>
                <a:latin typeface="Noto Sans SC"/>
                <a:ea typeface="Noto Sans SC"/>
                <a:cs typeface="Noto Sans SC"/>
              </a:defRPr>
            </a:lvl9pPr>
          </a:lstStyle>
          <a:p xmlns:a="http://schemas.openxmlformats.org/drawingml/2006/main">
            <a:pPr algn="l">
              <a:defRPr sz="1650" b="1">
                <a:solidFill>
                  <a:srgbClr val="B85A1E"/>
                </a:solidFill>
                <a:latin typeface="Noto Sans SC"/>
                <a:ea typeface="Noto Sans SC"/>
                <a:cs typeface="Noto Sans SC"/>
              </a:defRPr>
            </a:pPr>
            <a:r>
              <a:rPr sz="1650" b="1">
                <a:solidFill>
                  <a:srgbClr val="B85A1E"/>
                </a:solidFill>
                <a:latin typeface="Noto Sans SC"/>
                <a:ea typeface="Noto Sans SC"/>
                <a:cs typeface="Noto Sans SC"/>
              </a:rPr>
              <a:t>图示说明</a:t>
            </a:r>
          </a:p>
        </p:txBody>
      </p:sp>
      <p:sp>
        <p:nvSpPr>
          <p:cNvPr id="25" name="o24">
            <a:extLst xmlns:a="http://schemas.openxmlformats.org/drawingml/2006/main">
              <a:ext uri="{FF2B5EF4-FFF2-40B4-BE49-F238E27FC236}">
                <a16:creationId xmlns:a16="http://schemas.microsoft.com/office/drawing/2014/main" id="{CD39ABB5-AD5B-4E3D-9010-5B4502C42258}"/>
              </a:ext>
            </a:extLst>
          </p:cNvPr>
          <p:cNvSpPr>
            <a:spLocks xmlns:a="http://schemas.openxmlformats.org/drawingml/2006/main" noGrp="1"/>
          </p:cNvSpPr>
          <p:nvPr/>
        </p:nvSpPr>
        <p:spPr>
          <a:xfrm xmlns:a="http://schemas.openxmlformats.org/drawingml/2006/main">
            <a:off x="7734300" y="5162550"/>
            <a:ext cx="3695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36A"/>
                </a:solidFill>
                <a:latin typeface="Noto Sans SC"/>
                <a:ea typeface="Noto Sans SC"/>
                <a:cs typeface="Noto Sans SC"/>
              </a:defRPr>
            </a:defPPr>
            <a:lvl1pPr algn="l">
              <a:defRPr sz="1425" b="0">
                <a:solidFill>
                  <a:srgbClr val="46536A"/>
                </a:solidFill>
                <a:latin typeface="Noto Sans SC"/>
                <a:ea typeface="Noto Sans SC"/>
                <a:cs typeface="Noto Sans SC"/>
              </a:defRPr>
            </a:lvl1pPr>
            <a:lvl2pPr algn="l">
              <a:defRPr sz="1425" b="0">
                <a:solidFill>
                  <a:srgbClr val="46536A"/>
                </a:solidFill>
                <a:latin typeface="Noto Sans SC"/>
                <a:ea typeface="Noto Sans SC"/>
                <a:cs typeface="Noto Sans SC"/>
              </a:defRPr>
            </a:lvl2pPr>
            <a:lvl3pPr algn="l">
              <a:defRPr sz="1425" b="0">
                <a:solidFill>
                  <a:srgbClr val="46536A"/>
                </a:solidFill>
                <a:latin typeface="Noto Sans SC"/>
                <a:ea typeface="Noto Sans SC"/>
                <a:cs typeface="Noto Sans SC"/>
              </a:defRPr>
            </a:lvl3pPr>
            <a:lvl4pPr algn="l">
              <a:defRPr sz="1425" b="0">
                <a:solidFill>
                  <a:srgbClr val="46536A"/>
                </a:solidFill>
                <a:latin typeface="Noto Sans SC"/>
                <a:ea typeface="Noto Sans SC"/>
                <a:cs typeface="Noto Sans SC"/>
              </a:defRPr>
            </a:lvl4pPr>
            <a:lvl5pPr algn="l">
              <a:defRPr sz="1425" b="0">
                <a:solidFill>
                  <a:srgbClr val="46536A"/>
                </a:solidFill>
                <a:latin typeface="Noto Sans SC"/>
                <a:ea typeface="Noto Sans SC"/>
                <a:cs typeface="Noto Sans SC"/>
              </a:defRPr>
            </a:lvl5pPr>
            <a:lvl6pPr algn="l">
              <a:defRPr sz="1425" b="0">
                <a:solidFill>
                  <a:srgbClr val="46536A"/>
                </a:solidFill>
                <a:latin typeface="Noto Sans SC"/>
                <a:ea typeface="Noto Sans SC"/>
                <a:cs typeface="Noto Sans SC"/>
              </a:defRPr>
            </a:lvl6pPr>
            <a:lvl7pPr algn="l">
              <a:defRPr sz="1425" b="0">
                <a:solidFill>
                  <a:srgbClr val="46536A"/>
                </a:solidFill>
                <a:latin typeface="Noto Sans SC"/>
                <a:ea typeface="Noto Sans SC"/>
                <a:cs typeface="Noto Sans SC"/>
              </a:defRPr>
            </a:lvl7pPr>
            <a:lvl8pPr algn="l">
              <a:defRPr sz="1425" b="0">
                <a:solidFill>
                  <a:srgbClr val="46536A"/>
                </a:solidFill>
                <a:latin typeface="Noto Sans SC"/>
                <a:ea typeface="Noto Sans SC"/>
                <a:cs typeface="Noto Sans SC"/>
              </a:defRPr>
            </a:lvl8pPr>
            <a:lvl9pPr algn="l">
              <a:defRPr sz="1425" b="0">
                <a:solidFill>
                  <a:srgbClr val="46536A"/>
                </a:solidFill>
                <a:latin typeface="Noto Sans SC"/>
                <a:ea typeface="Noto Sans SC"/>
                <a:cs typeface="Noto Sans SC"/>
              </a:defRPr>
            </a:lvl9pPr>
          </a:lstStyle>
          <a:p xmlns:a="http://schemas.openxmlformats.org/drawingml/2006/main">
            <a:pPr algn="l">
              <a:defRPr sz="1425" b="0">
                <a:solidFill>
                  <a:srgbClr val="46536A"/>
                </a:solidFill>
                <a:latin typeface="Noto Sans SC"/>
                <a:ea typeface="Noto Sans SC"/>
                <a:cs typeface="Noto Sans SC"/>
              </a:defRPr>
            </a:pPr>
            <a:r>
              <a:rPr sz="1425" b="0">
                <a:solidFill>
                  <a:srgbClr val="46536A"/>
                </a:solidFill>
                <a:latin typeface="Noto Sans SC"/>
                <a:ea typeface="Noto Sans SC"/>
                <a:cs typeface="Noto Sans SC"/>
              </a:rPr>
              <a:t>上方票数仅为方法示意</a:t>
            </a:r>
          </a:p>
          <a:p xmlns:a="http://schemas.openxmlformats.org/drawingml/2006/main">
            <a:pPr algn="l">
              <a:defRPr sz="1425" b="0">
                <a:solidFill>
                  <a:srgbClr val="46536A"/>
                </a:solidFill>
                <a:latin typeface="Noto Sans SC"/>
                <a:ea typeface="Noto Sans SC"/>
                <a:cs typeface="Noto Sans SC"/>
              </a:defRPr>
            </a:pPr>
            <a:r>
              <a:rPr sz="1425" b="0">
                <a:solidFill>
                  <a:srgbClr val="46536A"/>
                </a:solidFill>
                <a:latin typeface="Noto Sans SC"/>
                <a:ea typeface="Noto Sans SC"/>
                <a:cs typeface="Noto Sans SC"/>
              </a:rPr>
              <a:t>最新条件独立检查</a:t>
            </a:r>
          </a:p>
        </p:txBody>
      </p:sp>
      <p:sp xmlns:a="http://schemas.openxmlformats.org/drawingml/2006/main" xmlns:m="http://schemas.openxmlformats.org/officeDocument/2006/math" xmlns:w="http://schemas.openxmlformats.org/wordprocessingml/2006/main" xmlns:a14="http://schemas.microsoft.com/office/drawing/2010/main" xmlns:r="http://schemas.openxmlformats.org/officeDocument/2006/relationships" xmlns:rel="http://schemas.openxmlformats.org/package/2006/relationships" xmlns:ct="http://schemas.openxmlformats.org/package/2006/content-types">
        <p:nvSpPr>
          <p:cNvPr id="7001" name="latex-equation-7001"/>
          <p:cNvSpPr txBox="1">
            <a:spLocks noGrp="1"/>
          </p:cNvSpPr>
          <p:nvPr/>
        </p:nvSpPr>
        <p:spPr>
          <a:xfrm>
            <a:off x="609600" y="3448050"/>
            <a:ext cx="10972800" cy="809625"/>
          </a:xfrm>
          <a:prstGeom prst="rect">
            <a:avLst/>
          </a:prstGeom>
          <a:noFill/>
          <a:ln>
            <a:noFill/>
          </a:ln>
        </p:spPr>
        <p:txBody>
          <a:bodyPr wrap="none" lIns="0" tIns="0" rIns="0" bIns="0" anchor="ctr">
            <a:noAutofit/>
          </a:bodyPr>
          <a:lstStyle/>
          <a:p>
            <a:pPr algn="ctr"/>
            <a14:m>
              <m:oMathPara>
                <m:oMath>
                  <m:r>
                    <w:rPr>
                      <w:sz w:val="46"/>
                      <w:rFonts w:ascii="Cambria Math" w:hAnsi="Cambria Math" w:eastAsia="Cambria Math"/>
                    </w:rPr>
                    <m:t>H=</m:t>
                  </m:r>
                  <m:d>
                    <m:dPr>
                      <m:begChr m:val="["/>
                      <m:sepChr m:val="≥"/>
                      <m:endChr m:val="]"/>
                    </m:dPr>
                    <m:e>
                      <m:nary>
                        <m:naryPr>
                          <m:chr m:val="∑"/>
                          <m:limLoc m:val="subSup"/>
                          <m:grow m:val="1"/>
                          <m:subHide m:val="off"/>
                          <m:supHide m:val="off"/>
                        </m:naryPr>
                        <m:sub>
                          <m:r>
                            <w:rPr>
                              <w:sz w:val="46"/>
                              <w:rFonts w:ascii="Cambria Math" w:hAnsi="Cambria Math" w:eastAsia="Cambria Math"/>
                            </w:rPr>
                            <m:t>j=1</m:t>
                          </m:r>
                        </m:sub>
                        <m:sup>
                          <m:r>
                            <w:rPr>
                              <w:sz w:val="46"/>
                              <w:rFonts w:ascii="Cambria Math" w:hAnsi="Cambria Math" w:eastAsia="Cambria Math"/>
                            </w:rPr>
                            <m:t>5</m:t>
                          </m:r>
                        </m:sup>
                        <m:e>
                          <m:sSub>
                            <m:e>
                              <m:r>
                                <w:rPr>
                                  <w:sz w:val="46"/>
                                  <w:rFonts w:ascii="Cambria Math" w:hAnsi="Cambria Math" w:eastAsia="Cambria Math"/>
                                </w:rPr>
                                <m:t>a</m:t>
                              </m:r>
                            </m:e>
                            <m:sub>
                              <m:r>
                                <w:rPr>
                                  <w:sz w:val="46"/>
                                  <w:rFonts w:ascii="Cambria Math" w:hAnsi="Cambria Math" w:eastAsia="Cambria Math"/>
                                </w:rPr>
                                <m:t>j</m:t>
                              </m:r>
                            </m:sub>
                          </m:sSub>
                        </m:e>
                      </m:nary>
                    </m:e>
                    <m:e>
                      <m:r>
                        <w:rPr>
                          <w:sz w:val="46"/>
                          <w:rFonts w:ascii="Cambria Math" w:hAnsi="Cambria Math" w:eastAsia="Cambria Math"/>
                        </w:rPr>
                        <m:t>3</m:t>
                      </m:r>
                    </m:e>
                  </m:d>
                  <m:r>
                    <w:rPr>
                      <w:sz w:val="46"/>
                      <w:rFonts w:ascii="Cambria Math" w:hAnsi="Cambria Math" w:eastAsia="Cambria Math"/>
                    </w:rPr>
                    <m:t>∧</m:t>
                  </m:r>
                  <m:d>
                    <m:dPr>
                      <m:begChr m:val="["/>
                      <m:sepChr m:val="≥"/>
                      <m:endChr m:val="]"/>
                    </m:dPr>
                    <m:e>
                      <m:nary>
                        <m:naryPr>
                          <m:chr m:val="∑"/>
                          <m:limLoc m:val="subSup"/>
                          <m:grow m:val="1"/>
                          <m:subHide m:val="off"/>
                          <m:supHide m:val="off"/>
                        </m:naryPr>
                        <m:sub>
                          <m:r>
                            <w:rPr>
                              <w:sz w:val="46"/>
                              <w:rFonts w:ascii="Cambria Math" w:hAnsi="Cambria Math" w:eastAsia="Cambria Math"/>
                            </w:rPr>
                            <m:t>j=1</m:t>
                          </m:r>
                        </m:sub>
                        <m:sup>
                          <m:r>
                            <w:rPr>
                              <w:sz w:val="46"/>
                              <w:rFonts w:ascii="Cambria Math" w:hAnsi="Cambria Math" w:eastAsia="Cambria Math"/>
                            </w:rPr>
                            <m:t>5</m:t>
                          </m:r>
                        </m:sup>
                        <m:e>
                          <m:sSub>
                            <m:e>
                              <m:r>
                                <w:rPr>
                                  <w:sz w:val="46"/>
                                  <w:rFonts w:ascii="Cambria Math" w:hAnsi="Cambria Math" w:eastAsia="Cambria Math"/>
                                </w:rPr>
                                <m:t>b</m:t>
                              </m:r>
                            </m:e>
                            <m:sub>
                              <m:r>
                                <w:rPr>
                                  <w:sz w:val="46"/>
                                  <w:rFonts w:ascii="Cambria Math" w:hAnsi="Cambria Math" w:eastAsia="Cambria Math"/>
                                </w:rPr>
                                <m:t>j</m:t>
                              </m:r>
                            </m:sub>
                          </m:sSub>
                        </m:e>
                      </m:nary>
                    </m:e>
                    <m:e>
                      <m:r>
                        <w:rPr>
                          <w:sz w:val="46"/>
                          <w:rFonts w:ascii="Cambria Math" w:hAnsi="Cambria Math" w:eastAsia="Cambria Math"/>
                        </w:rPr>
                        <m:t>3</m:t>
                      </m:r>
                    </m:e>
                  </m:d>
                  <m:r>
                    <w:rPr>
                      <w:sz w:val="46"/>
                      <w:rFonts w:ascii="Cambria Math" w:hAnsi="Cambria Math" w:eastAsia="Cambria Math"/>
                    </w:rPr>
                    <m:t>∧</m:t>
                  </m:r>
                  <m:sSub>
                    <m:e>
                      <m:r>
                        <w:rPr>
                          <w:sz w:val="46"/>
                          <w:rFonts w:ascii="Cambria Math" w:hAnsi="Cambria Math" w:eastAsia="Cambria Math"/>
                        </w:rPr>
                        <m:t>G</m:t>
                      </m:r>
                    </m:e>
                    <m:sub>
                      <m:r>
                        <w:rPr>
                          <w:sz w:val="46"/>
                          <w:rFonts w:ascii="Cambria Math" w:hAnsi="Cambria Math" w:eastAsia="Cambria Math"/>
                        </w:rPr>
                        <m:t>latest</m:t>
                      </m:r>
                    </m:sub>
                  </m:sSub>
                </m:oMath>
              </m:oMathPara>
            </a14:m>
            <a:endParaRPr sz="2300"/>
          </a:p>
        </p:txBody>
      </p:sp>
    </p:spTree>
    <p:extLst>
      <p:ext uri="{BB962C8B-B14F-4D97-AF65-F5344CB8AC3E}">
        <p14:creationId xmlns:p14="http://schemas.microsoft.com/office/powerpoint/2010/main" val="106345680"/>
      </p:ext>
    </p:extLst>
  </p:cSld>
</p:sld>
</file>

<file path=ppt/slides/slide21.xml><?xml version="1.0" encoding="utf-8"?>
<p:sld xmlns:p="http://schemas.openxmlformats.org/presentationml/2006/main">
  <p:cSld>
    <p:bg>
      <p:bgPr>
        <a:solidFill xmlns:a="http://schemas.openxmlformats.org/drawingml/2006/main">
          <a:srgbClr val="ECEFF1"/>
        </a:solidFill>
      </p:bgPr>
    </p:bg>
    <p:spTree>
      <p:nvGrpSpPr>
        <p:cNvPr id="1" name=""/>
        <p:cNvGrpSpPr/>
        <p:nvPr/>
      </p:nvGrpSpPr>
      <p:grpSpPr>
        <a:xfrm xmlns:a="http://schemas.openxmlformats.org/drawingml/2006/main"/>
      </p:grpSpPr>
      <p:sp>
        <p:nvSpPr>
          <p:cNvPr id="28" name="o0">
            <a:extLst xmlns:a="http://schemas.openxmlformats.org/drawingml/2006/main">
              <a:ext uri="{FF2B5EF4-FFF2-40B4-BE49-F238E27FC236}">
                <a16:creationId xmlns:a16="http://schemas.microsoft.com/office/drawing/2014/main" id="{EAA9E828-65D5-4921-A10F-631D43A34381}"/>
              </a:ext>
            </a:extLst>
          </p:cNvPr>
          <p:cNvSpPr>
            <a:spLocks xmlns:a="http://schemas.openxmlformats.org/drawingml/2006/main" noGrp="1"/>
          </p:cNvSpPr>
          <p:nvPr/>
        </p:nvSpPr>
        <p:spPr>
          <a:xfrm xmlns:a="http://schemas.openxmlformats.org/drawingml/2006/main">
            <a:off x="609600" y="219075"/>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B85A1E"/>
                </a:solidFill>
                <a:latin typeface="Noto Sans SC"/>
                <a:ea typeface="Noto Sans SC"/>
                <a:cs typeface="Noto Sans SC"/>
              </a:defRPr>
            </a:defPPr>
            <a:lvl1pPr algn="l">
              <a:defRPr sz="1275" b="1">
                <a:solidFill>
                  <a:srgbClr val="B85A1E"/>
                </a:solidFill>
                <a:latin typeface="Noto Sans SC"/>
                <a:ea typeface="Noto Sans SC"/>
                <a:cs typeface="Noto Sans SC"/>
              </a:defRPr>
            </a:lvl1pPr>
            <a:lvl2pPr algn="l">
              <a:defRPr sz="1275" b="1">
                <a:solidFill>
                  <a:srgbClr val="B85A1E"/>
                </a:solidFill>
                <a:latin typeface="Noto Sans SC"/>
                <a:ea typeface="Noto Sans SC"/>
                <a:cs typeface="Noto Sans SC"/>
              </a:defRPr>
            </a:lvl2pPr>
            <a:lvl3pPr algn="l">
              <a:defRPr sz="1275" b="1">
                <a:solidFill>
                  <a:srgbClr val="B85A1E"/>
                </a:solidFill>
                <a:latin typeface="Noto Sans SC"/>
                <a:ea typeface="Noto Sans SC"/>
                <a:cs typeface="Noto Sans SC"/>
              </a:defRPr>
            </a:lvl3pPr>
            <a:lvl4pPr algn="l">
              <a:defRPr sz="1275" b="1">
                <a:solidFill>
                  <a:srgbClr val="B85A1E"/>
                </a:solidFill>
                <a:latin typeface="Noto Sans SC"/>
                <a:ea typeface="Noto Sans SC"/>
                <a:cs typeface="Noto Sans SC"/>
              </a:defRPr>
            </a:lvl4pPr>
            <a:lvl5pPr algn="l">
              <a:defRPr sz="1275" b="1">
                <a:solidFill>
                  <a:srgbClr val="B85A1E"/>
                </a:solidFill>
                <a:latin typeface="Noto Sans SC"/>
                <a:ea typeface="Noto Sans SC"/>
                <a:cs typeface="Noto Sans SC"/>
              </a:defRPr>
            </a:lvl5pPr>
            <a:lvl6pPr algn="l">
              <a:defRPr sz="1275" b="1">
                <a:solidFill>
                  <a:srgbClr val="B85A1E"/>
                </a:solidFill>
                <a:latin typeface="Noto Sans SC"/>
                <a:ea typeface="Noto Sans SC"/>
                <a:cs typeface="Noto Sans SC"/>
              </a:defRPr>
            </a:lvl6pPr>
            <a:lvl7pPr algn="l">
              <a:defRPr sz="1275" b="1">
                <a:solidFill>
                  <a:srgbClr val="B85A1E"/>
                </a:solidFill>
                <a:latin typeface="Noto Sans SC"/>
                <a:ea typeface="Noto Sans SC"/>
                <a:cs typeface="Noto Sans SC"/>
              </a:defRPr>
            </a:lvl7pPr>
            <a:lvl8pPr algn="l">
              <a:defRPr sz="1275" b="1">
                <a:solidFill>
                  <a:srgbClr val="B85A1E"/>
                </a:solidFill>
                <a:latin typeface="Noto Sans SC"/>
                <a:ea typeface="Noto Sans SC"/>
                <a:cs typeface="Noto Sans SC"/>
              </a:defRPr>
            </a:lvl8pPr>
            <a:lvl9pPr algn="l">
              <a:defRPr sz="1275" b="1">
                <a:solidFill>
                  <a:srgbClr val="B85A1E"/>
                </a:solidFill>
                <a:latin typeface="Noto Sans SC"/>
                <a:ea typeface="Noto Sans SC"/>
                <a:cs typeface="Noto Sans SC"/>
              </a:defRPr>
            </a:lvl9pPr>
          </a:lstStyle>
          <a:p xmlns:a="http://schemas.openxmlformats.org/drawingml/2006/main">
            <a:pPr algn="l">
              <a:defRPr sz="1275" b="1">
                <a:solidFill>
                  <a:srgbClr val="B85A1E"/>
                </a:solidFill>
                <a:latin typeface="Noto Sans SC"/>
                <a:ea typeface="Noto Sans SC"/>
                <a:cs typeface="Noto Sans SC"/>
              </a:defRPr>
            </a:pPr>
            <a:r>
              <a:rPr sz="1275" b="1">
                <a:solidFill>
                  <a:srgbClr val="B85A1E"/>
                </a:solidFill>
                <a:latin typeface="Noto Sans SC"/>
                <a:ea typeface="Noto Sans SC"/>
                <a:cs typeface="Noto Sans SC"/>
              </a:rPr>
              <a:t>意图 · 集群与单机的关系</a:t>
            </a:r>
          </a:p>
        </p:txBody>
      </p:sp>
      <p:sp>
        <p:nvSpPr>
          <p:cNvPr id="2" name="o1">
            <a:extLst xmlns:a="http://schemas.openxmlformats.org/drawingml/2006/main">
              <a:ext uri="{FF2B5EF4-FFF2-40B4-BE49-F238E27FC236}">
                <a16:creationId xmlns:a16="http://schemas.microsoft.com/office/drawing/2014/main" id="{E6BDF87D-86A0-45BD-B8D0-831D03163C26}"/>
              </a:ext>
            </a:extLst>
          </p:cNvPr>
          <p:cNvSpPr>
            <a:spLocks xmlns:a="http://schemas.openxmlformats.org/drawingml/2006/main" noGrp="1"/>
          </p:cNvSpPr>
          <p:nvPr/>
        </p:nvSpPr>
        <p:spPr>
          <a:xfrm xmlns:a="http://schemas.openxmlformats.org/drawingml/2006/main">
            <a:off x="609600" y="6000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700" b="1">
                <a:solidFill>
                  <a:srgbClr val="16243A"/>
                </a:solidFill>
                <a:latin typeface="Noto Serif SC"/>
                <a:ea typeface="Noto Serif SC"/>
                <a:cs typeface="Noto Serif SC"/>
              </a:defRPr>
            </a:defPPr>
            <a:lvl1pPr algn="l">
              <a:defRPr sz="2700" b="1">
                <a:solidFill>
                  <a:srgbClr val="16243A"/>
                </a:solidFill>
                <a:latin typeface="Noto Serif SC"/>
                <a:ea typeface="Noto Serif SC"/>
                <a:cs typeface="Noto Serif SC"/>
              </a:defRPr>
            </a:lvl1pPr>
            <a:lvl2pPr algn="l">
              <a:defRPr sz="2700" b="1">
                <a:solidFill>
                  <a:srgbClr val="16243A"/>
                </a:solidFill>
                <a:latin typeface="Noto Serif SC"/>
                <a:ea typeface="Noto Serif SC"/>
                <a:cs typeface="Noto Serif SC"/>
              </a:defRPr>
            </a:lvl2pPr>
            <a:lvl3pPr algn="l">
              <a:defRPr sz="2700" b="1">
                <a:solidFill>
                  <a:srgbClr val="16243A"/>
                </a:solidFill>
                <a:latin typeface="Noto Serif SC"/>
                <a:ea typeface="Noto Serif SC"/>
                <a:cs typeface="Noto Serif SC"/>
              </a:defRPr>
            </a:lvl3pPr>
            <a:lvl4pPr algn="l">
              <a:defRPr sz="2700" b="1">
                <a:solidFill>
                  <a:srgbClr val="16243A"/>
                </a:solidFill>
                <a:latin typeface="Noto Serif SC"/>
                <a:ea typeface="Noto Serif SC"/>
                <a:cs typeface="Noto Serif SC"/>
              </a:defRPr>
            </a:lvl4pPr>
            <a:lvl5pPr algn="l">
              <a:defRPr sz="2700" b="1">
                <a:solidFill>
                  <a:srgbClr val="16243A"/>
                </a:solidFill>
                <a:latin typeface="Noto Serif SC"/>
                <a:ea typeface="Noto Serif SC"/>
                <a:cs typeface="Noto Serif SC"/>
              </a:defRPr>
            </a:lvl5pPr>
            <a:lvl6pPr algn="l">
              <a:defRPr sz="2700" b="1">
                <a:solidFill>
                  <a:srgbClr val="16243A"/>
                </a:solidFill>
                <a:latin typeface="Noto Serif SC"/>
                <a:ea typeface="Noto Serif SC"/>
                <a:cs typeface="Noto Serif SC"/>
              </a:defRPr>
            </a:lvl6pPr>
            <a:lvl7pPr algn="l">
              <a:defRPr sz="2700" b="1">
                <a:solidFill>
                  <a:srgbClr val="16243A"/>
                </a:solidFill>
                <a:latin typeface="Noto Serif SC"/>
                <a:ea typeface="Noto Serif SC"/>
                <a:cs typeface="Noto Serif SC"/>
              </a:defRPr>
            </a:lvl7pPr>
            <a:lvl8pPr algn="l">
              <a:defRPr sz="2700" b="1">
                <a:solidFill>
                  <a:srgbClr val="16243A"/>
                </a:solidFill>
                <a:latin typeface="Noto Serif SC"/>
                <a:ea typeface="Noto Serif SC"/>
                <a:cs typeface="Noto Serif SC"/>
              </a:defRPr>
            </a:lvl8pPr>
            <a:lvl9pPr algn="l">
              <a:defRPr sz="2700" b="1">
                <a:solidFill>
                  <a:srgbClr val="16243A"/>
                </a:solidFill>
                <a:latin typeface="Noto Serif SC"/>
                <a:ea typeface="Noto Serif SC"/>
                <a:cs typeface="Noto Serif SC"/>
              </a:defRPr>
            </a:lvl9pPr>
          </a:lstStyle>
          <a:p xmlns:a="http://schemas.openxmlformats.org/drawingml/2006/main">
            <a:pPr algn="l">
              <a:defRPr sz="2700" b="1">
                <a:solidFill>
                  <a:srgbClr val="16243A"/>
                </a:solidFill>
                <a:latin typeface="Noto Serif SC"/>
                <a:ea typeface="Noto Serif SC"/>
                <a:cs typeface="Noto Serif SC"/>
              </a:defRPr>
            </a:pPr>
            <a:r>
              <a:rPr sz="2700" b="1">
                <a:solidFill>
                  <a:srgbClr val="16243A"/>
                </a:solidFill>
                <a:latin typeface="Noto Serif SC"/>
                <a:ea typeface="Noto Serif SC"/>
                <a:cs typeface="Noto Serif SC"/>
              </a:rPr>
              <a:t>群体一致性与成员结论分别计算</a:t>
            </a:r>
          </a:p>
        </p:txBody>
      </p:sp>
      <p:sp>
        <p:nvSpPr>
          <p:cNvPr id="3" name="line-2">
            <a:extLst xmlns:a="http://schemas.openxmlformats.org/drawingml/2006/main">
              <a:ext uri="{FF2B5EF4-FFF2-40B4-BE49-F238E27FC236}">
                <a16:creationId xmlns:a16="http://schemas.microsoft.com/office/drawing/2014/main" id="{BB03A402-6079-4760-A43B-83C301B6CB25}"/>
              </a:ext>
            </a:extLst>
          </p:cNvPr>
          <p:cNvSpPr>
            <a:spLocks xmlns:a="http://schemas.openxmlformats.org/drawingml/2006/main" noGrp="1"/>
          </p:cNvSpPr>
          <p:nvPr/>
        </p:nvSpPr>
        <p:spPr>
          <a:xfrm xmlns:a="http://schemas.openxmlformats.org/drawingml/2006/main" flipV="0">
            <a:off x="609600" y="1200150"/>
            <a:ext cx="10972800" cy="953"/>
          </a:xfrm>
          <a:prstGeom xmlns:a="http://schemas.openxmlformats.org/drawingml/2006/main" prst="line">
            <a:avLst/>
          </a:prstGeom>
          <a:noFill xmlns:a="http://schemas.openxmlformats.org/drawingml/2006/main"/>
          <a:ln xmlns:a="http://schemas.openxmlformats.org/drawingml/2006/main" w="14288">
            <a:solidFill>
              <a:srgbClr val="D5DAE0"/>
            </a:solidFill>
            <a:prstDash val="solid"/>
          </a:ln>
        </p:spPr>
      </p:sp>
      <p:sp>
        <p:nvSpPr>
          <p:cNvPr id="4" name="o3">
            <a:extLst xmlns:a="http://schemas.openxmlformats.org/drawingml/2006/main">
              <a:ext uri="{FF2B5EF4-FFF2-40B4-BE49-F238E27FC236}">
                <a16:creationId xmlns:a16="http://schemas.microsoft.com/office/drawing/2014/main" id="{660489DC-A8E0-471A-9C0B-F2AB1A82C3E2}"/>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00" b="0">
                <a:solidFill>
                  <a:srgbClr val="6B7689"/>
                </a:solidFill>
                <a:latin typeface="Noto Sans SC"/>
                <a:ea typeface="Noto Sans SC"/>
                <a:cs typeface="Noto Sans SC"/>
              </a:defRPr>
            </a:defPPr>
            <a:lvl1pPr algn="l">
              <a:defRPr sz="900" b="0">
                <a:solidFill>
                  <a:srgbClr val="6B7689"/>
                </a:solidFill>
                <a:latin typeface="Noto Sans SC"/>
                <a:ea typeface="Noto Sans SC"/>
                <a:cs typeface="Noto Sans SC"/>
              </a:defRPr>
            </a:lvl1pPr>
            <a:lvl2pPr algn="l">
              <a:defRPr sz="900" b="0">
                <a:solidFill>
                  <a:srgbClr val="6B7689"/>
                </a:solidFill>
                <a:latin typeface="Noto Sans SC"/>
                <a:ea typeface="Noto Sans SC"/>
                <a:cs typeface="Noto Sans SC"/>
              </a:defRPr>
            </a:lvl2pPr>
            <a:lvl3pPr algn="l">
              <a:defRPr sz="900" b="0">
                <a:solidFill>
                  <a:srgbClr val="6B7689"/>
                </a:solidFill>
                <a:latin typeface="Noto Sans SC"/>
                <a:ea typeface="Noto Sans SC"/>
                <a:cs typeface="Noto Sans SC"/>
              </a:defRPr>
            </a:lvl3pPr>
            <a:lvl4pPr algn="l">
              <a:defRPr sz="900" b="0">
                <a:solidFill>
                  <a:srgbClr val="6B7689"/>
                </a:solidFill>
                <a:latin typeface="Noto Sans SC"/>
                <a:ea typeface="Noto Sans SC"/>
                <a:cs typeface="Noto Sans SC"/>
              </a:defRPr>
            </a:lvl4pPr>
            <a:lvl5pPr algn="l">
              <a:defRPr sz="900" b="0">
                <a:solidFill>
                  <a:srgbClr val="6B7689"/>
                </a:solidFill>
                <a:latin typeface="Noto Sans SC"/>
                <a:ea typeface="Noto Sans SC"/>
                <a:cs typeface="Noto Sans SC"/>
              </a:defRPr>
            </a:lvl5pPr>
            <a:lvl6pPr algn="l">
              <a:defRPr sz="900" b="0">
                <a:solidFill>
                  <a:srgbClr val="6B7689"/>
                </a:solidFill>
                <a:latin typeface="Noto Sans SC"/>
                <a:ea typeface="Noto Sans SC"/>
                <a:cs typeface="Noto Sans SC"/>
              </a:defRPr>
            </a:lvl6pPr>
            <a:lvl7pPr algn="l">
              <a:defRPr sz="900" b="0">
                <a:solidFill>
                  <a:srgbClr val="6B7689"/>
                </a:solidFill>
                <a:latin typeface="Noto Sans SC"/>
                <a:ea typeface="Noto Sans SC"/>
                <a:cs typeface="Noto Sans SC"/>
              </a:defRPr>
            </a:lvl7pPr>
            <a:lvl8pPr algn="l">
              <a:defRPr sz="900" b="0">
                <a:solidFill>
                  <a:srgbClr val="6B7689"/>
                </a:solidFill>
                <a:latin typeface="Noto Sans SC"/>
                <a:ea typeface="Noto Sans SC"/>
                <a:cs typeface="Noto Sans SC"/>
              </a:defRPr>
            </a:lvl8pPr>
            <a:lvl9pPr algn="l">
              <a:defRPr sz="900" b="0">
                <a:solidFill>
                  <a:srgbClr val="6B7689"/>
                </a:solidFill>
                <a:latin typeface="Noto Sans SC"/>
                <a:ea typeface="Noto Sans SC"/>
                <a:cs typeface="Noto Sans SC"/>
              </a:defRPr>
            </a:lvl9pPr>
          </a:lstStyle>
          <a:p xmlns:a="http://schemas.openxmlformats.org/drawingml/2006/main">
            <a:pPr algn="l">
              <a:defRPr sz="900" b="0">
                <a:solidFill>
                  <a:srgbClr val="6B7689"/>
                </a:solidFill>
                <a:latin typeface="Noto Sans SC"/>
                <a:ea typeface="Noto Sans SC"/>
                <a:cs typeface="Noto Sans SC"/>
              </a:defRPr>
            </a:pPr>
            <a:r>
              <a:rPr sz="900" b="0">
                <a:solidFill>
                  <a:srgbClr val="6B7689"/>
                </a:solidFill>
                <a:latin typeface="Noto Sans SC"/>
                <a:ea typeface="Noto Sans SC"/>
                <a:cs typeface="Noto Sans SC"/>
              </a:rPr>
              <a:t>project_reference §8.4–8.5；F08；engine.py:_evaluate_target_threat</a:t>
            </a:r>
          </a:p>
        </p:txBody>
      </p:sp>
      <p:sp>
        <p:nvSpPr>
          <p:cNvPr id="5" name="o4">
            <a:extLst xmlns:a="http://schemas.openxmlformats.org/drawingml/2006/main">
              <a:ext uri="{FF2B5EF4-FFF2-40B4-BE49-F238E27FC236}">
                <a16:creationId xmlns:a16="http://schemas.microsoft.com/office/drawing/2014/main" id="{067618AD-2545-42DE-99C3-7D54DEC3D0E8}"/>
              </a:ext>
            </a:extLst>
          </p:cNvPr>
          <p:cNvSpPr>
            <a:spLocks xmlns:a="http://schemas.openxmlformats.org/drawingml/2006/main" noGrp="1"/>
          </p:cNvSpPr>
          <p:nvPr/>
        </p:nvSpPr>
        <p:spPr>
          <a:xfrm xmlns:a="http://schemas.openxmlformats.org/drawingml/2006/main">
            <a:off x="10896600" y="6505575"/>
            <a:ext cx="68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6B7689"/>
                </a:solidFill>
                <a:latin typeface="Noto Sans SC"/>
                <a:ea typeface="Noto Sans SC"/>
                <a:cs typeface="Noto Sans SC"/>
              </a:defRPr>
            </a:defPPr>
            <a:lvl1pPr algn="r">
              <a:defRPr sz="1200" b="0">
                <a:solidFill>
                  <a:srgbClr val="6B7689"/>
                </a:solidFill>
                <a:latin typeface="Noto Sans SC"/>
                <a:ea typeface="Noto Sans SC"/>
                <a:cs typeface="Noto Sans SC"/>
              </a:defRPr>
            </a:lvl1pPr>
            <a:lvl2pPr algn="r">
              <a:defRPr sz="1200" b="0">
                <a:solidFill>
                  <a:srgbClr val="6B7689"/>
                </a:solidFill>
                <a:latin typeface="Noto Sans SC"/>
                <a:ea typeface="Noto Sans SC"/>
                <a:cs typeface="Noto Sans SC"/>
              </a:defRPr>
            </a:lvl2pPr>
            <a:lvl3pPr algn="r">
              <a:defRPr sz="1200" b="0">
                <a:solidFill>
                  <a:srgbClr val="6B7689"/>
                </a:solidFill>
                <a:latin typeface="Noto Sans SC"/>
                <a:ea typeface="Noto Sans SC"/>
                <a:cs typeface="Noto Sans SC"/>
              </a:defRPr>
            </a:lvl3pPr>
            <a:lvl4pPr algn="r">
              <a:defRPr sz="1200" b="0">
                <a:solidFill>
                  <a:srgbClr val="6B7689"/>
                </a:solidFill>
                <a:latin typeface="Noto Sans SC"/>
                <a:ea typeface="Noto Sans SC"/>
                <a:cs typeface="Noto Sans SC"/>
              </a:defRPr>
            </a:lvl4pPr>
            <a:lvl5pPr algn="r">
              <a:defRPr sz="1200" b="0">
                <a:solidFill>
                  <a:srgbClr val="6B7689"/>
                </a:solidFill>
                <a:latin typeface="Noto Sans SC"/>
                <a:ea typeface="Noto Sans SC"/>
                <a:cs typeface="Noto Sans SC"/>
              </a:defRPr>
            </a:lvl5pPr>
            <a:lvl6pPr algn="r">
              <a:defRPr sz="1200" b="0">
                <a:solidFill>
                  <a:srgbClr val="6B7689"/>
                </a:solidFill>
                <a:latin typeface="Noto Sans SC"/>
                <a:ea typeface="Noto Sans SC"/>
                <a:cs typeface="Noto Sans SC"/>
              </a:defRPr>
            </a:lvl6pPr>
            <a:lvl7pPr algn="r">
              <a:defRPr sz="1200" b="0">
                <a:solidFill>
                  <a:srgbClr val="6B7689"/>
                </a:solidFill>
                <a:latin typeface="Noto Sans SC"/>
                <a:ea typeface="Noto Sans SC"/>
                <a:cs typeface="Noto Sans SC"/>
              </a:defRPr>
            </a:lvl7pPr>
            <a:lvl8pPr algn="r">
              <a:defRPr sz="1200" b="0">
                <a:solidFill>
                  <a:srgbClr val="6B7689"/>
                </a:solidFill>
                <a:latin typeface="Noto Sans SC"/>
                <a:ea typeface="Noto Sans SC"/>
                <a:cs typeface="Noto Sans SC"/>
              </a:defRPr>
            </a:lvl8pPr>
            <a:lvl9pPr algn="r">
              <a:defRPr sz="1200" b="0">
                <a:solidFill>
                  <a:srgbClr val="6B7689"/>
                </a:solidFill>
                <a:latin typeface="Noto Sans SC"/>
                <a:ea typeface="Noto Sans SC"/>
                <a:cs typeface="Noto Sans SC"/>
              </a:defRPr>
            </a:lvl9pPr>
          </a:lstStyle>
          <a:p xmlns:a="http://schemas.openxmlformats.org/drawingml/2006/main">
            <a:pPr algn="r">
              <a:defRPr sz="1200" b="0">
                <a:solidFill>
                  <a:srgbClr val="6B7689"/>
                </a:solidFill>
                <a:latin typeface="Noto Sans SC"/>
                <a:ea typeface="Noto Sans SC"/>
                <a:cs typeface="Noto Sans SC"/>
              </a:defRPr>
            </a:pPr>
            <a:r>
              <a:rPr sz="1200" b="0">
                <a:solidFill>
                  <a:srgbClr val="6B7689"/>
                </a:solidFill>
                <a:latin typeface="Noto Sans SC"/>
                <a:ea typeface="Noto Sans SC"/>
                <a:cs typeface="Noto Sans SC"/>
              </a:rPr>
              <a:t>21 / 39</a:t>
            </a:r>
          </a:p>
        </p:txBody>
      </p:sp>
      <p:sp>
        <p:nvSpPr>
          <p:cNvPr id="6" name="o5">
            <a:extLst xmlns:a="http://schemas.openxmlformats.org/drawingml/2006/main">
              <a:ext uri="{FF2B5EF4-FFF2-40B4-BE49-F238E27FC236}">
                <a16:creationId xmlns:a16="http://schemas.microsoft.com/office/drawing/2014/main" id="{9C886D35-37C2-43B8-B2B2-CF8ADFDB6E1A}"/>
              </a:ext>
            </a:extLst>
          </p:cNvPr>
          <p:cNvSpPr>
            <a:spLocks xmlns:a="http://schemas.openxmlformats.org/drawingml/2006/main" noGrp="1"/>
          </p:cNvSpPr>
          <p:nvPr/>
        </p:nvSpPr>
        <p:spPr>
          <a:xfrm xmlns:a="http://schemas.openxmlformats.org/drawingml/2006/main">
            <a:off x="609600" y="5981700"/>
            <a:ext cx="10972800" cy="428625"/>
          </a:xfrm>
          <a:prstGeom xmlns:a="http://schemas.openxmlformats.org/drawingml/2006/main" prst="roundRect">
            <a:avLst>
              <a:gd name="adj" fmla="val 17778"/>
            </a:avLst>
          </a:prstGeom>
          <a:solidFill xmlns:a="http://schemas.openxmlformats.org/drawingml/2006/main">
            <a:srgbClr val="D6E6E5"/>
          </a:solidFill>
          <a:ln xmlns:a="http://schemas.openxmlformats.org/drawingml/2006/main" w="0">
            <a:noFill/>
            <a:prstDash val="solid"/>
          </a:ln>
        </p:spPr>
      </p:sp>
      <p:sp>
        <p:nvSpPr>
          <p:cNvPr id="7" name="o6">
            <a:extLst xmlns:a="http://schemas.openxmlformats.org/drawingml/2006/main">
              <a:ext uri="{FF2B5EF4-FFF2-40B4-BE49-F238E27FC236}">
                <a16:creationId xmlns:a16="http://schemas.microsoft.com/office/drawing/2014/main" id="{FDBB60B8-27AA-4AC5-9124-9E0E1E7D27EA}"/>
              </a:ext>
            </a:extLst>
          </p:cNvPr>
          <p:cNvSpPr>
            <a:spLocks xmlns:a="http://schemas.openxmlformats.org/drawingml/2006/main" noGrp="1"/>
          </p:cNvSpPr>
          <p:nvPr/>
        </p:nvSpPr>
        <p:spPr>
          <a:xfrm xmlns:a="http://schemas.openxmlformats.org/drawingml/2006/main">
            <a:off x="781050" y="6029325"/>
            <a:ext cx="10629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75" b="1">
                <a:solidFill>
                  <a:srgbClr val="0F6E73"/>
                </a:solidFill>
                <a:latin typeface="Noto Sans SC"/>
                <a:ea typeface="Noto Sans SC"/>
                <a:cs typeface="Noto Sans SC"/>
              </a:defRPr>
            </a:defPPr>
            <a:lvl1pPr algn="l">
              <a:defRPr sz="1575" b="1">
                <a:solidFill>
                  <a:srgbClr val="0F6E73"/>
                </a:solidFill>
                <a:latin typeface="Noto Sans SC"/>
                <a:ea typeface="Noto Sans SC"/>
                <a:cs typeface="Noto Sans SC"/>
              </a:defRPr>
            </a:lvl1pPr>
            <a:lvl2pPr algn="l">
              <a:defRPr sz="1575" b="1">
                <a:solidFill>
                  <a:srgbClr val="0F6E73"/>
                </a:solidFill>
                <a:latin typeface="Noto Sans SC"/>
                <a:ea typeface="Noto Sans SC"/>
                <a:cs typeface="Noto Sans SC"/>
              </a:defRPr>
            </a:lvl2pPr>
            <a:lvl3pPr algn="l">
              <a:defRPr sz="1575" b="1">
                <a:solidFill>
                  <a:srgbClr val="0F6E73"/>
                </a:solidFill>
                <a:latin typeface="Noto Sans SC"/>
                <a:ea typeface="Noto Sans SC"/>
                <a:cs typeface="Noto Sans SC"/>
              </a:defRPr>
            </a:lvl3pPr>
            <a:lvl4pPr algn="l">
              <a:defRPr sz="1575" b="1">
                <a:solidFill>
                  <a:srgbClr val="0F6E73"/>
                </a:solidFill>
                <a:latin typeface="Noto Sans SC"/>
                <a:ea typeface="Noto Sans SC"/>
                <a:cs typeface="Noto Sans SC"/>
              </a:defRPr>
            </a:lvl4pPr>
            <a:lvl5pPr algn="l">
              <a:defRPr sz="1575" b="1">
                <a:solidFill>
                  <a:srgbClr val="0F6E73"/>
                </a:solidFill>
                <a:latin typeface="Noto Sans SC"/>
                <a:ea typeface="Noto Sans SC"/>
                <a:cs typeface="Noto Sans SC"/>
              </a:defRPr>
            </a:lvl5pPr>
            <a:lvl6pPr algn="l">
              <a:defRPr sz="1575" b="1">
                <a:solidFill>
                  <a:srgbClr val="0F6E73"/>
                </a:solidFill>
                <a:latin typeface="Noto Sans SC"/>
                <a:ea typeface="Noto Sans SC"/>
                <a:cs typeface="Noto Sans SC"/>
              </a:defRPr>
            </a:lvl6pPr>
            <a:lvl7pPr algn="l">
              <a:defRPr sz="1575" b="1">
                <a:solidFill>
                  <a:srgbClr val="0F6E73"/>
                </a:solidFill>
                <a:latin typeface="Noto Sans SC"/>
                <a:ea typeface="Noto Sans SC"/>
                <a:cs typeface="Noto Sans SC"/>
              </a:defRPr>
            </a:lvl7pPr>
            <a:lvl8pPr algn="l">
              <a:defRPr sz="1575" b="1">
                <a:solidFill>
                  <a:srgbClr val="0F6E73"/>
                </a:solidFill>
                <a:latin typeface="Noto Sans SC"/>
                <a:ea typeface="Noto Sans SC"/>
                <a:cs typeface="Noto Sans SC"/>
              </a:defRPr>
            </a:lvl8pPr>
            <a:lvl9pPr algn="l">
              <a:defRPr sz="1575" b="1">
                <a:solidFill>
                  <a:srgbClr val="0F6E73"/>
                </a:solidFill>
                <a:latin typeface="Noto Sans SC"/>
                <a:ea typeface="Noto Sans SC"/>
                <a:cs typeface="Noto Sans SC"/>
              </a:defRPr>
            </a:lvl9pPr>
          </a:lstStyle>
          <a:p xmlns:a="http://schemas.openxmlformats.org/drawingml/2006/main">
            <a:pPr algn="l">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队形、趋近一致性与群体意图不是同一概念；成员保留独立解释。</a:t>
            </a:r>
          </a:p>
        </p:txBody>
      </p:sp>
      <p:sp>
        <p:nvSpPr>
          <p:cNvPr id="8" name="o7">
            <a:extLst xmlns:a="http://schemas.openxmlformats.org/drawingml/2006/main">
              <a:ext uri="{FF2B5EF4-FFF2-40B4-BE49-F238E27FC236}">
                <a16:creationId xmlns:a16="http://schemas.microsoft.com/office/drawing/2014/main" id="{29EB66C2-EEF1-414B-87FA-5567C69BBB70}"/>
              </a:ext>
            </a:extLst>
          </p:cNvPr>
          <p:cNvSpPr>
            <a:spLocks xmlns:a="http://schemas.openxmlformats.org/drawingml/2006/main" noGrp="1"/>
          </p:cNvSpPr>
          <p:nvPr/>
        </p:nvSpPr>
        <p:spPr>
          <a:xfrm xmlns:a="http://schemas.openxmlformats.org/drawingml/2006/main">
            <a:off x="609600" y="1724025"/>
            <a:ext cx="3333750" cy="800100"/>
          </a:xfrm>
          <a:prstGeom xmlns:a="http://schemas.openxmlformats.org/drawingml/2006/main" prst="roundRect">
            <a:avLst>
              <a:gd name="adj" fmla="val 9524"/>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650" b="1">
                <a:solidFill>
                  <a:srgbClr val="0F6E73"/>
                </a:solidFill>
                <a:latin typeface="Noto Sans SC"/>
                <a:ea typeface="Noto Sans SC"/>
                <a:cs typeface="Noto Sans SC"/>
              </a:defRPr>
            </a:defPPr>
            <a:lvl1pPr algn="ctr">
              <a:defRPr sz="1650" b="1">
                <a:solidFill>
                  <a:srgbClr val="0F6E73"/>
                </a:solidFill>
                <a:latin typeface="Noto Sans SC"/>
                <a:ea typeface="Noto Sans SC"/>
                <a:cs typeface="Noto Sans SC"/>
              </a:defRPr>
            </a:lvl1pPr>
            <a:lvl2pPr algn="ctr">
              <a:defRPr sz="1650" b="1">
                <a:solidFill>
                  <a:srgbClr val="0F6E73"/>
                </a:solidFill>
                <a:latin typeface="Noto Sans SC"/>
                <a:ea typeface="Noto Sans SC"/>
                <a:cs typeface="Noto Sans SC"/>
              </a:defRPr>
            </a:lvl2pPr>
            <a:lvl3pPr algn="ctr">
              <a:defRPr sz="1650" b="1">
                <a:solidFill>
                  <a:srgbClr val="0F6E73"/>
                </a:solidFill>
                <a:latin typeface="Noto Sans SC"/>
                <a:ea typeface="Noto Sans SC"/>
                <a:cs typeface="Noto Sans SC"/>
              </a:defRPr>
            </a:lvl3pPr>
            <a:lvl4pPr algn="ctr">
              <a:defRPr sz="1650" b="1">
                <a:solidFill>
                  <a:srgbClr val="0F6E73"/>
                </a:solidFill>
                <a:latin typeface="Noto Sans SC"/>
                <a:ea typeface="Noto Sans SC"/>
                <a:cs typeface="Noto Sans SC"/>
              </a:defRPr>
            </a:lvl4pPr>
            <a:lvl5pPr algn="ctr">
              <a:defRPr sz="1650" b="1">
                <a:solidFill>
                  <a:srgbClr val="0F6E73"/>
                </a:solidFill>
                <a:latin typeface="Noto Sans SC"/>
                <a:ea typeface="Noto Sans SC"/>
                <a:cs typeface="Noto Sans SC"/>
              </a:defRPr>
            </a:lvl5pPr>
            <a:lvl6pPr algn="ctr">
              <a:defRPr sz="1650" b="1">
                <a:solidFill>
                  <a:srgbClr val="0F6E73"/>
                </a:solidFill>
                <a:latin typeface="Noto Sans SC"/>
                <a:ea typeface="Noto Sans SC"/>
                <a:cs typeface="Noto Sans SC"/>
              </a:defRPr>
            </a:lvl6pPr>
            <a:lvl7pPr algn="ctr">
              <a:defRPr sz="1650" b="1">
                <a:solidFill>
                  <a:srgbClr val="0F6E73"/>
                </a:solidFill>
                <a:latin typeface="Noto Sans SC"/>
                <a:ea typeface="Noto Sans SC"/>
                <a:cs typeface="Noto Sans SC"/>
              </a:defRPr>
            </a:lvl7pPr>
            <a:lvl8pPr algn="ctr">
              <a:defRPr sz="1650" b="1">
                <a:solidFill>
                  <a:srgbClr val="0F6E73"/>
                </a:solidFill>
                <a:latin typeface="Noto Sans SC"/>
                <a:ea typeface="Noto Sans SC"/>
                <a:cs typeface="Noto Sans SC"/>
              </a:defRPr>
            </a:lvl8pPr>
            <a:lvl9pPr algn="ctr">
              <a:defRPr sz="1650" b="1">
                <a:solidFill>
                  <a:srgbClr val="0F6E73"/>
                </a:solidFill>
                <a:latin typeface="Noto Sans SC"/>
                <a:ea typeface="Noto Sans SC"/>
                <a:cs typeface="Noto Sans SC"/>
              </a:defRPr>
            </a:lvl9pPr>
          </a:lstStyle>
          <a:p xmlns:a="http://schemas.openxmlformats.org/drawingml/2006/main">
            <a:pPr algn="ctr">
              <a:defRPr sz="1650" b="1">
                <a:solidFill>
                  <a:srgbClr val="0F6E73"/>
                </a:solidFill>
                <a:latin typeface="Noto Sans SC"/>
                <a:ea typeface="Noto Sans SC"/>
                <a:cs typeface="Noto Sans SC"/>
              </a:defRPr>
            </a:pPr>
            <a:r>
              <a:rPr sz="1650" b="1">
                <a:solidFill>
                  <a:srgbClr val="0F6E73"/>
                </a:solidFill>
                <a:latin typeface="Noto Sans SC"/>
                <a:ea typeface="Noto Sans SC"/>
                <a:cs typeface="Noto Sans SC"/>
              </a:rPr>
              <a:t>同一集群的成员事实</a:t>
            </a:r>
          </a:p>
        </p:txBody>
      </p:sp>
      <p:sp>
        <p:nvSpPr>
          <p:cNvPr id="9" name="line-7">
            <a:extLst xmlns:a="http://schemas.openxmlformats.org/drawingml/2006/main">
              <a:ext uri="{FF2B5EF4-FFF2-40B4-BE49-F238E27FC236}">
                <a16:creationId xmlns:a16="http://schemas.microsoft.com/office/drawing/2014/main" id="{89101882-03DD-4F0B-8514-C818D972C3BB}"/>
              </a:ext>
            </a:extLst>
          </p:cNvPr>
          <p:cNvSpPr>
            <a:spLocks xmlns:a="http://schemas.openxmlformats.org/drawingml/2006/main" noGrp="1"/>
          </p:cNvSpPr>
          <p:nvPr/>
        </p:nvSpPr>
        <p:spPr>
          <a:xfrm xmlns:a="http://schemas.openxmlformats.org/drawingml/2006/main" flipV="0">
            <a:off x="3943350" y="2114550"/>
            <a:ext cx="723900"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0" name="line-7">
            <a:extLst xmlns:a="http://schemas.openxmlformats.org/drawingml/2006/main">
              <a:ext uri="{FF2B5EF4-FFF2-40B4-BE49-F238E27FC236}">
                <a16:creationId xmlns:a16="http://schemas.microsoft.com/office/drawing/2014/main" id="{37BB9E8C-4323-46C9-9A46-787418D2CFCD}"/>
              </a:ext>
            </a:extLst>
          </p:cNvPr>
          <p:cNvSpPr>
            <a:spLocks xmlns:a="http://schemas.openxmlformats.org/drawingml/2006/main" noGrp="1"/>
          </p:cNvSpPr>
          <p:nvPr/>
        </p:nvSpPr>
        <p:spPr>
          <a:xfrm xmlns:a="http://schemas.openxmlformats.org/drawingml/2006/main" flipV="1">
            <a:off x="4592019" y="2114550"/>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1" name="line-7">
            <a:extLst xmlns:a="http://schemas.openxmlformats.org/drawingml/2006/main">
              <a:ext uri="{FF2B5EF4-FFF2-40B4-BE49-F238E27FC236}">
                <a16:creationId xmlns:a16="http://schemas.microsoft.com/office/drawing/2014/main" id="{9C81EF69-121A-440B-B70D-77A3F332F525}"/>
              </a:ext>
            </a:extLst>
          </p:cNvPr>
          <p:cNvSpPr>
            <a:spLocks xmlns:a="http://schemas.openxmlformats.org/drawingml/2006/main" noGrp="1"/>
          </p:cNvSpPr>
          <p:nvPr/>
        </p:nvSpPr>
        <p:spPr>
          <a:xfrm xmlns:a="http://schemas.openxmlformats.org/drawingml/2006/main" flipV="0">
            <a:off x="4592019" y="2073451"/>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2" name="o11">
            <a:extLst xmlns:a="http://schemas.openxmlformats.org/drawingml/2006/main">
              <a:ext uri="{FF2B5EF4-FFF2-40B4-BE49-F238E27FC236}">
                <a16:creationId xmlns:a16="http://schemas.microsoft.com/office/drawing/2014/main" id="{B2CD0A09-65AF-436E-9690-E9158CA2EC92}"/>
              </a:ext>
            </a:extLst>
          </p:cNvPr>
          <p:cNvSpPr>
            <a:spLocks xmlns:a="http://schemas.openxmlformats.org/drawingml/2006/main" noGrp="1"/>
          </p:cNvSpPr>
          <p:nvPr/>
        </p:nvSpPr>
        <p:spPr>
          <a:xfrm xmlns:a="http://schemas.openxmlformats.org/drawingml/2006/main">
            <a:off x="4857750" y="1552575"/>
            <a:ext cx="3143250" cy="666750"/>
          </a:xfrm>
          <a:prstGeom xmlns:a="http://schemas.openxmlformats.org/drawingml/2006/main" prst="roundRect">
            <a:avLst>
              <a:gd name="adj" fmla="val 11429"/>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650" b="1">
                <a:solidFill>
                  <a:srgbClr val="0F6E73"/>
                </a:solidFill>
                <a:latin typeface="Noto Sans SC"/>
                <a:ea typeface="Noto Sans SC"/>
                <a:cs typeface="Noto Sans SC"/>
              </a:defRPr>
            </a:defPPr>
            <a:lvl1pPr algn="ctr">
              <a:defRPr sz="1650" b="1">
                <a:solidFill>
                  <a:srgbClr val="0F6E73"/>
                </a:solidFill>
                <a:latin typeface="Noto Sans SC"/>
                <a:ea typeface="Noto Sans SC"/>
                <a:cs typeface="Noto Sans SC"/>
              </a:defRPr>
            </a:lvl1pPr>
            <a:lvl2pPr algn="ctr">
              <a:defRPr sz="1650" b="1">
                <a:solidFill>
                  <a:srgbClr val="0F6E73"/>
                </a:solidFill>
                <a:latin typeface="Noto Sans SC"/>
                <a:ea typeface="Noto Sans SC"/>
                <a:cs typeface="Noto Sans SC"/>
              </a:defRPr>
            </a:lvl2pPr>
            <a:lvl3pPr algn="ctr">
              <a:defRPr sz="1650" b="1">
                <a:solidFill>
                  <a:srgbClr val="0F6E73"/>
                </a:solidFill>
                <a:latin typeface="Noto Sans SC"/>
                <a:ea typeface="Noto Sans SC"/>
                <a:cs typeface="Noto Sans SC"/>
              </a:defRPr>
            </a:lvl3pPr>
            <a:lvl4pPr algn="ctr">
              <a:defRPr sz="1650" b="1">
                <a:solidFill>
                  <a:srgbClr val="0F6E73"/>
                </a:solidFill>
                <a:latin typeface="Noto Sans SC"/>
                <a:ea typeface="Noto Sans SC"/>
                <a:cs typeface="Noto Sans SC"/>
              </a:defRPr>
            </a:lvl4pPr>
            <a:lvl5pPr algn="ctr">
              <a:defRPr sz="1650" b="1">
                <a:solidFill>
                  <a:srgbClr val="0F6E73"/>
                </a:solidFill>
                <a:latin typeface="Noto Sans SC"/>
                <a:ea typeface="Noto Sans SC"/>
                <a:cs typeface="Noto Sans SC"/>
              </a:defRPr>
            </a:lvl5pPr>
            <a:lvl6pPr algn="ctr">
              <a:defRPr sz="1650" b="1">
                <a:solidFill>
                  <a:srgbClr val="0F6E73"/>
                </a:solidFill>
                <a:latin typeface="Noto Sans SC"/>
                <a:ea typeface="Noto Sans SC"/>
                <a:cs typeface="Noto Sans SC"/>
              </a:defRPr>
            </a:lvl6pPr>
            <a:lvl7pPr algn="ctr">
              <a:defRPr sz="1650" b="1">
                <a:solidFill>
                  <a:srgbClr val="0F6E73"/>
                </a:solidFill>
                <a:latin typeface="Noto Sans SC"/>
                <a:ea typeface="Noto Sans SC"/>
                <a:cs typeface="Noto Sans SC"/>
              </a:defRPr>
            </a:lvl7pPr>
            <a:lvl8pPr algn="ctr">
              <a:defRPr sz="1650" b="1">
                <a:solidFill>
                  <a:srgbClr val="0F6E73"/>
                </a:solidFill>
                <a:latin typeface="Noto Sans SC"/>
                <a:ea typeface="Noto Sans SC"/>
                <a:cs typeface="Noto Sans SC"/>
              </a:defRPr>
            </a:lvl8pPr>
            <a:lvl9pPr algn="ctr">
              <a:defRPr sz="1650" b="1">
                <a:solidFill>
                  <a:srgbClr val="0F6E73"/>
                </a:solidFill>
                <a:latin typeface="Noto Sans SC"/>
                <a:ea typeface="Noto Sans SC"/>
                <a:cs typeface="Noto Sans SC"/>
              </a:defRPr>
            </a:lvl9pPr>
          </a:lstStyle>
          <a:p xmlns:a="http://schemas.openxmlformats.org/drawingml/2006/main">
            <a:pPr algn="ctr">
              <a:defRPr sz="1650" b="1">
                <a:solidFill>
                  <a:srgbClr val="0F6E73"/>
                </a:solidFill>
                <a:latin typeface="Noto Sans SC"/>
                <a:ea typeface="Noto Sans SC"/>
                <a:cs typeface="Noto Sans SC"/>
              </a:defRPr>
            </a:pPr>
            <a:r>
              <a:rPr sz="1650" b="1">
                <a:solidFill>
                  <a:srgbClr val="0F6E73"/>
                </a:solidFill>
                <a:latin typeface="Noto Sans SC"/>
                <a:ea typeface="Noto Sans SC"/>
                <a:cs typeface="Noto Sans SC"/>
              </a:rPr>
              <a:t>群体一致性特征</a:t>
            </a:r>
          </a:p>
        </p:txBody>
      </p:sp>
      <p:sp>
        <p:nvSpPr>
          <p:cNvPr id="13" name="o12">
            <a:extLst xmlns:a="http://schemas.openxmlformats.org/drawingml/2006/main">
              <a:ext uri="{FF2B5EF4-FFF2-40B4-BE49-F238E27FC236}">
                <a16:creationId xmlns:a16="http://schemas.microsoft.com/office/drawing/2014/main" id="{E50D6C0C-D904-4F37-A147-83D836532227}"/>
              </a:ext>
            </a:extLst>
          </p:cNvPr>
          <p:cNvSpPr>
            <a:spLocks xmlns:a="http://schemas.openxmlformats.org/drawingml/2006/main" noGrp="1"/>
          </p:cNvSpPr>
          <p:nvPr/>
        </p:nvSpPr>
        <p:spPr>
          <a:xfrm xmlns:a="http://schemas.openxmlformats.org/drawingml/2006/main">
            <a:off x="4857750" y="2895600"/>
            <a:ext cx="3143250" cy="666750"/>
          </a:xfrm>
          <a:prstGeom xmlns:a="http://schemas.openxmlformats.org/drawingml/2006/main" prst="roundRect">
            <a:avLst>
              <a:gd name="adj" fmla="val 11429"/>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650" b="1">
                <a:solidFill>
                  <a:srgbClr val="32668E"/>
                </a:solidFill>
                <a:latin typeface="Noto Sans SC"/>
                <a:ea typeface="Noto Sans SC"/>
                <a:cs typeface="Noto Sans SC"/>
              </a:defRPr>
            </a:defPPr>
            <a:lvl1pPr algn="ctr">
              <a:defRPr sz="1650" b="1">
                <a:solidFill>
                  <a:srgbClr val="32668E"/>
                </a:solidFill>
                <a:latin typeface="Noto Sans SC"/>
                <a:ea typeface="Noto Sans SC"/>
                <a:cs typeface="Noto Sans SC"/>
              </a:defRPr>
            </a:lvl1pPr>
            <a:lvl2pPr algn="ctr">
              <a:defRPr sz="1650" b="1">
                <a:solidFill>
                  <a:srgbClr val="32668E"/>
                </a:solidFill>
                <a:latin typeface="Noto Sans SC"/>
                <a:ea typeface="Noto Sans SC"/>
                <a:cs typeface="Noto Sans SC"/>
              </a:defRPr>
            </a:lvl2pPr>
            <a:lvl3pPr algn="ctr">
              <a:defRPr sz="1650" b="1">
                <a:solidFill>
                  <a:srgbClr val="32668E"/>
                </a:solidFill>
                <a:latin typeface="Noto Sans SC"/>
                <a:ea typeface="Noto Sans SC"/>
                <a:cs typeface="Noto Sans SC"/>
              </a:defRPr>
            </a:lvl3pPr>
            <a:lvl4pPr algn="ctr">
              <a:defRPr sz="1650" b="1">
                <a:solidFill>
                  <a:srgbClr val="32668E"/>
                </a:solidFill>
                <a:latin typeface="Noto Sans SC"/>
                <a:ea typeface="Noto Sans SC"/>
                <a:cs typeface="Noto Sans SC"/>
              </a:defRPr>
            </a:lvl4pPr>
            <a:lvl5pPr algn="ctr">
              <a:defRPr sz="1650" b="1">
                <a:solidFill>
                  <a:srgbClr val="32668E"/>
                </a:solidFill>
                <a:latin typeface="Noto Sans SC"/>
                <a:ea typeface="Noto Sans SC"/>
                <a:cs typeface="Noto Sans SC"/>
              </a:defRPr>
            </a:lvl5pPr>
            <a:lvl6pPr algn="ctr">
              <a:defRPr sz="1650" b="1">
                <a:solidFill>
                  <a:srgbClr val="32668E"/>
                </a:solidFill>
                <a:latin typeface="Noto Sans SC"/>
                <a:ea typeface="Noto Sans SC"/>
                <a:cs typeface="Noto Sans SC"/>
              </a:defRPr>
            </a:lvl6pPr>
            <a:lvl7pPr algn="ctr">
              <a:defRPr sz="1650" b="1">
                <a:solidFill>
                  <a:srgbClr val="32668E"/>
                </a:solidFill>
                <a:latin typeface="Noto Sans SC"/>
                <a:ea typeface="Noto Sans SC"/>
                <a:cs typeface="Noto Sans SC"/>
              </a:defRPr>
            </a:lvl7pPr>
            <a:lvl8pPr algn="ctr">
              <a:defRPr sz="1650" b="1">
                <a:solidFill>
                  <a:srgbClr val="32668E"/>
                </a:solidFill>
                <a:latin typeface="Noto Sans SC"/>
                <a:ea typeface="Noto Sans SC"/>
                <a:cs typeface="Noto Sans SC"/>
              </a:defRPr>
            </a:lvl8pPr>
            <a:lvl9pPr algn="ctr">
              <a:defRPr sz="1650" b="1">
                <a:solidFill>
                  <a:srgbClr val="32668E"/>
                </a:solidFill>
                <a:latin typeface="Noto Sans SC"/>
                <a:ea typeface="Noto Sans SC"/>
                <a:cs typeface="Noto Sans SC"/>
              </a:defRPr>
            </a:lvl9pPr>
          </a:lstStyle>
          <a:p xmlns:a="http://schemas.openxmlformats.org/drawingml/2006/main">
            <a:pPr algn="ctr">
              <a:defRPr sz="1650" b="1">
                <a:solidFill>
                  <a:srgbClr val="32668E"/>
                </a:solidFill>
                <a:latin typeface="Noto Sans SC"/>
                <a:ea typeface="Noto Sans SC"/>
                <a:cs typeface="Noto Sans SC"/>
              </a:defRPr>
            </a:pPr>
            <a:r>
              <a:rPr sz="1650" b="1">
                <a:solidFill>
                  <a:srgbClr val="32668E"/>
                </a:solidFill>
                <a:latin typeface="Noto Sans SC"/>
                <a:ea typeface="Noto Sans SC"/>
                <a:cs typeface="Noto Sans SC"/>
              </a:rPr>
              <a:t>各成员独立特征</a:t>
            </a:r>
          </a:p>
        </p:txBody>
      </p:sp>
      <p:sp>
        <p:nvSpPr>
          <p:cNvPr id="14" name="line-9">
            <a:extLst xmlns:a="http://schemas.openxmlformats.org/drawingml/2006/main">
              <a:ext uri="{FF2B5EF4-FFF2-40B4-BE49-F238E27FC236}">
                <a16:creationId xmlns:a16="http://schemas.microsoft.com/office/drawing/2014/main" id="{B6C5106F-EB96-4195-8735-EF0BFF90A53E}"/>
              </a:ext>
            </a:extLst>
          </p:cNvPr>
          <p:cNvSpPr>
            <a:spLocks xmlns:a="http://schemas.openxmlformats.org/drawingml/2006/main" noGrp="1"/>
          </p:cNvSpPr>
          <p:nvPr/>
        </p:nvSpPr>
        <p:spPr>
          <a:xfrm xmlns:a="http://schemas.openxmlformats.org/drawingml/2006/main" flipV="0">
            <a:off x="4286250" y="2114550"/>
            <a:ext cx="953" cy="1114425"/>
          </a:xfrm>
          <a:prstGeom xmlns:a="http://schemas.openxmlformats.org/drawingml/2006/main" prst="line">
            <a:avLst/>
          </a:prstGeom>
          <a:noFill xmlns:a="http://schemas.openxmlformats.org/drawingml/2006/main"/>
          <a:ln xmlns:a="http://schemas.openxmlformats.org/drawingml/2006/main" w="14288">
            <a:solidFill>
              <a:srgbClr val="32668E"/>
            </a:solidFill>
            <a:prstDash val="solid"/>
          </a:ln>
        </p:spPr>
      </p:sp>
      <p:sp>
        <p:nvSpPr>
          <p:cNvPr id="15" name="line-9">
            <a:extLst xmlns:a="http://schemas.openxmlformats.org/drawingml/2006/main">
              <a:ext uri="{FF2B5EF4-FFF2-40B4-BE49-F238E27FC236}">
                <a16:creationId xmlns:a16="http://schemas.microsoft.com/office/drawing/2014/main" id="{8C53105E-97E4-4C0F-BA6A-80B7BB5A98E8}"/>
              </a:ext>
            </a:extLst>
          </p:cNvPr>
          <p:cNvSpPr>
            <a:spLocks xmlns:a="http://schemas.openxmlformats.org/drawingml/2006/main" noGrp="1"/>
          </p:cNvSpPr>
          <p:nvPr/>
        </p:nvSpPr>
        <p:spPr>
          <a:xfrm xmlns:a="http://schemas.openxmlformats.org/drawingml/2006/main" flipV="0">
            <a:off x="4286250" y="3228975"/>
            <a:ext cx="571500" cy="953"/>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16" name="line-9">
            <a:extLst xmlns:a="http://schemas.openxmlformats.org/drawingml/2006/main">
              <a:ext uri="{FF2B5EF4-FFF2-40B4-BE49-F238E27FC236}">
                <a16:creationId xmlns:a16="http://schemas.microsoft.com/office/drawing/2014/main" id="{2268BB61-94D7-40C7-8230-10937EE9DE0A}"/>
              </a:ext>
            </a:extLst>
          </p:cNvPr>
          <p:cNvSpPr>
            <a:spLocks xmlns:a="http://schemas.openxmlformats.org/drawingml/2006/main" noGrp="1"/>
          </p:cNvSpPr>
          <p:nvPr/>
        </p:nvSpPr>
        <p:spPr>
          <a:xfrm xmlns:a="http://schemas.openxmlformats.org/drawingml/2006/main" flipV="1">
            <a:off x="4782519" y="3228975"/>
            <a:ext cx="75231" cy="41099"/>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17" name="line-9">
            <a:extLst xmlns:a="http://schemas.openxmlformats.org/drawingml/2006/main">
              <a:ext uri="{FF2B5EF4-FFF2-40B4-BE49-F238E27FC236}">
                <a16:creationId xmlns:a16="http://schemas.microsoft.com/office/drawing/2014/main" id="{662B6AF6-F32D-45D1-B6F8-82E2A3BC07B5}"/>
              </a:ext>
            </a:extLst>
          </p:cNvPr>
          <p:cNvSpPr>
            <a:spLocks xmlns:a="http://schemas.openxmlformats.org/drawingml/2006/main" noGrp="1"/>
          </p:cNvSpPr>
          <p:nvPr/>
        </p:nvSpPr>
        <p:spPr>
          <a:xfrm xmlns:a="http://schemas.openxmlformats.org/drawingml/2006/main" flipV="0">
            <a:off x="4782519" y="3187876"/>
            <a:ext cx="75231" cy="41099"/>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18" name="o17">
            <a:extLst xmlns:a="http://schemas.openxmlformats.org/drawingml/2006/main">
              <a:ext uri="{FF2B5EF4-FFF2-40B4-BE49-F238E27FC236}">
                <a16:creationId xmlns:a16="http://schemas.microsoft.com/office/drawing/2014/main" id="{CD033A81-2DC1-4145-AC88-89B833100734}"/>
              </a:ext>
            </a:extLst>
          </p:cNvPr>
          <p:cNvSpPr>
            <a:spLocks xmlns:a="http://schemas.openxmlformats.org/drawingml/2006/main" noGrp="1"/>
          </p:cNvSpPr>
          <p:nvPr/>
        </p:nvSpPr>
        <p:spPr>
          <a:xfrm xmlns:a="http://schemas.openxmlformats.org/drawingml/2006/main">
            <a:off x="8572500" y="1552575"/>
            <a:ext cx="3009900" cy="666750"/>
          </a:xfrm>
          <a:prstGeom xmlns:a="http://schemas.openxmlformats.org/drawingml/2006/main" prst="roundRect">
            <a:avLst>
              <a:gd name="adj" fmla="val 11429"/>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650" b="1">
                <a:solidFill>
                  <a:srgbClr val="0F6E73"/>
                </a:solidFill>
                <a:latin typeface="Noto Sans SC"/>
                <a:ea typeface="Noto Sans SC"/>
                <a:cs typeface="Noto Sans SC"/>
              </a:defRPr>
            </a:defPPr>
            <a:lvl1pPr algn="ctr">
              <a:defRPr sz="1650" b="1">
                <a:solidFill>
                  <a:srgbClr val="0F6E73"/>
                </a:solidFill>
                <a:latin typeface="Noto Sans SC"/>
                <a:ea typeface="Noto Sans SC"/>
                <a:cs typeface="Noto Sans SC"/>
              </a:defRPr>
            </a:lvl1pPr>
            <a:lvl2pPr algn="ctr">
              <a:defRPr sz="1650" b="1">
                <a:solidFill>
                  <a:srgbClr val="0F6E73"/>
                </a:solidFill>
                <a:latin typeface="Noto Sans SC"/>
                <a:ea typeface="Noto Sans SC"/>
                <a:cs typeface="Noto Sans SC"/>
              </a:defRPr>
            </a:lvl2pPr>
            <a:lvl3pPr algn="ctr">
              <a:defRPr sz="1650" b="1">
                <a:solidFill>
                  <a:srgbClr val="0F6E73"/>
                </a:solidFill>
                <a:latin typeface="Noto Sans SC"/>
                <a:ea typeface="Noto Sans SC"/>
                <a:cs typeface="Noto Sans SC"/>
              </a:defRPr>
            </a:lvl3pPr>
            <a:lvl4pPr algn="ctr">
              <a:defRPr sz="1650" b="1">
                <a:solidFill>
                  <a:srgbClr val="0F6E73"/>
                </a:solidFill>
                <a:latin typeface="Noto Sans SC"/>
                <a:ea typeface="Noto Sans SC"/>
                <a:cs typeface="Noto Sans SC"/>
              </a:defRPr>
            </a:lvl4pPr>
            <a:lvl5pPr algn="ctr">
              <a:defRPr sz="1650" b="1">
                <a:solidFill>
                  <a:srgbClr val="0F6E73"/>
                </a:solidFill>
                <a:latin typeface="Noto Sans SC"/>
                <a:ea typeface="Noto Sans SC"/>
                <a:cs typeface="Noto Sans SC"/>
              </a:defRPr>
            </a:lvl5pPr>
            <a:lvl6pPr algn="ctr">
              <a:defRPr sz="1650" b="1">
                <a:solidFill>
                  <a:srgbClr val="0F6E73"/>
                </a:solidFill>
                <a:latin typeface="Noto Sans SC"/>
                <a:ea typeface="Noto Sans SC"/>
                <a:cs typeface="Noto Sans SC"/>
              </a:defRPr>
            </a:lvl6pPr>
            <a:lvl7pPr algn="ctr">
              <a:defRPr sz="1650" b="1">
                <a:solidFill>
                  <a:srgbClr val="0F6E73"/>
                </a:solidFill>
                <a:latin typeface="Noto Sans SC"/>
                <a:ea typeface="Noto Sans SC"/>
                <a:cs typeface="Noto Sans SC"/>
              </a:defRPr>
            </a:lvl7pPr>
            <a:lvl8pPr algn="ctr">
              <a:defRPr sz="1650" b="1">
                <a:solidFill>
                  <a:srgbClr val="0F6E73"/>
                </a:solidFill>
                <a:latin typeface="Noto Sans SC"/>
                <a:ea typeface="Noto Sans SC"/>
                <a:cs typeface="Noto Sans SC"/>
              </a:defRPr>
            </a:lvl8pPr>
            <a:lvl9pPr algn="ctr">
              <a:defRPr sz="1650" b="1">
                <a:solidFill>
                  <a:srgbClr val="0F6E73"/>
                </a:solidFill>
                <a:latin typeface="Noto Sans SC"/>
                <a:ea typeface="Noto Sans SC"/>
                <a:cs typeface="Noto Sans SC"/>
              </a:defRPr>
            </a:lvl9pPr>
          </a:lstStyle>
          <a:p xmlns:a="http://schemas.openxmlformats.org/drawingml/2006/main">
            <a:pPr algn="ctr">
              <a:defRPr sz="1650" b="1">
                <a:solidFill>
                  <a:srgbClr val="0F6E73"/>
                </a:solidFill>
                <a:latin typeface="Noto Sans SC"/>
                <a:ea typeface="Noto Sans SC"/>
                <a:cs typeface="Noto Sans SC"/>
              </a:defRPr>
            </a:pPr>
            <a:r>
              <a:rPr sz="1650" b="1">
                <a:solidFill>
                  <a:srgbClr val="0F6E73"/>
                </a:solidFill>
                <a:latin typeface="Noto Sans SC"/>
                <a:ea typeface="Noto Sans SC"/>
                <a:cs typeface="Noto Sans SC"/>
              </a:rPr>
              <a:t>集群候选与评分</a:t>
            </a:r>
          </a:p>
        </p:txBody>
      </p:sp>
      <p:sp>
        <p:nvSpPr>
          <p:cNvPr id="19" name="o18">
            <a:extLst xmlns:a="http://schemas.openxmlformats.org/drawingml/2006/main">
              <a:ext uri="{FF2B5EF4-FFF2-40B4-BE49-F238E27FC236}">
                <a16:creationId xmlns:a16="http://schemas.microsoft.com/office/drawing/2014/main" id="{6F7996CB-BA1E-4ED7-B8B2-AA9175331F44}"/>
              </a:ext>
            </a:extLst>
          </p:cNvPr>
          <p:cNvSpPr>
            <a:spLocks xmlns:a="http://schemas.openxmlformats.org/drawingml/2006/main" noGrp="1"/>
          </p:cNvSpPr>
          <p:nvPr/>
        </p:nvSpPr>
        <p:spPr>
          <a:xfrm xmlns:a="http://schemas.openxmlformats.org/drawingml/2006/main">
            <a:off x="8572500" y="2895600"/>
            <a:ext cx="3009900" cy="666750"/>
          </a:xfrm>
          <a:prstGeom xmlns:a="http://schemas.openxmlformats.org/drawingml/2006/main" prst="roundRect">
            <a:avLst>
              <a:gd name="adj" fmla="val 11429"/>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650" b="1">
                <a:solidFill>
                  <a:srgbClr val="32668E"/>
                </a:solidFill>
                <a:latin typeface="Noto Sans SC"/>
                <a:ea typeface="Noto Sans SC"/>
                <a:cs typeface="Noto Sans SC"/>
              </a:defRPr>
            </a:defPPr>
            <a:lvl1pPr algn="ctr">
              <a:defRPr sz="1650" b="1">
                <a:solidFill>
                  <a:srgbClr val="32668E"/>
                </a:solidFill>
                <a:latin typeface="Noto Sans SC"/>
                <a:ea typeface="Noto Sans SC"/>
                <a:cs typeface="Noto Sans SC"/>
              </a:defRPr>
            </a:lvl1pPr>
            <a:lvl2pPr algn="ctr">
              <a:defRPr sz="1650" b="1">
                <a:solidFill>
                  <a:srgbClr val="32668E"/>
                </a:solidFill>
                <a:latin typeface="Noto Sans SC"/>
                <a:ea typeface="Noto Sans SC"/>
                <a:cs typeface="Noto Sans SC"/>
              </a:defRPr>
            </a:lvl2pPr>
            <a:lvl3pPr algn="ctr">
              <a:defRPr sz="1650" b="1">
                <a:solidFill>
                  <a:srgbClr val="32668E"/>
                </a:solidFill>
                <a:latin typeface="Noto Sans SC"/>
                <a:ea typeface="Noto Sans SC"/>
                <a:cs typeface="Noto Sans SC"/>
              </a:defRPr>
            </a:lvl3pPr>
            <a:lvl4pPr algn="ctr">
              <a:defRPr sz="1650" b="1">
                <a:solidFill>
                  <a:srgbClr val="32668E"/>
                </a:solidFill>
                <a:latin typeface="Noto Sans SC"/>
                <a:ea typeface="Noto Sans SC"/>
                <a:cs typeface="Noto Sans SC"/>
              </a:defRPr>
            </a:lvl4pPr>
            <a:lvl5pPr algn="ctr">
              <a:defRPr sz="1650" b="1">
                <a:solidFill>
                  <a:srgbClr val="32668E"/>
                </a:solidFill>
                <a:latin typeface="Noto Sans SC"/>
                <a:ea typeface="Noto Sans SC"/>
                <a:cs typeface="Noto Sans SC"/>
              </a:defRPr>
            </a:lvl5pPr>
            <a:lvl6pPr algn="ctr">
              <a:defRPr sz="1650" b="1">
                <a:solidFill>
                  <a:srgbClr val="32668E"/>
                </a:solidFill>
                <a:latin typeface="Noto Sans SC"/>
                <a:ea typeface="Noto Sans SC"/>
                <a:cs typeface="Noto Sans SC"/>
              </a:defRPr>
            </a:lvl6pPr>
            <a:lvl7pPr algn="ctr">
              <a:defRPr sz="1650" b="1">
                <a:solidFill>
                  <a:srgbClr val="32668E"/>
                </a:solidFill>
                <a:latin typeface="Noto Sans SC"/>
                <a:ea typeface="Noto Sans SC"/>
                <a:cs typeface="Noto Sans SC"/>
              </a:defRPr>
            </a:lvl7pPr>
            <a:lvl8pPr algn="ctr">
              <a:defRPr sz="1650" b="1">
                <a:solidFill>
                  <a:srgbClr val="32668E"/>
                </a:solidFill>
                <a:latin typeface="Noto Sans SC"/>
                <a:ea typeface="Noto Sans SC"/>
                <a:cs typeface="Noto Sans SC"/>
              </a:defRPr>
            </a:lvl8pPr>
            <a:lvl9pPr algn="ctr">
              <a:defRPr sz="1650" b="1">
                <a:solidFill>
                  <a:srgbClr val="32668E"/>
                </a:solidFill>
                <a:latin typeface="Noto Sans SC"/>
                <a:ea typeface="Noto Sans SC"/>
                <a:cs typeface="Noto Sans SC"/>
              </a:defRPr>
            </a:lvl9pPr>
          </a:lstStyle>
          <a:p xmlns:a="http://schemas.openxmlformats.org/drawingml/2006/main">
            <a:pPr algn="ctr">
              <a:defRPr sz="1650" b="1">
                <a:solidFill>
                  <a:srgbClr val="32668E"/>
                </a:solidFill>
                <a:latin typeface="Noto Sans SC"/>
                <a:ea typeface="Noto Sans SC"/>
                <a:cs typeface="Noto Sans SC"/>
              </a:defRPr>
            </a:pPr>
            <a:r>
              <a:rPr sz="1650" b="1">
                <a:solidFill>
                  <a:srgbClr val="32668E"/>
                </a:solidFill>
                <a:latin typeface="Noto Sans SC"/>
                <a:ea typeface="Noto Sans SC"/>
                <a:cs typeface="Noto Sans SC"/>
              </a:rPr>
              <a:t>成员候选与评分</a:t>
            </a:r>
          </a:p>
        </p:txBody>
      </p:sp>
      <p:sp>
        <p:nvSpPr>
          <p:cNvPr id="20" name="line-11">
            <a:extLst xmlns:a="http://schemas.openxmlformats.org/drawingml/2006/main">
              <a:ext uri="{FF2B5EF4-FFF2-40B4-BE49-F238E27FC236}">
                <a16:creationId xmlns:a16="http://schemas.microsoft.com/office/drawing/2014/main" id="{3D77FB2D-62F8-4C19-BEE0-1B9A8B41BA94}"/>
              </a:ext>
            </a:extLst>
          </p:cNvPr>
          <p:cNvSpPr>
            <a:spLocks xmlns:a="http://schemas.openxmlformats.org/drawingml/2006/main" noGrp="1"/>
          </p:cNvSpPr>
          <p:nvPr/>
        </p:nvSpPr>
        <p:spPr>
          <a:xfrm xmlns:a="http://schemas.openxmlformats.org/drawingml/2006/main" flipV="0">
            <a:off x="8001000" y="1885950"/>
            <a:ext cx="571500"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21" name="line-11">
            <a:extLst xmlns:a="http://schemas.openxmlformats.org/drawingml/2006/main">
              <a:ext uri="{FF2B5EF4-FFF2-40B4-BE49-F238E27FC236}">
                <a16:creationId xmlns:a16="http://schemas.microsoft.com/office/drawing/2014/main" id="{86FB89ED-BBA6-45B1-ACAB-471317F9B78A}"/>
              </a:ext>
            </a:extLst>
          </p:cNvPr>
          <p:cNvSpPr>
            <a:spLocks xmlns:a="http://schemas.openxmlformats.org/drawingml/2006/main" noGrp="1"/>
          </p:cNvSpPr>
          <p:nvPr/>
        </p:nvSpPr>
        <p:spPr>
          <a:xfrm xmlns:a="http://schemas.openxmlformats.org/drawingml/2006/main" flipV="1">
            <a:off x="8497269" y="1885950"/>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22" name="line-11">
            <a:extLst xmlns:a="http://schemas.openxmlformats.org/drawingml/2006/main">
              <a:ext uri="{FF2B5EF4-FFF2-40B4-BE49-F238E27FC236}">
                <a16:creationId xmlns:a16="http://schemas.microsoft.com/office/drawing/2014/main" id="{E51AA28A-49B5-4CC8-8C8C-98C24D801649}"/>
              </a:ext>
            </a:extLst>
          </p:cNvPr>
          <p:cNvSpPr>
            <a:spLocks xmlns:a="http://schemas.openxmlformats.org/drawingml/2006/main" noGrp="1"/>
          </p:cNvSpPr>
          <p:nvPr/>
        </p:nvSpPr>
        <p:spPr>
          <a:xfrm xmlns:a="http://schemas.openxmlformats.org/drawingml/2006/main" flipV="0">
            <a:off x="8497269" y="1844851"/>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23" name="line-11">
            <a:extLst xmlns:a="http://schemas.openxmlformats.org/drawingml/2006/main">
              <a:ext uri="{FF2B5EF4-FFF2-40B4-BE49-F238E27FC236}">
                <a16:creationId xmlns:a16="http://schemas.microsoft.com/office/drawing/2014/main" id="{33948E6B-45B5-4C39-8C56-915882BA9926}"/>
              </a:ext>
            </a:extLst>
          </p:cNvPr>
          <p:cNvSpPr>
            <a:spLocks xmlns:a="http://schemas.openxmlformats.org/drawingml/2006/main" noGrp="1"/>
          </p:cNvSpPr>
          <p:nvPr/>
        </p:nvSpPr>
        <p:spPr>
          <a:xfrm xmlns:a="http://schemas.openxmlformats.org/drawingml/2006/main" flipV="0">
            <a:off x="8001000" y="3228975"/>
            <a:ext cx="571500" cy="953"/>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24" name="line-11">
            <a:extLst xmlns:a="http://schemas.openxmlformats.org/drawingml/2006/main">
              <a:ext uri="{FF2B5EF4-FFF2-40B4-BE49-F238E27FC236}">
                <a16:creationId xmlns:a16="http://schemas.microsoft.com/office/drawing/2014/main" id="{FF5CF95B-2FCE-402E-A1C3-0E4EA2E69543}"/>
              </a:ext>
            </a:extLst>
          </p:cNvPr>
          <p:cNvSpPr>
            <a:spLocks xmlns:a="http://schemas.openxmlformats.org/drawingml/2006/main" noGrp="1"/>
          </p:cNvSpPr>
          <p:nvPr/>
        </p:nvSpPr>
        <p:spPr>
          <a:xfrm xmlns:a="http://schemas.openxmlformats.org/drawingml/2006/main" flipV="1">
            <a:off x="8497269" y="3228975"/>
            <a:ext cx="75231" cy="41099"/>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25" name="line-11">
            <a:extLst xmlns:a="http://schemas.openxmlformats.org/drawingml/2006/main">
              <a:ext uri="{FF2B5EF4-FFF2-40B4-BE49-F238E27FC236}">
                <a16:creationId xmlns:a16="http://schemas.microsoft.com/office/drawing/2014/main" id="{3363DD30-9D15-4100-B9E2-DD2FF34E23E1}"/>
              </a:ext>
            </a:extLst>
          </p:cNvPr>
          <p:cNvSpPr>
            <a:spLocks xmlns:a="http://schemas.openxmlformats.org/drawingml/2006/main" noGrp="1"/>
          </p:cNvSpPr>
          <p:nvPr/>
        </p:nvSpPr>
        <p:spPr>
          <a:xfrm xmlns:a="http://schemas.openxmlformats.org/drawingml/2006/main" flipV="0">
            <a:off x="8497269" y="3187876"/>
            <a:ext cx="75231" cy="41099"/>
          </a:xfrm>
          <a:prstGeom xmlns:a="http://schemas.openxmlformats.org/drawingml/2006/main" prst="line">
            <a:avLst/>
          </a:prstGeom>
          <a:noFill xmlns:a="http://schemas.openxmlformats.org/drawingml/2006/main"/>
          <a:ln xmlns:a="http://schemas.openxmlformats.org/drawingml/2006/main" w="19050">
            <a:solidFill>
              <a:srgbClr val="32668E"/>
            </a:solidFill>
            <a:prstDash val="solid"/>
          </a:ln>
        </p:spPr>
      </p:sp>
      <p:sp>
        <p:nvSpPr>
          <p:cNvPr id="26" name="o25">
            <a:extLst xmlns:a="http://schemas.openxmlformats.org/drawingml/2006/main">
              <a:ext uri="{FF2B5EF4-FFF2-40B4-BE49-F238E27FC236}">
                <a16:creationId xmlns:a16="http://schemas.microsoft.com/office/drawing/2014/main" id="{ADDE2FA6-399C-4EBB-8CFF-2BABB63CA570}"/>
              </a:ext>
            </a:extLst>
          </p:cNvPr>
          <p:cNvSpPr>
            <a:spLocks xmlns:a="http://schemas.openxmlformats.org/drawingml/2006/main" noGrp="1"/>
          </p:cNvSpPr>
          <p:nvPr/>
        </p:nvSpPr>
        <p:spPr>
          <a:xfrm xmlns:a="http://schemas.openxmlformats.org/drawingml/2006/main">
            <a:off x="609600" y="5191125"/>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46536A"/>
                </a:solidFill>
                <a:latin typeface="Noto Sans SC"/>
                <a:ea typeface="Noto Sans SC"/>
                <a:cs typeface="Noto Sans SC"/>
              </a:defRPr>
            </a:defPPr>
            <a:lvl1pPr algn="l">
              <a:defRPr sz="1650" b="0">
                <a:solidFill>
                  <a:srgbClr val="46536A"/>
                </a:solidFill>
                <a:latin typeface="Noto Sans SC"/>
                <a:ea typeface="Noto Sans SC"/>
                <a:cs typeface="Noto Sans SC"/>
              </a:defRPr>
            </a:lvl1pPr>
            <a:lvl2pPr algn="l">
              <a:defRPr sz="1650" b="0">
                <a:solidFill>
                  <a:srgbClr val="46536A"/>
                </a:solidFill>
                <a:latin typeface="Noto Sans SC"/>
                <a:ea typeface="Noto Sans SC"/>
                <a:cs typeface="Noto Sans SC"/>
              </a:defRPr>
            </a:lvl2pPr>
            <a:lvl3pPr algn="l">
              <a:defRPr sz="1650" b="0">
                <a:solidFill>
                  <a:srgbClr val="46536A"/>
                </a:solidFill>
                <a:latin typeface="Noto Sans SC"/>
                <a:ea typeface="Noto Sans SC"/>
                <a:cs typeface="Noto Sans SC"/>
              </a:defRPr>
            </a:lvl3pPr>
            <a:lvl4pPr algn="l">
              <a:defRPr sz="1650" b="0">
                <a:solidFill>
                  <a:srgbClr val="46536A"/>
                </a:solidFill>
                <a:latin typeface="Noto Sans SC"/>
                <a:ea typeface="Noto Sans SC"/>
                <a:cs typeface="Noto Sans SC"/>
              </a:defRPr>
            </a:lvl4pPr>
            <a:lvl5pPr algn="l">
              <a:defRPr sz="1650" b="0">
                <a:solidFill>
                  <a:srgbClr val="46536A"/>
                </a:solidFill>
                <a:latin typeface="Noto Sans SC"/>
                <a:ea typeface="Noto Sans SC"/>
                <a:cs typeface="Noto Sans SC"/>
              </a:defRPr>
            </a:lvl5pPr>
            <a:lvl6pPr algn="l">
              <a:defRPr sz="1650" b="0">
                <a:solidFill>
                  <a:srgbClr val="46536A"/>
                </a:solidFill>
                <a:latin typeface="Noto Sans SC"/>
                <a:ea typeface="Noto Sans SC"/>
                <a:cs typeface="Noto Sans SC"/>
              </a:defRPr>
            </a:lvl6pPr>
            <a:lvl7pPr algn="l">
              <a:defRPr sz="1650" b="0">
                <a:solidFill>
                  <a:srgbClr val="46536A"/>
                </a:solidFill>
                <a:latin typeface="Noto Sans SC"/>
                <a:ea typeface="Noto Sans SC"/>
                <a:cs typeface="Noto Sans SC"/>
              </a:defRPr>
            </a:lvl7pPr>
            <a:lvl8pPr algn="l">
              <a:defRPr sz="1650" b="0">
                <a:solidFill>
                  <a:srgbClr val="46536A"/>
                </a:solidFill>
                <a:latin typeface="Noto Sans SC"/>
                <a:ea typeface="Noto Sans SC"/>
                <a:cs typeface="Noto Sans SC"/>
              </a:defRPr>
            </a:lvl8pPr>
            <a:lvl9pPr algn="l">
              <a:defRPr sz="1650" b="0">
                <a:solidFill>
                  <a:srgbClr val="46536A"/>
                </a:solidFill>
                <a:latin typeface="Noto Sans SC"/>
                <a:ea typeface="Noto Sans SC"/>
                <a:cs typeface="Noto Sans SC"/>
              </a:defRPr>
            </a:lvl9pPr>
          </a:lstStyle>
          <a:p xmlns:a="http://schemas.openxmlformats.org/drawingml/2006/main">
            <a:pPr algn="l">
              <a:defRPr sz="1650" b="0">
                <a:solidFill>
                  <a:srgbClr val="46536A"/>
                </a:solidFill>
                <a:latin typeface="Noto Sans SC"/>
                <a:ea typeface="Noto Sans SC"/>
                <a:cs typeface="Noto Sans SC"/>
              </a:defRPr>
            </a:pPr>
            <a:r>
              <a:rPr sz="1650" b="0">
                <a:solidFill>
                  <a:srgbClr val="46536A"/>
                </a:solidFill>
                <a:latin typeface="Noto Sans SC"/>
                <a:ea typeface="Noto Sans SC"/>
                <a:cs typeface="Noto Sans SC"/>
              </a:rPr>
              <a:t>f：同设施趋近占比　δh：最大航向角差　δτ：有效 ETA 极差</a:t>
            </a:r>
          </a:p>
        </p:txBody>
      </p:sp>
      <p:sp>
        <p:nvSpPr>
          <p:cNvPr id="27" name="o26">
            <a:extLst xmlns:a="http://schemas.openxmlformats.org/drawingml/2006/main">
              <a:ext uri="{FF2B5EF4-FFF2-40B4-BE49-F238E27FC236}">
                <a16:creationId xmlns:a16="http://schemas.microsoft.com/office/drawing/2014/main" id="{799D12FC-90E9-432B-B318-136AA8276EC6}"/>
              </a:ext>
            </a:extLst>
          </p:cNvPr>
          <p:cNvSpPr>
            <a:spLocks xmlns:a="http://schemas.openxmlformats.org/drawingml/2006/main" noGrp="1"/>
          </p:cNvSpPr>
          <p:nvPr/>
        </p:nvSpPr>
        <p:spPr>
          <a:xfrm xmlns:a="http://schemas.openxmlformats.org/drawingml/2006/main">
            <a:off x="609600" y="5619750"/>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b="0">
                <a:solidFill>
                  <a:srgbClr val="B85A1E"/>
                </a:solidFill>
                <a:latin typeface="Noto Sans SC"/>
                <a:ea typeface="Noto Sans SC"/>
                <a:cs typeface="Noto Sans SC"/>
              </a:defRPr>
            </a:defPPr>
            <a:lvl1pPr algn="l">
              <a:defRPr sz="1350" b="0">
                <a:solidFill>
                  <a:srgbClr val="B85A1E"/>
                </a:solidFill>
                <a:latin typeface="Noto Sans SC"/>
                <a:ea typeface="Noto Sans SC"/>
                <a:cs typeface="Noto Sans SC"/>
              </a:defRPr>
            </a:lvl1pPr>
            <a:lvl2pPr algn="l">
              <a:defRPr sz="1350" b="0">
                <a:solidFill>
                  <a:srgbClr val="B85A1E"/>
                </a:solidFill>
                <a:latin typeface="Noto Sans SC"/>
                <a:ea typeface="Noto Sans SC"/>
                <a:cs typeface="Noto Sans SC"/>
              </a:defRPr>
            </a:lvl2pPr>
            <a:lvl3pPr algn="l">
              <a:defRPr sz="1350" b="0">
                <a:solidFill>
                  <a:srgbClr val="B85A1E"/>
                </a:solidFill>
                <a:latin typeface="Noto Sans SC"/>
                <a:ea typeface="Noto Sans SC"/>
                <a:cs typeface="Noto Sans SC"/>
              </a:defRPr>
            </a:lvl3pPr>
            <a:lvl4pPr algn="l">
              <a:defRPr sz="1350" b="0">
                <a:solidFill>
                  <a:srgbClr val="B85A1E"/>
                </a:solidFill>
                <a:latin typeface="Noto Sans SC"/>
                <a:ea typeface="Noto Sans SC"/>
                <a:cs typeface="Noto Sans SC"/>
              </a:defRPr>
            </a:lvl4pPr>
            <a:lvl5pPr algn="l">
              <a:defRPr sz="1350" b="0">
                <a:solidFill>
                  <a:srgbClr val="B85A1E"/>
                </a:solidFill>
                <a:latin typeface="Noto Sans SC"/>
                <a:ea typeface="Noto Sans SC"/>
                <a:cs typeface="Noto Sans SC"/>
              </a:defRPr>
            </a:lvl5pPr>
            <a:lvl6pPr algn="l">
              <a:defRPr sz="1350" b="0">
                <a:solidFill>
                  <a:srgbClr val="B85A1E"/>
                </a:solidFill>
                <a:latin typeface="Noto Sans SC"/>
                <a:ea typeface="Noto Sans SC"/>
                <a:cs typeface="Noto Sans SC"/>
              </a:defRPr>
            </a:lvl6pPr>
            <a:lvl7pPr algn="l">
              <a:defRPr sz="1350" b="0">
                <a:solidFill>
                  <a:srgbClr val="B85A1E"/>
                </a:solidFill>
                <a:latin typeface="Noto Sans SC"/>
                <a:ea typeface="Noto Sans SC"/>
                <a:cs typeface="Noto Sans SC"/>
              </a:defRPr>
            </a:lvl7pPr>
            <a:lvl8pPr algn="l">
              <a:defRPr sz="1350" b="0">
                <a:solidFill>
                  <a:srgbClr val="B85A1E"/>
                </a:solidFill>
                <a:latin typeface="Noto Sans SC"/>
                <a:ea typeface="Noto Sans SC"/>
                <a:cs typeface="Noto Sans SC"/>
              </a:defRPr>
            </a:lvl8pPr>
            <a:lvl9pPr algn="l">
              <a:defRPr sz="1350" b="0">
                <a:solidFill>
                  <a:srgbClr val="B85A1E"/>
                </a:solidFill>
                <a:latin typeface="Noto Sans SC"/>
                <a:ea typeface="Noto Sans SC"/>
                <a:cs typeface="Noto Sans SC"/>
              </a:defRPr>
            </a:lvl9pPr>
          </a:lstStyle>
          <a:p xmlns:a="http://schemas.openxmlformats.org/drawingml/2006/main">
            <a:pPr algn="l">
              <a:defRPr sz="1350" b="0">
                <a:solidFill>
                  <a:srgbClr val="B85A1E"/>
                </a:solidFill>
                <a:latin typeface="Noto Sans SC"/>
                <a:ea typeface="Noto Sans SC"/>
                <a:cs typeface="Noto Sans SC"/>
              </a:defRPr>
            </a:pPr>
            <a:r>
              <a:rPr sz="1350" b="0">
                <a:solidFill>
                  <a:srgbClr val="B85A1E"/>
                </a:solidFill>
                <a:latin typeface="Noto Sans SC"/>
                <a:ea typeface="Noto Sans SC"/>
                <a:cs typeface="Noto Sans SC"/>
              </a:rPr>
              <a:t>至少 3 成员，趋近占比 ≥2/3，航向最大角差 ≤25°，ETA 极差 ≤20 s</a:t>
            </a:r>
          </a:p>
        </p:txBody>
      </p:sp>
      <p:sp xmlns:a="http://schemas.openxmlformats.org/drawingml/2006/main" xmlns:m="http://schemas.openxmlformats.org/officeDocument/2006/math" xmlns:w="http://schemas.openxmlformats.org/wordprocessingml/2006/main" xmlns:a14="http://schemas.microsoft.com/office/drawing/2010/main" xmlns:r="http://schemas.openxmlformats.org/officeDocument/2006/relationships" xmlns:rel="http://schemas.openxmlformats.org/package/2006/relationships" xmlns:ct="http://schemas.openxmlformats.org/package/2006/content-types">
        <p:nvSpPr>
          <p:cNvPr id="7001" name="latex-equation-7001"/>
          <p:cNvSpPr txBox="1">
            <a:spLocks noGrp="1"/>
          </p:cNvSpPr>
          <p:nvPr/>
        </p:nvSpPr>
        <p:spPr>
          <a:xfrm>
            <a:off x="609600" y="4124325"/>
            <a:ext cx="10972800" cy="714375"/>
          </a:xfrm>
          <a:prstGeom prst="rect">
            <a:avLst/>
          </a:prstGeom>
          <a:noFill/>
          <a:ln>
            <a:noFill/>
          </a:ln>
        </p:spPr>
        <p:txBody>
          <a:bodyPr wrap="none" lIns="0" tIns="0" rIns="0" bIns="0" anchor="ctr">
            <a:noAutofit/>
          </a:bodyPr>
          <a:lstStyle/>
          <a:p>
            <a:pPr algn="ctr"/>
            <a14:m>
              <m:oMathPara>
                <m:oMath>
                  <m:r>
                    <w:rPr>
                      <w:sz w:val="36"/>
                      <w:rFonts w:ascii="Cambria Math" w:hAnsi="Cambria Math" w:eastAsia="Cambria Math"/>
                    </w:rPr>
                    <m:t>C=</m:t>
                  </m:r>
                  <m:sSub>
                    <m:e>
                      <m:r>
                        <w:rPr>
                          <w:sz w:val="36"/>
                          <w:rFonts w:ascii="Cambria Math" w:hAnsi="Cambria Math" w:eastAsia="Cambria Math"/>
                        </w:rPr>
                        <m:t>clip</m:t>
                      </m:r>
                    </m:e>
                    <m:sub>
                      <m:d>
                        <m:dPr>
                          <m:begChr m:val="["/>
                          <m:sepChr m:val=","/>
                          <m:endChr m:val="]"/>
                        </m:dPr>
                        <m:e>
                          <m:r>
                            <w:rPr>
                              <w:sz w:val="36"/>
                              <w:rFonts w:ascii="Cambria Math" w:hAnsi="Cambria Math" w:eastAsia="Cambria Math"/>
                            </w:rPr>
                            <m:t>0</m:t>
                          </m:r>
                        </m:e>
                        <m:e>
                          <m:r>
                            <w:rPr>
                              <w:sz w:val="36"/>
                              <w:rFonts w:ascii="Cambria Math" w:hAnsi="Cambria Math" w:eastAsia="Cambria Math"/>
                            </w:rPr>
                            <m:t>1</m:t>
                          </m:r>
                        </m:e>
                      </m:d>
                    </m:sub>
                  </m:sSub>
                  <m:r>
                    <w:rPr>
                      <w:sz w:val="36"/>
                      <w:rFonts w:ascii="Cambria Math" w:hAnsi="Cambria Math" w:eastAsia="Cambria Math"/>
                    </w:rPr>
                    <m:t>(0.45f+0.30max(0,1−</m:t>
                  </m:r>
                  <m:sSub>
                    <m:e>
                      <m:r>
                        <w:rPr>
                          <w:sz w:val="36"/>
                          <w:rFonts w:ascii="Cambria Math" w:hAnsi="Cambria Math" w:eastAsia="Cambria Math"/>
                        </w:rPr>
                        <m:t>δ</m:t>
                      </m:r>
                    </m:e>
                    <m:sub>
                      <m:r>
                        <w:rPr>
                          <w:sz w:val="36"/>
                          <w:rFonts w:ascii="Cambria Math" w:hAnsi="Cambria Math" w:eastAsia="Cambria Math"/>
                        </w:rPr>
                        <m:t>h</m:t>
                      </m:r>
                    </m:sub>
                  </m:sSub>
                  <m:r>
                    <w:rPr>
                      <w:sz w:val="36"/>
                      <w:rFonts w:ascii="Cambria Math" w:hAnsi="Cambria Math" w:eastAsia="Cambria Math"/>
                    </w:rPr>
                    <m:t>/25)+0.25max(0,1−</m:t>
                  </m:r>
                  <m:sSub>
                    <m:e>
                      <m:r>
                        <w:rPr>
                          <w:sz w:val="36"/>
                          <w:rFonts w:ascii="Cambria Math" w:hAnsi="Cambria Math" w:eastAsia="Cambria Math"/>
                        </w:rPr>
                        <m:t>δ</m:t>
                      </m:r>
                    </m:e>
                    <m:sub>
                      <m:r>
                        <w:rPr>
                          <w:sz w:val="36"/>
                          <w:rFonts w:ascii="Cambria Math" w:hAnsi="Cambria Math" w:eastAsia="Cambria Math"/>
                        </w:rPr>
                        <m:t>τ</m:t>
                      </m:r>
                    </m:sub>
                  </m:sSub>
                  <m:r>
                    <w:rPr>
                      <w:sz w:val="36"/>
                      <w:rFonts w:ascii="Cambria Math" w:hAnsi="Cambria Math" w:eastAsia="Cambria Math"/>
                    </w:rPr>
                    <m:t>/20))</m:t>
                  </m:r>
                </m:oMath>
              </m:oMathPara>
            </a14:m>
            <a:endParaRPr sz="1800"/>
          </a:p>
        </p:txBody>
      </p:sp>
    </p:spTree>
    <p:extLst>
      <p:ext uri="{BB962C8B-B14F-4D97-AF65-F5344CB8AC3E}">
        <p14:creationId xmlns:p14="http://schemas.microsoft.com/office/powerpoint/2010/main" val="1382714926"/>
      </p:ext>
    </p:extLst>
  </p:cSld>
</p:sld>
</file>

<file path=ppt/slides/slide22.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26" name="o0">
            <a:extLst xmlns:a="http://schemas.openxmlformats.org/drawingml/2006/main">
              <a:ext uri="{FF2B5EF4-FFF2-40B4-BE49-F238E27FC236}">
                <a16:creationId xmlns:a16="http://schemas.microsoft.com/office/drawing/2014/main" id="{3828A8AE-0D73-4642-A0F5-42C59156185D}"/>
              </a:ext>
            </a:extLst>
          </p:cNvPr>
          <p:cNvSpPr>
            <a:spLocks xmlns:a="http://schemas.openxmlformats.org/drawingml/2006/main" noGrp="1"/>
          </p:cNvSpPr>
          <p:nvPr/>
        </p:nvSpPr>
        <p:spPr>
          <a:xfrm xmlns:a="http://schemas.openxmlformats.org/drawingml/2006/main">
            <a:off x="609600" y="219075"/>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B85A1E"/>
                </a:solidFill>
                <a:latin typeface="Noto Sans SC"/>
                <a:ea typeface="Noto Sans SC"/>
                <a:cs typeface="Noto Sans SC"/>
              </a:defRPr>
            </a:defPPr>
            <a:lvl1pPr algn="l">
              <a:defRPr sz="1275" b="1">
                <a:solidFill>
                  <a:srgbClr val="B85A1E"/>
                </a:solidFill>
                <a:latin typeface="Noto Sans SC"/>
                <a:ea typeface="Noto Sans SC"/>
                <a:cs typeface="Noto Sans SC"/>
              </a:defRPr>
            </a:lvl1pPr>
            <a:lvl2pPr algn="l">
              <a:defRPr sz="1275" b="1">
                <a:solidFill>
                  <a:srgbClr val="B85A1E"/>
                </a:solidFill>
                <a:latin typeface="Noto Sans SC"/>
                <a:ea typeface="Noto Sans SC"/>
                <a:cs typeface="Noto Sans SC"/>
              </a:defRPr>
            </a:lvl2pPr>
            <a:lvl3pPr algn="l">
              <a:defRPr sz="1275" b="1">
                <a:solidFill>
                  <a:srgbClr val="B85A1E"/>
                </a:solidFill>
                <a:latin typeface="Noto Sans SC"/>
                <a:ea typeface="Noto Sans SC"/>
                <a:cs typeface="Noto Sans SC"/>
              </a:defRPr>
            </a:lvl3pPr>
            <a:lvl4pPr algn="l">
              <a:defRPr sz="1275" b="1">
                <a:solidFill>
                  <a:srgbClr val="B85A1E"/>
                </a:solidFill>
                <a:latin typeface="Noto Sans SC"/>
                <a:ea typeface="Noto Sans SC"/>
                <a:cs typeface="Noto Sans SC"/>
              </a:defRPr>
            </a:lvl4pPr>
            <a:lvl5pPr algn="l">
              <a:defRPr sz="1275" b="1">
                <a:solidFill>
                  <a:srgbClr val="B85A1E"/>
                </a:solidFill>
                <a:latin typeface="Noto Sans SC"/>
                <a:ea typeface="Noto Sans SC"/>
                <a:cs typeface="Noto Sans SC"/>
              </a:defRPr>
            </a:lvl5pPr>
            <a:lvl6pPr algn="l">
              <a:defRPr sz="1275" b="1">
                <a:solidFill>
                  <a:srgbClr val="B85A1E"/>
                </a:solidFill>
                <a:latin typeface="Noto Sans SC"/>
                <a:ea typeface="Noto Sans SC"/>
                <a:cs typeface="Noto Sans SC"/>
              </a:defRPr>
            </a:lvl6pPr>
            <a:lvl7pPr algn="l">
              <a:defRPr sz="1275" b="1">
                <a:solidFill>
                  <a:srgbClr val="B85A1E"/>
                </a:solidFill>
                <a:latin typeface="Noto Sans SC"/>
                <a:ea typeface="Noto Sans SC"/>
                <a:cs typeface="Noto Sans SC"/>
              </a:defRPr>
            </a:lvl7pPr>
            <a:lvl8pPr algn="l">
              <a:defRPr sz="1275" b="1">
                <a:solidFill>
                  <a:srgbClr val="B85A1E"/>
                </a:solidFill>
                <a:latin typeface="Noto Sans SC"/>
                <a:ea typeface="Noto Sans SC"/>
                <a:cs typeface="Noto Sans SC"/>
              </a:defRPr>
            </a:lvl8pPr>
            <a:lvl9pPr algn="l">
              <a:defRPr sz="1275" b="1">
                <a:solidFill>
                  <a:srgbClr val="B85A1E"/>
                </a:solidFill>
                <a:latin typeface="Noto Sans SC"/>
                <a:ea typeface="Noto Sans SC"/>
                <a:cs typeface="Noto Sans SC"/>
              </a:defRPr>
            </a:lvl9pPr>
          </a:lstStyle>
          <a:p xmlns:a="http://schemas.openxmlformats.org/drawingml/2006/main">
            <a:pPr algn="l">
              <a:defRPr sz="1275" b="1">
                <a:solidFill>
                  <a:srgbClr val="B85A1E"/>
                </a:solidFill>
                <a:latin typeface="Noto Sans SC"/>
                <a:ea typeface="Noto Sans SC"/>
                <a:cs typeface="Noto Sans SC"/>
              </a:defRPr>
            </a:pPr>
            <a:r>
              <a:rPr sz="1275" b="1">
                <a:solidFill>
                  <a:srgbClr val="B85A1E"/>
                </a:solidFill>
                <a:latin typeface="Noto Sans SC"/>
                <a:ea typeface="Noto Sans SC"/>
                <a:cs typeface="Noto Sans SC"/>
              </a:rPr>
              <a:t>优化 · 成员特征缓存</a:t>
            </a:r>
          </a:p>
        </p:txBody>
      </p:sp>
      <p:sp>
        <p:nvSpPr>
          <p:cNvPr id="2" name="o1">
            <a:extLst xmlns:a="http://schemas.openxmlformats.org/drawingml/2006/main">
              <a:ext uri="{FF2B5EF4-FFF2-40B4-BE49-F238E27FC236}">
                <a16:creationId xmlns:a16="http://schemas.microsoft.com/office/drawing/2014/main" id="{0F84A2ED-08DE-469D-810A-1BE40949DFB6}"/>
              </a:ext>
            </a:extLst>
          </p:cNvPr>
          <p:cNvSpPr>
            <a:spLocks xmlns:a="http://schemas.openxmlformats.org/drawingml/2006/main" noGrp="1"/>
          </p:cNvSpPr>
          <p:nvPr/>
        </p:nvSpPr>
        <p:spPr>
          <a:xfrm xmlns:a="http://schemas.openxmlformats.org/drawingml/2006/main">
            <a:off x="609600" y="6000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700" b="1">
                <a:solidFill>
                  <a:srgbClr val="16243A"/>
                </a:solidFill>
                <a:latin typeface="Noto Serif SC"/>
                <a:ea typeface="Noto Serif SC"/>
                <a:cs typeface="Noto Serif SC"/>
              </a:defRPr>
            </a:defPPr>
            <a:lvl1pPr algn="l">
              <a:defRPr sz="2700" b="1">
                <a:solidFill>
                  <a:srgbClr val="16243A"/>
                </a:solidFill>
                <a:latin typeface="Noto Serif SC"/>
                <a:ea typeface="Noto Serif SC"/>
                <a:cs typeface="Noto Serif SC"/>
              </a:defRPr>
            </a:lvl1pPr>
            <a:lvl2pPr algn="l">
              <a:defRPr sz="2700" b="1">
                <a:solidFill>
                  <a:srgbClr val="16243A"/>
                </a:solidFill>
                <a:latin typeface="Noto Serif SC"/>
                <a:ea typeface="Noto Serif SC"/>
                <a:cs typeface="Noto Serif SC"/>
              </a:defRPr>
            </a:lvl2pPr>
            <a:lvl3pPr algn="l">
              <a:defRPr sz="2700" b="1">
                <a:solidFill>
                  <a:srgbClr val="16243A"/>
                </a:solidFill>
                <a:latin typeface="Noto Serif SC"/>
                <a:ea typeface="Noto Serif SC"/>
                <a:cs typeface="Noto Serif SC"/>
              </a:defRPr>
            </a:lvl3pPr>
            <a:lvl4pPr algn="l">
              <a:defRPr sz="2700" b="1">
                <a:solidFill>
                  <a:srgbClr val="16243A"/>
                </a:solidFill>
                <a:latin typeface="Noto Serif SC"/>
                <a:ea typeface="Noto Serif SC"/>
                <a:cs typeface="Noto Serif SC"/>
              </a:defRPr>
            </a:lvl4pPr>
            <a:lvl5pPr algn="l">
              <a:defRPr sz="2700" b="1">
                <a:solidFill>
                  <a:srgbClr val="16243A"/>
                </a:solidFill>
                <a:latin typeface="Noto Serif SC"/>
                <a:ea typeface="Noto Serif SC"/>
                <a:cs typeface="Noto Serif SC"/>
              </a:defRPr>
            </a:lvl5pPr>
            <a:lvl6pPr algn="l">
              <a:defRPr sz="2700" b="1">
                <a:solidFill>
                  <a:srgbClr val="16243A"/>
                </a:solidFill>
                <a:latin typeface="Noto Serif SC"/>
                <a:ea typeface="Noto Serif SC"/>
                <a:cs typeface="Noto Serif SC"/>
              </a:defRPr>
            </a:lvl6pPr>
            <a:lvl7pPr algn="l">
              <a:defRPr sz="2700" b="1">
                <a:solidFill>
                  <a:srgbClr val="16243A"/>
                </a:solidFill>
                <a:latin typeface="Noto Serif SC"/>
                <a:ea typeface="Noto Serif SC"/>
                <a:cs typeface="Noto Serif SC"/>
              </a:defRPr>
            </a:lvl7pPr>
            <a:lvl8pPr algn="l">
              <a:defRPr sz="2700" b="1">
                <a:solidFill>
                  <a:srgbClr val="16243A"/>
                </a:solidFill>
                <a:latin typeface="Noto Serif SC"/>
                <a:ea typeface="Noto Serif SC"/>
                <a:cs typeface="Noto Serif SC"/>
              </a:defRPr>
            </a:lvl8pPr>
            <a:lvl9pPr algn="l">
              <a:defRPr sz="2700" b="1">
                <a:solidFill>
                  <a:srgbClr val="16243A"/>
                </a:solidFill>
                <a:latin typeface="Noto Serif SC"/>
                <a:ea typeface="Noto Serif SC"/>
                <a:cs typeface="Noto Serif SC"/>
              </a:defRPr>
            </a:lvl9pPr>
          </a:lstStyle>
          <a:p xmlns:a="http://schemas.openxmlformats.org/drawingml/2006/main">
            <a:pPr algn="l">
              <a:defRPr sz="2700" b="1">
                <a:solidFill>
                  <a:srgbClr val="16243A"/>
                </a:solidFill>
                <a:latin typeface="Noto Serif SC"/>
                <a:ea typeface="Noto Serif SC"/>
                <a:cs typeface="Noto Serif SC"/>
              </a:defRPr>
            </a:pPr>
            <a:r>
              <a:rPr sz="2700" b="1">
                <a:solidFill>
                  <a:srgbClr val="16243A"/>
                </a:solidFill>
                <a:latin typeface="Noto Serif SC"/>
                <a:ea typeface="Noto Serif SC"/>
                <a:cs typeface="Noto Serif SC"/>
              </a:rPr>
              <a:t>请求内复用成员特征，减少重复判读计算</a:t>
            </a:r>
          </a:p>
        </p:txBody>
      </p:sp>
      <p:sp>
        <p:nvSpPr>
          <p:cNvPr id="3" name="line-2">
            <a:extLst xmlns:a="http://schemas.openxmlformats.org/drawingml/2006/main">
              <a:ext uri="{FF2B5EF4-FFF2-40B4-BE49-F238E27FC236}">
                <a16:creationId xmlns:a16="http://schemas.microsoft.com/office/drawing/2014/main" id="{8DF14C0F-188F-40BF-B1B1-51CE918E77E8}"/>
              </a:ext>
            </a:extLst>
          </p:cNvPr>
          <p:cNvSpPr>
            <a:spLocks xmlns:a="http://schemas.openxmlformats.org/drawingml/2006/main" noGrp="1"/>
          </p:cNvSpPr>
          <p:nvPr/>
        </p:nvSpPr>
        <p:spPr>
          <a:xfrm xmlns:a="http://schemas.openxmlformats.org/drawingml/2006/main" flipV="0">
            <a:off x="609600" y="1200150"/>
            <a:ext cx="10972800" cy="953"/>
          </a:xfrm>
          <a:prstGeom xmlns:a="http://schemas.openxmlformats.org/drawingml/2006/main" prst="line">
            <a:avLst/>
          </a:prstGeom>
          <a:noFill xmlns:a="http://schemas.openxmlformats.org/drawingml/2006/main"/>
          <a:ln xmlns:a="http://schemas.openxmlformats.org/drawingml/2006/main" w="14288">
            <a:solidFill>
              <a:srgbClr val="D5DAE0"/>
            </a:solidFill>
            <a:prstDash val="solid"/>
          </a:ln>
        </p:spPr>
      </p:sp>
      <p:sp>
        <p:nvSpPr>
          <p:cNvPr id="4" name="o3">
            <a:extLst xmlns:a="http://schemas.openxmlformats.org/drawingml/2006/main">
              <a:ext uri="{FF2B5EF4-FFF2-40B4-BE49-F238E27FC236}">
                <a16:creationId xmlns:a16="http://schemas.microsoft.com/office/drawing/2014/main" id="{8D55B29F-E1EF-4C97-AC86-262B275B65C8}"/>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00" b="0">
                <a:solidFill>
                  <a:srgbClr val="6B7689"/>
                </a:solidFill>
                <a:latin typeface="Noto Sans SC"/>
                <a:ea typeface="Noto Sans SC"/>
                <a:cs typeface="Noto Sans SC"/>
              </a:defRPr>
            </a:defPPr>
            <a:lvl1pPr algn="l">
              <a:defRPr sz="900" b="0">
                <a:solidFill>
                  <a:srgbClr val="6B7689"/>
                </a:solidFill>
                <a:latin typeface="Noto Sans SC"/>
                <a:ea typeface="Noto Sans SC"/>
                <a:cs typeface="Noto Sans SC"/>
              </a:defRPr>
            </a:lvl1pPr>
            <a:lvl2pPr algn="l">
              <a:defRPr sz="900" b="0">
                <a:solidFill>
                  <a:srgbClr val="6B7689"/>
                </a:solidFill>
                <a:latin typeface="Noto Sans SC"/>
                <a:ea typeface="Noto Sans SC"/>
                <a:cs typeface="Noto Sans SC"/>
              </a:defRPr>
            </a:lvl2pPr>
            <a:lvl3pPr algn="l">
              <a:defRPr sz="900" b="0">
                <a:solidFill>
                  <a:srgbClr val="6B7689"/>
                </a:solidFill>
                <a:latin typeface="Noto Sans SC"/>
                <a:ea typeface="Noto Sans SC"/>
                <a:cs typeface="Noto Sans SC"/>
              </a:defRPr>
            </a:lvl3pPr>
            <a:lvl4pPr algn="l">
              <a:defRPr sz="900" b="0">
                <a:solidFill>
                  <a:srgbClr val="6B7689"/>
                </a:solidFill>
                <a:latin typeface="Noto Sans SC"/>
                <a:ea typeface="Noto Sans SC"/>
                <a:cs typeface="Noto Sans SC"/>
              </a:defRPr>
            </a:lvl4pPr>
            <a:lvl5pPr algn="l">
              <a:defRPr sz="900" b="0">
                <a:solidFill>
                  <a:srgbClr val="6B7689"/>
                </a:solidFill>
                <a:latin typeface="Noto Sans SC"/>
                <a:ea typeface="Noto Sans SC"/>
                <a:cs typeface="Noto Sans SC"/>
              </a:defRPr>
            </a:lvl5pPr>
            <a:lvl6pPr algn="l">
              <a:defRPr sz="900" b="0">
                <a:solidFill>
                  <a:srgbClr val="6B7689"/>
                </a:solidFill>
                <a:latin typeface="Noto Sans SC"/>
                <a:ea typeface="Noto Sans SC"/>
                <a:cs typeface="Noto Sans SC"/>
              </a:defRPr>
            </a:lvl6pPr>
            <a:lvl7pPr algn="l">
              <a:defRPr sz="900" b="0">
                <a:solidFill>
                  <a:srgbClr val="6B7689"/>
                </a:solidFill>
                <a:latin typeface="Noto Sans SC"/>
                <a:ea typeface="Noto Sans SC"/>
                <a:cs typeface="Noto Sans SC"/>
              </a:defRPr>
            </a:lvl7pPr>
            <a:lvl8pPr algn="l">
              <a:defRPr sz="900" b="0">
                <a:solidFill>
                  <a:srgbClr val="6B7689"/>
                </a:solidFill>
                <a:latin typeface="Noto Sans SC"/>
                <a:ea typeface="Noto Sans SC"/>
                <a:cs typeface="Noto Sans SC"/>
              </a:defRPr>
            </a:lvl8pPr>
            <a:lvl9pPr algn="l">
              <a:defRPr sz="900" b="0">
                <a:solidFill>
                  <a:srgbClr val="6B7689"/>
                </a:solidFill>
                <a:latin typeface="Noto Sans SC"/>
                <a:ea typeface="Noto Sans SC"/>
                <a:cs typeface="Noto Sans SC"/>
              </a:defRPr>
            </a:lvl9pPr>
          </a:lstStyle>
          <a:p xmlns:a="http://schemas.openxmlformats.org/drawingml/2006/main">
            <a:pPr algn="l">
              <a:defRPr sz="900" b="0">
                <a:solidFill>
                  <a:srgbClr val="6B7689"/>
                </a:solidFill>
                <a:latin typeface="Noto Sans SC"/>
                <a:ea typeface="Noto Sans SC"/>
                <a:cs typeface="Noto Sans SC"/>
              </a:defRPr>
            </a:pPr>
            <a:r>
              <a:rPr sz="900" b="0">
                <a:solidFill>
                  <a:srgbClr val="6B7689"/>
                </a:solidFill>
                <a:latin typeface="Noto Sans SC"/>
                <a:ea typeface="Noto Sans SC"/>
                <a:cs typeface="Noto Sans SC"/>
              </a:rPr>
              <a:t>results.json:cacheComparison；响应差异复核；project_reference §12.5</a:t>
            </a:r>
          </a:p>
        </p:txBody>
      </p:sp>
      <p:sp>
        <p:nvSpPr>
          <p:cNvPr id="5" name="o4">
            <a:extLst xmlns:a="http://schemas.openxmlformats.org/drawingml/2006/main">
              <a:ext uri="{FF2B5EF4-FFF2-40B4-BE49-F238E27FC236}">
                <a16:creationId xmlns:a16="http://schemas.microsoft.com/office/drawing/2014/main" id="{E13F0E53-FECF-462C-AA27-8D682BB5798C}"/>
              </a:ext>
            </a:extLst>
          </p:cNvPr>
          <p:cNvSpPr>
            <a:spLocks xmlns:a="http://schemas.openxmlformats.org/drawingml/2006/main" noGrp="1"/>
          </p:cNvSpPr>
          <p:nvPr/>
        </p:nvSpPr>
        <p:spPr>
          <a:xfrm xmlns:a="http://schemas.openxmlformats.org/drawingml/2006/main">
            <a:off x="10896600" y="6505575"/>
            <a:ext cx="68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6B7689"/>
                </a:solidFill>
                <a:latin typeface="Noto Sans SC"/>
                <a:ea typeface="Noto Sans SC"/>
                <a:cs typeface="Noto Sans SC"/>
              </a:defRPr>
            </a:defPPr>
            <a:lvl1pPr algn="r">
              <a:defRPr sz="1200" b="0">
                <a:solidFill>
                  <a:srgbClr val="6B7689"/>
                </a:solidFill>
                <a:latin typeface="Noto Sans SC"/>
                <a:ea typeface="Noto Sans SC"/>
                <a:cs typeface="Noto Sans SC"/>
              </a:defRPr>
            </a:lvl1pPr>
            <a:lvl2pPr algn="r">
              <a:defRPr sz="1200" b="0">
                <a:solidFill>
                  <a:srgbClr val="6B7689"/>
                </a:solidFill>
                <a:latin typeface="Noto Sans SC"/>
                <a:ea typeface="Noto Sans SC"/>
                <a:cs typeface="Noto Sans SC"/>
              </a:defRPr>
            </a:lvl2pPr>
            <a:lvl3pPr algn="r">
              <a:defRPr sz="1200" b="0">
                <a:solidFill>
                  <a:srgbClr val="6B7689"/>
                </a:solidFill>
                <a:latin typeface="Noto Sans SC"/>
                <a:ea typeface="Noto Sans SC"/>
                <a:cs typeface="Noto Sans SC"/>
              </a:defRPr>
            </a:lvl3pPr>
            <a:lvl4pPr algn="r">
              <a:defRPr sz="1200" b="0">
                <a:solidFill>
                  <a:srgbClr val="6B7689"/>
                </a:solidFill>
                <a:latin typeface="Noto Sans SC"/>
                <a:ea typeface="Noto Sans SC"/>
                <a:cs typeface="Noto Sans SC"/>
              </a:defRPr>
            </a:lvl4pPr>
            <a:lvl5pPr algn="r">
              <a:defRPr sz="1200" b="0">
                <a:solidFill>
                  <a:srgbClr val="6B7689"/>
                </a:solidFill>
                <a:latin typeface="Noto Sans SC"/>
                <a:ea typeface="Noto Sans SC"/>
                <a:cs typeface="Noto Sans SC"/>
              </a:defRPr>
            </a:lvl5pPr>
            <a:lvl6pPr algn="r">
              <a:defRPr sz="1200" b="0">
                <a:solidFill>
                  <a:srgbClr val="6B7689"/>
                </a:solidFill>
                <a:latin typeface="Noto Sans SC"/>
                <a:ea typeface="Noto Sans SC"/>
                <a:cs typeface="Noto Sans SC"/>
              </a:defRPr>
            </a:lvl6pPr>
            <a:lvl7pPr algn="r">
              <a:defRPr sz="1200" b="0">
                <a:solidFill>
                  <a:srgbClr val="6B7689"/>
                </a:solidFill>
                <a:latin typeface="Noto Sans SC"/>
                <a:ea typeface="Noto Sans SC"/>
                <a:cs typeface="Noto Sans SC"/>
              </a:defRPr>
            </a:lvl7pPr>
            <a:lvl8pPr algn="r">
              <a:defRPr sz="1200" b="0">
                <a:solidFill>
                  <a:srgbClr val="6B7689"/>
                </a:solidFill>
                <a:latin typeface="Noto Sans SC"/>
                <a:ea typeface="Noto Sans SC"/>
                <a:cs typeface="Noto Sans SC"/>
              </a:defRPr>
            </a:lvl8pPr>
            <a:lvl9pPr algn="r">
              <a:defRPr sz="1200" b="0">
                <a:solidFill>
                  <a:srgbClr val="6B7689"/>
                </a:solidFill>
                <a:latin typeface="Noto Sans SC"/>
                <a:ea typeface="Noto Sans SC"/>
                <a:cs typeface="Noto Sans SC"/>
              </a:defRPr>
            </a:lvl9pPr>
          </a:lstStyle>
          <a:p xmlns:a="http://schemas.openxmlformats.org/drawingml/2006/main">
            <a:pPr algn="r">
              <a:defRPr sz="1200" b="0">
                <a:solidFill>
                  <a:srgbClr val="6B7689"/>
                </a:solidFill>
                <a:latin typeface="Noto Sans SC"/>
                <a:ea typeface="Noto Sans SC"/>
                <a:cs typeface="Noto Sans SC"/>
              </a:defRPr>
            </a:pPr>
            <a:r>
              <a:rPr sz="1200" b="0">
                <a:solidFill>
                  <a:srgbClr val="6B7689"/>
                </a:solidFill>
                <a:latin typeface="Noto Sans SC"/>
                <a:ea typeface="Noto Sans SC"/>
                <a:cs typeface="Noto Sans SC"/>
              </a:rPr>
              <a:t>22 / 39</a:t>
            </a:r>
          </a:p>
        </p:txBody>
      </p:sp>
      <p:sp>
        <p:nvSpPr>
          <p:cNvPr id="6" name="o5">
            <a:extLst xmlns:a="http://schemas.openxmlformats.org/drawingml/2006/main">
              <a:ext uri="{FF2B5EF4-FFF2-40B4-BE49-F238E27FC236}">
                <a16:creationId xmlns:a16="http://schemas.microsoft.com/office/drawing/2014/main" id="{6897ED42-63C9-4322-BDFF-B732A24A3A9E}"/>
              </a:ext>
            </a:extLst>
          </p:cNvPr>
          <p:cNvSpPr>
            <a:spLocks xmlns:a="http://schemas.openxmlformats.org/drawingml/2006/main" noGrp="1"/>
          </p:cNvSpPr>
          <p:nvPr/>
        </p:nvSpPr>
        <p:spPr>
          <a:xfrm xmlns:a="http://schemas.openxmlformats.org/drawingml/2006/main">
            <a:off x="609600" y="5981700"/>
            <a:ext cx="10972800" cy="428625"/>
          </a:xfrm>
          <a:prstGeom xmlns:a="http://schemas.openxmlformats.org/drawingml/2006/main" prst="roundRect">
            <a:avLst>
              <a:gd name="adj" fmla="val 17778"/>
            </a:avLst>
          </a:prstGeom>
          <a:solidFill xmlns:a="http://schemas.openxmlformats.org/drawingml/2006/main">
            <a:srgbClr val="D6E6E5"/>
          </a:solidFill>
          <a:ln xmlns:a="http://schemas.openxmlformats.org/drawingml/2006/main" w="0">
            <a:noFill/>
            <a:prstDash val="solid"/>
          </a:ln>
        </p:spPr>
      </p:sp>
      <p:sp>
        <p:nvSpPr>
          <p:cNvPr id="7" name="o6">
            <a:extLst xmlns:a="http://schemas.openxmlformats.org/drawingml/2006/main">
              <a:ext uri="{FF2B5EF4-FFF2-40B4-BE49-F238E27FC236}">
                <a16:creationId xmlns:a16="http://schemas.microsoft.com/office/drawing/2014/main" id="{19AC7BBE-6AE4-497D-9510-DDA5E754CA43}"/>
              </a:ext>
            </a:extLst>
          </p:cNvPr>
          <p:cNvSpPr>
            <a:spLocks xmlns:a="http://schemas.openxmlformats.org/drawingml/2006/main" noGrp="1"/>
          </p:cNvSpPr>
          <p:nvPr/>
        </p:nvSpPr>
        <p:spPr>
          <a:xfrm xmlns:a="http://schemas.openxmlformats.org/drawingml/2006/main">
            <a:off x="781050" y="6029325"/>
            <a:ext cx="10629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75" b="1">
                <a:solidFill>
                  <a:srgbClr val="0F6E73"/>
                </a:solidFill>
                <a:latin typeface="Noto Sans SC"/>
                <a:ea typeface="Noto Sans SC"/>
                <a:cs typeface="Noto Sans SC"/>
              </a:defRPr>
            </a:defPPr>
            <a:lvl1pPr algn="l">
              <a:defRPr sz="1575" b="1">
                <a:solidFill>
                  <a:srgbClr val="0F6E73"/>
                </a:solidFill>
                <a:latin typeface="Noto Sans SC"/>
                <a:ea typeface="Noto Sans SC"/>
                <a:cs typeface="Noto Sans SC"/>
              </a:defRPr>
            </a:lvl1pPr>
            <a:lvl2pPr algn="l">
              <a:defRPr sz="1575" b="1">
                <a:solidFill>
                  <a:srgbClr val="0F6E73"/>
                </a:solidFill>
                <a:latin typeface="Noto Sans SC"/>
                <a:ea typeface="Noto Sans SC"/>
                <a:cs typeface="Noto Sans SC"/>
              </a:defRPr>
            </a:lvl2pPr>
            <a:lvl3pPr algn="l">
              <a:defRPr sz="1575" b="1">
                <a:solidFill>
                  <a:srgbClr val="0F6E73"/>
                </a:solidFill>
                <a:latin typeface="Noto Sans SC"/>
                <a:ea typeface="Noto Sans SC"/>
                <a:cs typeface="Noto Sans SC"/>
              </a:defRPr>
            </a:lvl3pPr>
            <a:lvl4pPr algn="l">
              <a:defRPr sz="1575" b="1">
                <a:solidFill>
                  <a:srgbClr val="0F6E73"/>
                </a:solidFill>
                <a:latin typeface="Noto Sans SC"/>
                <a:ea typeface="Noto Sans SC"/>
                <a:cs typeface="Noto Sans SC"/>
              </a:defRPr>
            </a:lvl4pPr>
            <a:lvl5pPr algn="l">
              <a:defRPr sz="1575" b="1">
                <a:solidFill>
                  <a:srgbClr val="0F6E73"/>
                </a:solidFill>
                <a:latin typeface="Noto Sans SC"/>
                <a:ea typeface="Noto Sans SC"/>
                <a:cs typeface="Noto Sans SC"/>
              </a:defRPr>
            </a:lvl5pPr>
            <a:lvl6pPr algn="l">
              <a:defRPr sz="1575" b="1">
                <a:solidFill>
                  <a:srgbClr val="0F6E73"/>
                </a:solidFill>
                <a:latin typeface="Noto Sans SC"/>
                <a:ea typeface="Noto Sans SC"/>
                <a:cs typeface="Noto Sans SC"/>
              </a:defRPr>
            </a:lvl6pPr>
            <a:lvl7pPr algn="l">
              <a:defRPr sz="1575" b="1">
                <a:solidFill>
                  <a:srgbClr val="0F6E73"/>
                </a:solidFill>
                <a:latin typeface="Noto Sans SC"/>
                <a:ea typeface="Noto Sans SC"/>
                <a:cs typeface="Noto Sans SC"/>
              </a:defRPr>
            </a:lvl7pPr>
            <a:lvl8pPr algn="l">
              <a:defRPr sz="1575" b="1">
                <a:solidFill>
                  <a:srgbClr val="0F6E73"/>
                </a:solidFill>
                <a:latin typeface="Noto Sans SC"/>
                <a:ea typeface="Noto Sans SC"/>
                <a:cs typeface="Noto Sans SC"/>
              </a:defRPr>
            </a:lvl8pPr>
            <a:lvl9pPr algn="l">
              <a:defRPr sz="1575" b="1">
                <a:solidFill>
                  <a:srgbClr val="0F6E73"/>
                </a:solidFill>
                <a:latin typeface="Noto Sans SC"/>
                <a:ea typeface="Noto Sans SC"/>
                <a:cs typeface="Noto Sans SC"/>
              </a:defRPr>
            </a:lvl9pPr>
          </a:lstStyle>
          <a:p xmlns:a="http://schemas.openxmlformats.org/drawingml/2006/main">
            <a:pPr algn="l">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100 目标时计算次数由每请求 200 次降至 100 次；路由中位耗时降低约 16%。</a:t>
            </a:r>
          </a:p>
        </p:txBody>
      </p:sp>
      <p:sp>
        <p:nvSpPr>
          <p:cNvPr id="8" name="o7">
            <a:extLst xmlns:a="http://schemas.openxmlformats.org/drawingml/2006/main">
              <a:ext uri="{FF2B5EF4-FFF2-40B4-BE49-F238E27FC236}">
                <a16:creationId xmlns:a16="http://schemas.microsoft.com/office/drawing/2014/main" id="{03ABA163-BE10-4FB3-88ED-B6872712B562}"/>
              </a:ext>
            </a:extLst>
          </p:cNvPr>
          <p:cNvSpPr>
            <a:spLocks xmlns:a="http://schemas.openxmlformats.org/drawingml/2006/main" noGrp="1"/>
          </p:cNvSpPr>
          <p:nvPr/>
        </p:nvSpPr>
        <p:spPr>
          <a:xfrm xmlns:a="http://schemas.openxmlformats.org/drawingml/2006/main">
            <a:off x="609600" y="1571625"/>
            <a:ext cx="3492500" cy="714375"/>
          </a:xfrm>
          <a:prstGeom xmlns:a="http://schemas.openxmlformats.org/drawingml/2006/main" prst="roundRect">
            <a:avLst>
              <a:gd name="adj" fmla="val 10667"/>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成员特征计算一次</a:t>
            </a:r>
          </a:p>
        </p:txBody>
      </p:sp>
      <p:sp>
        <p:nvSpPr>
          <p:cNvPr id="9" name="line-7">
            <a:extLst xmlns:a="http://schemas.openxmlformats.org/drawingml/2006/main">
              <a:ext uri="{FF2B5EF4-FFF2-40B4-BE49-F238E27FC236}">
                <a16:creationId xmlns:a16="http://schemas.microsoft.com/office/drawing/2014/main" id="{71E958BF-A6F9-47AD-8AC8-D2DC0774DC9A}"/>
              </a:ext>
            </a:extLst>
          </p:cNvPr>
          <p:cNvSpPr>
            <a:spLocks xmlns:a="http://schemas.openxmlformats.org/drawingml/2006/main" noGrp="1"/>
          </p:cNvSpPr>
          <p:nvPr/>
        </p:nvSpPr>
        <p:spPr>
          <a:xfrm xmlns:a="http://schemas.openxmlformats.org/drawingml/2006/main" flipV="0">
            <a:off x="4130675" y="1928813"/>
            <a:ext cx="180975"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0" name="line-7">
            <a:extLst xmlns:a="http://schemas.openxmlformats.org/drawingml/2006/main">
              <a:ext uri="{FF2B5EF4-FFF2-40B4-BE49-F238E27FC236}">
                <a16:creationId xmlns:a16="http://schemas.microsoft.com/office/drawing/2014/main" id="{4C247315-EC08-47AE-984F-3CA0D280EE52}"/>
              </a:ext>
            </a:extLst>
          </p:cNvPr>
          <p:cNvSpPr>
            <a:spLocks xmlns:a="http://schemas.openxmlformats.org/drawingml/2006/main" noGrp="1"/>
          </p:cNvSpPr>
          <p:nvPr/>
        </p:nvSpPr>
        <p:spPr>
          <a:xfrm xmlns:a="http://schemas.openxmlformats.org/drawingml/2006/main" flipV="1">
            <a:off x="4236419" y="1928813"/>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1" name="line-7">
            <a:extLst xmlns:a="http://schemas.openxmlformats.org/drawingml/2006/main">
              <a:ext uri="{FF2B5EF4-FFF2-40B4-BE49-F238E27FC236}">
                <a16:creationId xmlns:a16="http://schemas.microsoft.com/office/drawing/2014/main" id="{F4E85FBE-7013-4BE0-A7F3-522307C9CAE2}"/>
              </a:ext>
            </a:extLst>
          </p:cNvPr>
          <p:cNvSpPr>
            <a:spLocks xmlns:a="http://schemas.openxmlformats.org/drawingml/2006/main" noGrp="1"/>
          </p:cNvSpPr>
          <p:nvPr/>
        </p:nvSpPr>
        <p:spPr>
          <a:xfrm xmlns:a="http://schemas.openxmlformats.org/drawingml/2006/main" flipV="0">
            <a:off x="4236419" y="1887714"/>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2" name="o11">
            <a:extLst xmlns:a="http://schemas.openxmlformats.org/drawingml/2006/main">
              <a:ext uri="{FF2B5EF4-FFF2-40B4-BE49-F238E27FC236}">
                <a16:creationId xmlns:a16="http://schemas.microsoft.com/office/drawing/2014/main" id="{C0F56555-1E59-4C66-8E76-0C0E2FD77CC6}"/>
              </a:ext>
            </a:extLst>
          </p:cNvPr>
          <p:cNvSpPr>
            <a:spLocks xmlns:a="http://schemas.openxmlformats.org/drawingml/2006/main" noGrp="1"/>
          </p:cNvSpPr>
          <p:nvPr/>
        </p:nvSpPr>
        <p:spPr>
          <a:xfrm xmlns:a="http://schemas.openxmlformats.org/drawingml/2006/main">
            <a:off x="4349750" y="1571625"/>
            <a:ext cx="3492500" cy="714375"/>
          </a:xfrm>
          <a:prstGeom xmlns:a="http://schemas.openxmlformats.org/drawingml/2006/main" prst="roundRect">
            <a:avLst>
              <a:gd name="adj" fmla="val 10667"/>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请求局部缓存</a:t>
            </a:r>
          </a:p>
        </p:txBody>
      </p:sp>
      <p:sp>
        <p:nvSpPr>
          <p:cNvPr id="13" name="line-8">
            <a:extLst xmlns:a="http://schemas.openxmlformats.org/drawingml/2006/main">
              <a:ext uri="{FF2B5EF4-FFF2-40B4-BE49-F238E27FC236}">
                <a16:creationId xmlns:a16="http://schemas.microsoft.com/office/drawing/2014/main" id="{D5A78ABC-7453-4C2C-8963-75CCB7BEACB5}"/>
              </a:ext>
            </a:extLst>
          </p:cNvPr>
          <p:cNvSpPr>
            <a:spLocks xmlns:a="http://schemas.openxmlformats.org/drawingml/2006/main" noGrp="1"/>
          </p:cNvSpPr>
          <p:nvPr/>
        </p:nvSpPr>
        <p:spPr>
          <a:xfrm xmlns:a="http://schemas.openxmlformats.org/drawingml/2006/main" flipV="0">
            <a:off x="7870825" y="1928813"/>
            <a:ext cx="180975"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4" name="line-8">
            <a:extLst xmlns:a="http://schemas.openxmlformats.org/drawingml/2006/main">
              <a:ext uri="{FF2B5EF4-FFF2-40B4-BE49-F238E27FC236}">
                <a16:creationId xmlns:a16="http://schemas.microsoft.com/office/drawing/2014/main" id="{D0EA2222-FE32-41A8-B265-3334249F4133}"/>
              </a:ext>
            </a:extLst>
          </p:cNvPr>
          <p:cNvSpPr>
            <a:spLocks xmlns:a="http://schemas.openxmlformats.org/drawingml/2006/main" noGrp="1"/>
          </p:cNvSpPr>
          <p:nvPr/>
        </p:nvSpPr>
        <p:spPr>
          <a:xfrm xmlns:a="http://schemas.openxmlformats.org/drawingml/2006/main" flipV="1">
            <a:off x="7976569" y="1928813"/>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5" name="line-8">
            <a:extLst xmlns:a="http://schemas.openxmlformats.org/drawingml/2006/main">
              <a:ext uri="{FF2B5EF4-FFF2-40B4-BE49-F238E27FC236}">
                <a16:creationId xmlns:a16="http://schemas.microsoft.com/office/drawing/2014/main" id="{C9F772AA-F1D1-4947-A562-B0E403DE5F88}"/>
              </a:ext>
            </a:extLst>
          </p:cNvPr>
          <p:cNvSpPr>
            <a:spLocks xmlns:a="http://schemas.openxmlformats.org/drawingml/2006/main" noGrp="1"/>
          </p:cNvSpPr>
          <p:nvPr/>
        </p:nvSpPr>
        <p:spPr>
          <a:xfrm xmlns:a="http://schemas.openxmlformats.org/drawingml/2006/main" flipV="0">
            <a:off x="7976569" y="1887714"/>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6" name="o15">
            <a:extLst xmlns:a="http://schemas.openxmlformats.org/drawingml/2006/main">
              <a:ext uri="{FF2B5EF4-FFF2-40B4-BE49-F238E27FC236}">
                <a16:creationId xmlns:a16="http://schemas.microsoft.com/office/drawing/2014/main" id="{5BC303A5-2503-47BE-A16A-02593CCD16EC}"/>
              </a:ext>
            </a:extLst>
          </p:cNvPr>
          <p:cNvSpPr>
            <a:spLocks xmlns:a="http://schemas.openxmlformats.org/drawingml/2006/main" noGrp="1"/>
          </p:cNvSpPr>
          <p:nvPr/>
        </p:nvSpPr>
        <p:spPr>
          <a:xfrm xmlns:a="http://schemas.openxmlformats.org/drawingml/2006/main">
            <a:off x="8089900" y="1571625"/>
            <a:ext cx="3492500" cy="714375"/>
          </a:xfrm>
          <a:prstGeom xmlns:a="http://schemas.openxmlformats.org/drawingml/2006/main" prst="roundRect">
            <a:avLst>
              <a:gd name="adj" fmla="val 10667"/>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集群与单机共同读取</a:t>
            </a:r>
          </a:p>
        </p:txBody>
      </p:sp>
      <p:sp>
        <p:nvSpPr>
          <p:cNvPr id="17" name="o16">
            <a:extLst xmlns:a="http://schemas.openxmlformats.org/drawingml/2006/main">
              <a:ext uri="{FF2B5EF4-FFF2-40B4-BE49-F238E27FC236}">
                <a16:creationId xmlns:a16="http://schemas.microsoft.com/office/drawing/2014/main" id="{A19E7B95-1EE8-47C2-9566-9D2BB99ABF33}"/>
              </a:ext>
            </a:extLst>
          </p:cNvPr>
          <p:cNvSpPr>
            <a:spLocks xmlns:a="http://schemas.openxmlformats.org/drawingml/2006/main" noGrp="1"/>
          </p:cNvSpPr>
          <p:nvPr/>
        </p:nvSpPr>
        <p:spPr>
          <a:xfrm xmlns:a="http://schemas.openxmlformats.org/drawingml/2006/main">
            <a:off x="609600" y="2857500"/>
            <a:ext cx="4333875" cy="1724025"/>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18" name="line-10">
            <a:extLst xmlns:a="http://schemas.openxmlformats.org/drawingml/2006/main">
              <a:ext uri="{FF2B5EF4-FFF2-40B4-BE49-F238E27FC236}">
                <a16:creationId xmlns:a16="http://schemas.microsoft.com/office/drawing/2014/main" id="{51E36E4E-6A33-459A-AF28-8EE472EF812C}"/>
              </a:ext>
            </a:extLst>
          </p:cNvPr>
          <p:cNvSpPr>
            <a:spLocks xmlns:a="http://schemas.openxmlformats.org/drawingml/2006/main" noGrp="1"/>
          </p:cNvSpPr>
          <p:nvPr/>
        </p:nvSpPr>
        <p:spPr>
          <a:xfrm xmlns:a="http://schemas.openxmlformats.org/drawingml/2006/main" flipV="0">
            <a:off x="609600" y="2857500"/>
            <a:ext cx="4333875" cy="953"/>
          </a:xfrm>
          <a:prstGeom xmlns:a="http://schemas.openxmlformats.org/drawingml/2006/main" prst="line">
            <a:avLst/>
          </a:prstGeom>
          <a:noFill xmlns:a="http://schemas.openxmlformats.org/drawingml/2006/main"/>
          <a:ln xmlns:a="http://schemas.openxmlformats.org/drawingml/2006/main" w="28575">
            <a:solidFill>
              <a:srgbClr val="32668E"/>
            </a:solidFill>
            <a:prstDash val="solid"/>
          </a:ln>
        </p:spPr>
      </p:sp>
      <p:sp>
        <p:nvSpPr>
          <p:cNvPr id="19" name="o18">
            <a:extLst xmlns:a="http://schemas.openxmlformats.org/drawingml/2006/main">
              <a:ext uri="{FF2B5EF4-FFF2-40B4-BE49-F238E27FC236}">
                <a16:creationId xmlns:a16="http://schemas.microsoft.com/office/drawing/2014/main" id="{DFA63F26-853D-41C0-A299-2FCFDFAD52A3}"/>
              </a:ext>
            </a:extLst>
          </p:cNvPr>
          <p:cNvSpPr>
            <a:spLocks xmlns:a="http://schemas.openxmlformats.org/drawingml/2006/main" noGrp="1"/>
          </p:cNvSpPr>
          <p:nvPr/>
        </p:nvSpPr>
        <p:spPr>
          <a:xfrm xmlns:a="http://schemas.openxmlformats.org/drawingml/2006/main">
            <a:off x="762000" y="2952750"/>
            <a:ext cx="40290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32668E"/>
                </a:solidFill>
                <a:latin typeface="Noto Sans SC"/>
                <a:ea typeface="Noto Sans SC"/>
                <a:cs typeface="Noto Sans SC"/>
              </a:defRPr>
            </a:defPPr>
            <a:lvl1pPr algn="l">
              <a:defRPr sz="1800" b="1">
                <a:solidFill>
                  <a:srgbClr val="32668E"/>
                </a:solidFill>
                <a:latin typeface="Noto Sans SC"/>
                <a:ea typeface="Noto Sans SC"/>
                <a:cs typeface="Noto Sans SC"/>
              </a:defRPr>
            </a:lvl1pPr>
            <a:lvl2pPr algn="l">
              <a:defRPr sz="1800" b="1">
                <a:solidFill>
                  <a:srgbClr val="32668E"/>
                </a:solidFill>
                <a:latin typeface="Noto Sans SC"/>
                <a:ea typeface="Noto Sans SC"/>
                <a:cs typeface="Noto Sans SC"/>
              </a:defRPr>
            </a:lvl2pPr>
            <a:lvl3pPr algn="l">
              <a:defRPr sz="1800" b="1">
                <a:solidFill>
                  <a:srgbClr val="32668E"/>
                </a:solidFill>
                <a:latin typeface="Noto Sans SC"/>
                <a:ea typeface="Noto Sans SC"/>
                <a:cs typeface="Noto Sans SC"/>
              </a:defRPr>
            </a:lvl3pPr>
            <a:lvl4pPr algn="l">
              <a:defRPr sz="1800" b="1">
                <a:solidFill>
                  <a:srgbClr val="32668E"/>
                </a:solidFill>
                <a:latin typeface="Noto Sans SC"/>
                <a:ea typeface="Noto Sans SC"/>
                <a:cs typeface="Noto Sans SC"/>
              </a:defRPr>
            </a:lvl4pPr>
            <a:lvl5pPr algn="l">
              <a:defRPr sz="1800" b="1">
                <a:solidFill>
                  <a:srgbClr val="32668E"/>
                </a:solidFill>
                <a:latin typeface="Noto Sans SC"/>
                <a:ea typeface="Noto Sans SC"/>
                <a:cs typeface="Noto Sans SC"/>
              </a:defRPr>
            </a:lvl5pPr>
            <a:lvl6pPr algn="l">
              <a:defRPr sz="1800" b="1">
                <a:solidFill>
                  <a:srgbClr val="32668E"/>
                </a:solidFill>
                <a:latin typeface="Noto Sans SC"/>
                <a:ea typeface="Noto Sans SC"/>
                <a:cs typeface="Noto Sans SC"/>
              </a:defRPr>
            </a:lvl6pPr>
            <a:lvl7pPr algn="l">
              <a:defRPr sz="1800" b="1">
                <a:solidFill>
                  <a:srgbClr val="32668E"/>
                </a:solidFill>
                <a:latin typeface="Noto Sans SC"/>
                <a:ea typeface="Noto Sans SC"/>
                <a:cs typeface="Noto Sans SC"/>
              </a:defRPr>
            </a:lvl7pPr>
            <a:lvl8pPr algn="l">
              <a:defRPr sz="1800" b="1">
                <a:solidFill>
                  <a:srgbClr val="32668E"/>
                </a:solidFill>
                <a:latin typeface="Noto Sans SC"/>
                <a:ea typeface="Noto Sans SC"/>
                <a:cs typeface="Noto Sans SC"/>
              </a:defRPr>
            </a:lvl8pPr>
            <a:lvl9pPr algn="l">
              <a:defRPr sz="1800" b="1">
                <a:solidFill>
                  <a:srgbClr val="32668E"/>
                </a:solidFill>
                <a:latin typeface="Noto Sans SC"/>
                <a:ea typeface="Noto Sans SC"/>
                <a:cs typeface="Noto Sans SC"/>
              </a:defRPr>
            </a:lvl9pPr>
          </a:lstStyle>
          <a:p xmlns:a="http://schemas.openxmlformats.org/drawingml/2006/main">
            <a:pPr algn="l">
              <a:defRPr sz="1800" b="1">
                <a:solidFill>
                  <a:srgbClr val="32668E"/>
                </a:solidFill>
                <a:latin typeface="Noto Sans SC"/>
                <a:ea typeface="Noto Sans SC"/>
                <a:cs typeface="Noto Sans SC"/>
              </a:defRPr>
            </a:pPr>
            <a:r>
              <a:rPr sz="1800" b="1">
                <a:solidFill>
                  <a:srgbClr val="32668E"/>
                </a:solidFill>
                <a:latin typeface="Noto Sans SC"/>
                <a:ea typeface="Noto Sans SC"/>
                <a:cs typeface="Noto Sans SC"/>
              </a:rPr>
              <a:t>缓存作用域</a:t>
            </a:r>
          </a:p>
        </p:txBody>
      </p:sp>
      <p:sp>
        <p:nvSpPr>
          <p:cNvPr id="20" name="o19">
            <a:extLst xmlns:a="http://schemas.openxmlformats.org/drawingml/2006/main">
              <a:ext uri="{FF2B5EF4-FFF2-40B4-BE49-F238E27FC236}">
                <a16:creationId xmlns:a16="http://schemas.microsoft.com/office/drawing/2014/main" id="{4D00DBD5-DDE5-4F78-A5FD-4D8703A63075}"/>
              </a:ext>
            </a:extLst>
          </p:cNvPr>
          <p:cNvSpPr>
            <a:spLocks xmlns:a="http://schemas.openxmlformats.org/drawingml/2006/main" noGrp="1"/>
          </p:cNvSpPr>
          <p:nvPr/>
        </p:nvSpPr>
        <p:spPr>
          <a:xfrm xmlns:a="http://schemas.openxmlformats.org/drawingml/2006/main">
            <a:off x="762000" y="3409950"/>
            <a:ext cx="4029075"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46536A"/>
                </a:solidFill>
                <a:latin typeface="Noto Sans SC"/>
                <a:ea typeface="Noto Sans SC"/>
                <a:cs typeface="Noto Sans SC"/>
              </a:defRPr>
            </a:defPPr>
            <a:lvl1pPr algn="l">
              <a:defRPr sz="1575" b="0">
                <a:solidFill>
                  <a:srgbClr val="46536A"/>
                </a:solidFill>
                <a:latin typeface="Noto Sans SC"/>
                <a:ea typeface="Noto Sans SC"/>
                <a:cs typeface="Noto Sans SC"/>
              </a:defRPr>
            </a:lvl1pPr>
            <a:lvl2pPr algn="l">
              <a:defRPr sz="1575" b="0">
                <a:solidFill>
                  <a:srgbClr val="46536A"/>
                </a:solidFill>
                <a:latin typeface="Noto Sans SC"/>
                <a:ea typeface="Noto Sans SC"/>
                <a:cs typeface="Noto Sans SC"/>
              </a:defRPr>
            </a:lvl2pPr>
            <a:lvl3pPr algn="l">
              <a:defRPr sz="1575" b="0">
                <a:solidFill>
                  <a:srgbClr val="46536A"/>
                </a:solidFill>
                <a:latin typeface="Noto Sans SC"/>
                <a:ea typeface="Noto Sans SC"/>
                <a:cs typeface="Noto Sans SC"/>
              </a:defRPr>
            </a:lvl3pPr>
            <a:lvl4pPr algn="l">
              <a:defRPr sz="1575" b="0">
                <a:solidFill>
                  <a:srgbClr val="46536A"/>
                </a:solidFill>
                <a:latin typeface="Noto Sans SC"/>
                <a:ea typeface="Noto Sans SC"/>
                <a:cs typeface="Noto Sans SC"/>
              </a:defRPr>
            </a:lvl4pPr>
            <a:lvl5pPr algn="l">
              <a:defRPr sz="1575" b="0">
                <a:solidFill>
                  <a:srgbClr val="46536A"/>
                </a:solidFill>
                <a:latin typeface="Noto Sans SC"/>
                <a:ea typeface="Noto Sans SC"/>
                <a:cs typeface="Noto Sans SC"/>
              </a:defRPr>
            </a:lvl5pPr>
            <a:lvl6pPr algn="l">
              <a:defRPr sz="1575" b="0">
                <a:solidFill>
                  <a:srgbClr val="46536A"/>
                </a:solidFill>
                <a:latin typeface="Noto Sans SC"/>
                <a:ea typeface="Noto Sans SC"/>
                <a:cs typeface="Noto Sans SC"/>
              </a:defRPr>
            </a:lvl6pPr>
            <a:lvl7pPr algn="l">
              <a:defRPr sz="1575" b="0">
                <a:solidFill>
                  <a:srgbClr val="46536A"/>
                </a:solidFill>
                <a:latin typeface="Noto Sans SC"/>
                <a:ea typeface="Noto Sans SC"/>
                <a:cs typeface="Noto Sans SC"/>
              </a:defRPr>
            </a:lvl7pPr>
            <a:lvl8pPr algn="l">
              <a:defRPr sz="1575" b="0">
                <a:solidFill>
                  <a:srgbClr val="46536A"/>
                </a:solidFill>
                <a:latin typeface="Noto Sans SC"/>
                <a:ea typeface="Noto Sans SC"/>
                <a:cs typeface="Noto Sans SC"/>
              </a:defRPr>
            </a:lvl8pPr>
            <a:lvl9pPr algn="l">
              <a:defRPr sz="1575" b="0">
                <a:solidFill>
                  <a:srgbClr val="46536A"/>
                </a:solidFill>
                <a:latin typeface="Noto Sans SC"/>
                <a:ea typeface="Noto Sans SC"/>
                <a:cs typeface="Noto Sans SC"/>
              </a:defRPr>
            </a:lvl9pPr>
          </a:lstStyle>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请求开始创建，结束释放</a:t>
            </a:r>
          </a:p>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目标及当前上下文一致时复用</a:t>
            </a:r>
          </a:p>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不是跨请求轨迹记忆</a:t>
            </a:r>
          </a:p>
        </p:txBody>
      </p:sp>
      <p:sp>
        <p:nvSpPr>
          <p:cNvPr id="21" name="o20">
            <a:extLst xmlns:a="http://schemas.openxmlformats.org/drawingml/2006/main">
              <a:ext uri="{FF2B5EF4-FFF2-40B4-BE49-F238E27FC236}">
                <a16:creationId xmlns:a16="http://schemas.microsoft.com/office/drawing/2014/main" id="{66E444C7-87F7-48CF-91CF-01180D6D8562}"/>
              </a:ext>
            </a:extLst>
          </p:cNvPr>
          <p:cNvSpPr>
            <a:spLocks xmlns:a="http://schemas.openxmlformats.org/drawingml/2006/main" noGrp="1"/>
          </p:cNvSpPr>
          <p:nvPr/>
        </p:nvSpPr>
        <p:spPr>
          <a:xfrm xmlns:a="http://schemas.openxmlformats.org/drawingml/2006/main">
            <a:off x="609600" y="4895850"/>
            <a:ext cx="4333875" cy="1028700"/>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22" name="line-13">
            <a:extLst xmlns:a="http://schemas.openxmlformats.org/drawingml/2006/main">
              <a:ext uri="{FF2B5EF4-FFF2-40B4-BE49-F238E27FC236}">
                <a16:creationId xmlns:a16="http://schemas.microsoft.com/office/drawing/2014/main" id="{6155E102-D183-4841-BD85-161646BC2D82}"/>
              </a:ext>
            </a:extLst>
          </p:cNvPr>
          <p:cNvSpPr>
            <a:spLocks xmlns:a="http://schemas.openxmlformats.org/drawingml/2006/main" noGrp="1"/>
          </p:cNvSpPr>
          <p:nvPr/>
        </p:nvSpPr>
        <p:spPr>
          <a:xfrm xmlns:a="http://schemas.openxmlformats.org/drawingml/2006/main" flipV="0">
            <a:off x="609600" y="4895850"/>
            <a:ext cx="4333875" cy="953"/>
          </a:xfrm>
          <a:prstGeom xmlns:a="http://schemas.openxmlformats.org/drawingml/2006/main" prst="line">
            <a:avLst/>
          </a:prstGeom>
          <a:noFill xmlns:a="http://schemas.openxmlformats.org/drawingml/2006/main"/>
          <a:ln xmlns:a="http://schemas.openxmlformats.org/drawingml/2006/main" w="28575">
            <a:solidFill>
              <a:srgbClr val="B85A1E"/>
            </a:solidFill>
            <a:prstDash val="solid"/>
          </a:ln>
        </p:spPr>
      </p:sp>
      <p:sp>
        <p:nvSpPr>
          <p:cNvPr id="23" name="o22">
            <a:extLst xmlns:a="http://schemas.openxmlformats.org/drawingml/2006/main">
              <a:ext uri="{FF2B5EF4-FFF2-40B4-BE49-F238E27FC236}">
                <a16:creationId xmlns:a16="http://schemas.microsoft.com/office/drawing/2014/main" id="{42863668-22B3-44F9-9C69-83B6B6583172}"/>
              </a:ext>
            </a:extLst>
          </p:cNvPr>
          <p:cNvSpPr>
            <a:spLocks xmlns:a="http://schemas.openxmlformats.org/drawingml/2006/main" noGrp="1"/>
          </p:cNvSpPr>
          <p:nvPr/>
        </p:nvSpPr>
        <p:spPr>
          <a:xfrm xmlns:a="http://schemas.openxmlformats.org/drawingml/2006/main">
            <a:off x="762000" y="4991100"/>
            <a:ext cx="40290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B85A1E"/>
                </a:solidFill>
                <a:latin typeface="Noto Sans SC"/>
                <a:ea typeface="Noto Sans SC"/>
                <a:cs typeface="Noto Sans SC"/>
              </a:defRPr>
            </a:defPPr>
            <a:lvl1pPr algn="l">
              <a:defRPr sz="1650" b="1">
                <a:solidFill>
                  <a:srgbClr val="B85A1E"/>
                </a:solidFill>
                <a:latin typeface="Noto Sans SC"/>
                <a:ea typeface="Noto Sans SC"/>
                <a:cs typeface="Noto Sans SC"/>
              </a:defRPr>
            </a:lvl1pPr>
            <a:lvl2pPr algn="l">
              <a:defRPr sz="1650" b="1">
                <a:solidFill>
                  <a:srgbClr val="B85A1E"/>
                </a:solidFill>
                <a:latin typeface="Noto Sans SC"/>
                <a:ea typeface="Noto Sans SC"/>
                <a:cs typeface="Noto Sans SC"/>
              </a:defRPr>
            </a:lvl2pPr>
            <a:lvl3pPr algn="l">
              <a:defRPr sz="1650" b="1">
                <a:solidFill>
                  <a:srgbClr val="B85A1E"/>
                </a:solidFill>
                <a:latin typeface="Noto Sans SC"/>
                <a:ea typeface="Noto Sans SC"/>
                <a:cs typeface="Noto Sans SC"/>
              </a:defRPr>
            </a:lvl3pPr>
            <a:lvl4pPr algn="l">
              <a:defRPr sz="1650" b="1">
                <a:solidFill>
                  <a:srgbClr val="B85A1E"/>
                </a:solidFill>
                <a:latin typeface="Noto Sans SC"/>
                <a:ea typeface="Noto Sans SC"/>
                <a:cs typeface="Noto Sans SC"/>
              </a:defRPr>
            </a:lvl4pPr>
            <a:lvl5pPr algn="l">
              <a:defRPr sz="1650" b="1">
                <a:solidFill>
                  <a:srgbClr val="B85A1E"/>
                </a:solidFill>
                <a:latin typeface="Noto Sans SC"/>
                <a:ea typeface="Noto Sans SC"/>
                <a:cs typeface="Noto Sans SC"/>
              </a:defRPr>
            </a:lvl5pPr>
            <a:lvl6pPr algn="l">
              <a:defRPr sz="1650" b="1">
                <a:solidFill>
                  <a:srgbClr val="B85A1E"/>
                </a:solidFill>
                <a:latin typeface="Noto Sans SC"/>
                <a:ea typeface="Noto Sans SC"/>
                <a:cs typeface="Noto Sans SC"/>
              </a:defRPr>
            </a:lvl6pPr>
            <a:lvl7pPr algn="l">
              <a:defRPr sz="1650" b="1">
                <a:solidFill>
                  <a:srgbClr val="B85A1E"/>
                </a:solidFill>
                <a:latin typeface="Noto Sans SC"/>
                <a:ea typeface="Noto Sans SC"/>
                <a:cs typeface="Noto Sans SC"/>
              </a:defRPr>
            </a:lvl7pPr>
            <a:lvl8pPr algn="l">
              <a:defRPr sz="1650" b="1">
                <a:solidFill>
                  <a:srgbClr val="B85A1E"/>
                </a:solidFill>
                <a:latin typeface="Noto Sans SC"/>
                <a:ea typeface="Noto Sans SC"/>
                <a:cs typeface="Noto Sans SC"/>
              </a:defRPr>
            </a:lvl8pPr>
            <a:lvl9pPr algn="l">
              <a:defRPr sz="1650" b="1">
                <a:solidFill>
                  <a:srgbClr val="B85A1E"/>
                </a:solidFill>
                <a:latin typeface="Noto Sans SC"/>
                <a:ea typeface="Noto Sans SC"/>
                <a:cs typeface="Noto Sans SC"/>
              </a:defRPr>
            </a:lvl9pPr>
          </a:lstStyle>
          <a:p xmlns:a="http://schemas.openxmlformats.org/drawingml/2006/main">
            <a:pPr algn="l">
              <a:defRPr sz="1650" b="1">
                <a:solidFill>
                  <a:srgbClr val="B85A1E"/>
                </a:solidFill>
                <a:latin typeface="Noto Sans SC"/>
                <a:ea typeface="Noto Sans SC"/>
                <a:cs typeface="Noto Sans SC"/>
              </a:defRPr>
            </a:pPr>
            <a:r>
              <a:rPr sz="1650" b="1">
                <a:solidFill>
                  <a:srgbClr val="B85A1E"/>
                </a:solidFill>
                <a:latin typeface="Noto Sans SC"/>
                <a:ea typeface="Noto Sans SC"/>
                <a:cs typeface="Noto Sans SC"/>
              </a:rPr>
              <a:t>响应一致性</a:t>
            </a:r>
          </a:p>
        </p:txBody>
      </p:sp>
      <p:sp>
        <p:nvSpPr>
          <p:cNvPr id="24" name="o23">
            <a:extLst xmlns:a="http://schemas.openxmlformats.org/drawingml/2006/main">
              <a:ext uri="{FF2B5EF4-FFF2-40B4-BE49-F238E27FC236}">
                <a16:creationId xmlns:a16="http://schemas.microsoft.com/office/drawing/2014/main" id="{19890699-8D70-4EEC-92E6-0AB2864E5432}"/>
              </a:ext>
            </a:extLst>
          </p:cNvPr>
          <p:cNvSpPr>
            <a:spLocks xmlns:a="http://schemas.openxmlformats.org/drawingml/2006/main" noGrp="1"/>
          </p:cNvSpPr>
          <p:nvPr/>
        </p:nvSpPr>
        <p:spPr>
          <a:xfrm xmlns:a="http://schemas.openxmlformats.org/drawingml/2006/main">
            <a:off x="762000" y="5343525"/>
            <a:ext cx="40290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36A"/>
                </a:solidFill>
                <a:latin typeface="Noto Sans SC"/>
                <a:ea typeface="Noto Sans SC"/>
                <a:cs typeface="Noto Sans SC"/>
              </a:defRPr>
            </a:defPPr>
            <a:lvl1pPr algn="l">
              <a:defRPr sz="1425" b="0">
                <a:solidFill>
                  <a:srgbClr val="46536A"/>
                </a:solidFill>
                <a:latin typeface="Noto Sans SC"/>
                <a:ea typeface="Noto Sans SC"/>
                <a:cs typeface="Noto Sans SC"/>
              </a:defRPr>
            </a:lvl1pPr>
            <a:lvl2pPr algn="l">
              <a:defRPr sz="1425" b="0">
                <a:solidFill>
                  <a:srgbClr val="46536A"/>
                </a:solidFill>
                <a:latin typeface="Noto Sans SC"/>
                <a:ea typeface="Noto Sans SC"/>
                <a:cs typeface="Noto Sans SC"/>
              </a:defRPr>
            </a:lvl2pPr>
            <a:lvl3pPr algn="l">
              <a:defRPr sz="1425" b="0">
                <a:solidFill>
                  <a:srgbClr val="46536A"/>
                </a:solidFill>
                <a:latin typeface="Noto Sans SC"/>
                <a:ea typeface="Noto Sans SC"/>
                <a:cs typeface="Noto Sans SC"/>
              </a:defRPr>
            </a:lvl3pPr>
            <a:lvl4pPr algn="l">
              <a:defRPr sz="1425" b="0">
                <a:solidFill>
                  <a:srgbClr val="46536A"/>
                </a:solidFill>
                <a:latin typeface="Noto Sans SC"/>
                <a:ea typeface="Noto Sans SC"/>
                <a:cs typeface="Noto Sans SC"/>
              </a:defRPr>
            </a:lvl4pPr>
            <a:lvl5pPr algn="l">
              <a:defRPr sz="1425" b="0">
                <a:solidFill>
                  <a:srgbClr val="46536A"/>
                </a:solidFill>
                <a:latin typeface="Noto Sans SC"/>
                <a:ea typeface="Noto Sans SC"/>
                <a:cs typeface="Noto Sans SC"/>
              </a:defRPr>
            </a:lvl5pPr>
            <a:lvl6pPr algn="l">
              <a:defRPr sz="1425" b="0">
                <a:solidFill>
                  <a:srgbClr val="46536A"/>
                </a:solidFill>
                <a:latin typeface="Noto Sans SC"/>
                <a:ea typeface="Noto Sans SC"/>
                <a:cs typeface="Noto Sans SC"/>
              </a:defRPr>
            </a:lvl6pPr>
            <a:lvl7pPr algn="l">
              <a:defRPr sz="1425" b="0">
                <a:solidFill>
                  <a:srgbClr val="46536A"/>
                </a:solidFill>
                <a:latin typeface="Noto Sans SC"/>
                <a:ea typeface="Noto Sans SC"/>
                <a:cs typeface="Noto Sans SC"/>
              </a:defRPr>
            </a:lvl7pPr>
            <a:lvl8pPr algn="l">
              <a:defRPr sz="1425" b="0">
                <a:solidFill>
                  <a:srgbClr val="46536A"/>
                </a:solidFill>
                <a:latin typeface="Noto Sans SC"/>
                <a:ea typeface="Noto Sans SC"/>
                <a:cs typeface="Noto Sans SC"/>
              </a:defRPr>
            </a:lvl8pPr>
            <a:lvl9pPr algn="l">
              <a:defRPr sz="1425" b="0">
                <a:solidFill>
                  <a:srgbClr val="46536A"/>
                </a:solidFill>
                <a:latin typeface="Noto Sans SC"/>
                <a:ea typeface="Noto Sans SC"/>
                <a:cs typeface="Noto Sans SC"/>
              </a:defRPr>
            </a:lvl9pPr>
          </a:lstStyle>
          <a:p xmlns:a="http://schemas.openxmlformats.org/drawingml/2006/main">
            <a:pPr algn="l">
              <a:defRPr sz="1425" b="0">
                <a:solidFill>
                  <a:srgbClr val="46536A"/>
                </a:solidFill>
                <a:latin typeface="Noto Sans SC"/>
                <a:ea typeface="Noto Sans SC"/>
                <a:cs typeface="Noto Sans SC"/>
              </a:defRPr>
            </a:pPr>
            <a:r>
              <a:rPr sz="1425" b="0">
                <a:solidFill>
                  <a:srgbClr val="46536A"/>
                </a:solidFill>
                <a:latin typeface="Noto Sans SC"/>
                <a:ea typeface="Noto Sans SC"/>
                <a:cs typeface="Noto Sans SC"/>
              </a:rPr>
              <a:t>排除调试墙钟字段后复核一致</a:t>
            </a:r>
          </a:p>
          <a:p xmlns:a="http://schemas.openxmlformats.org/drawingml/2006/main">
            <a:pPr algn="l">
              <a:defRPr sz="1425" b="0">
                <a:solidFill>
                  <a:srgbClr val="46536A"/>
                </a:solidFill>
                <a:latin typeface="Noto Sans SC"/>
                <a:ea typeface="Noto Sans SC"/>
                <a:cs typeface="Noto Sans SC"/>
              </a:defRPr>
            </a:pPr>
            <a:r>
              <a:rPr sz="1425" b="0">
                <a:solidFill>
                  <a:srgbClr val="46536A"/>
                </a:solidFill>
                <a:latin typeface="Noto Sans SC"/>
                <a:ea typeface="Noto Sans SC"/>
                <a:cs typeface="Noto Sans SC"/>
              </a:rPr>
              <a:t>不把一次尾延迟波动说成全面改善</a:t>
            </a:r>
          </a:p>
        </p:txBody>
      </p:sp>
      <p:graphicFrame>
        <p:nvGraphicFramePr>
          <p:cNvPr id="25" name="Chart">
            <a:extLst xmlns:a="http://schemas.openxmlformats.org/drawingml/2006/main">
              <a:ext uri="{FF2B5EF4-FFF2-40B4-BE49-F238E27FC236}">
                <a16:creationId xmlns:a16="http://schemas.microsoft.com/office/drawing/2014/main" id="{7C6931EB-D496-42F0-943A-2354E4889234}"/>
              </a:ext>
            </a:extLst>
          </p:cNvPr>
          <p:cNvGraphicFramePr/>
          <p:nvPr/>
        </p:nvGraphicFramePr>
        <p:xfrm>
          <a:off xmlns:a="http://schemas.openxmlformats.org/drawingml/2006/main" x="5429250" y="2609850"/>
          <a:ext xmlns:a="http://schemas.openxmlformats.org/drawingml/2006/main" cx="6153150" cy="3105150"/>
        </p:xfrm>
        <a:graphic xmlns:a="http://schemas.openxmlformats.org/drawingml/2006/main">
          <a:graphicData uri="http://schemas.openxmlformats.org/drawingml/2006/chart">
            <c:chart xmlns:r="http://schemas.openxmlformats.org/officeDocument/2006/relationships" xmlns:c="http://schemas.openxmlformats.org/drawingml/2006/chart" r:id="Ra349256adaad4063"/>
          </a:graphicData>
        </a:graphic>
      </p:graphicFrame>
    </p:spTree>
    <p:extLst>
      <p:ext uri="{BB962C8B-B14F-4D97-AF65-F5344CB8AC3E}">
        <p14:creationId xmlns:p14="http://schemas.microsoft.com/office/powerpoint/2010/main" val="607154911"/>
      </p:ext>
    </p:extLst>
  </p:cSld>
</p:sld>
</file>

<file path=ppt/slides/slide23.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27" name="o0">
            <a:extLst xmlns:a="http://schemas.openxmlformats.org/drawingml/2006/main">
              <a:ext uri="{FF2B5EF4-FFF2-40B4-BE49-F238E27FC236}">
                <a16:creationId xmlns:a16="http://schemas.microsoft.com/office/drawing/2014/main" id="{05CBAEA1-65A0-416F-9B03-32888696DA5C}"/>
              </a:ext>
            </a:extLst>
          </p:cNvPr>
          <p:cNvSpPr>
            <a:spLocks xmlns:a="http://schemas.openxmlformats.org/drawingml/2006/main" noGrp="1"/>
          </p:cNvSpPr>
          <p:nvPr/>
        </p:nvSpPr>
        <p:spPr>
          <a:xfrm xmlns:a="http://schemas.openxmlformats.org/drawingml/2006/main">
            <a:off x="609600" y="219075"/>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B85A1E"/>
                </a:solidFill>
                <a:latin typeface="Noto Sans SC"/>
                <a:ea typeface="Noto Sans SC"/>
                <a:cs typeface="Noto Sans SC"/>
              </a:defRPr>
            </a:defPPr>
            <a:lvl1pPr algn="l">
              <a:defRPr sz="1275" b="1">
                <a:solidFill>
                  <a:srgbClr val="B85A1E"/>
                </a:solidFill>
                <a:latin typeface="Noto Sans SC"/>
                <a:ea typeface="Noto Sans SC"/>
                <a:cs typeface="Noto Sans SC"/>
              </a:defRPr>
            </a:lvl1pPr>
            <a:lvl2pPr algn="l">
              <a:defRPr sz="1275" b="1">
                <a:solidFill>
                  <a:srgbClr val="B85A1E"/>
                </a:solidFill>
                <a:latin typeface="Noto Sans SC"/>
                <a:ea typeface="Noto Sans SC"/>
                <a:cs typeface="Noto Sans SC"/>
              </a:defRPr>
            </a:lvl2pPr>
            <a:lvl3pPr algn="l">
              <a:defRPr sz="1275" b="1">
                <a:solidFill>
                  <a:srgbClr val="B85A1E"/>
                </a:solidFill>
                <a:latin typeface="Noto Sans SC"/>
                <a:ea typeface="Noto Sans SC"/>
                <a:cs typeface="Noto Sans SC"/>
              </a:defRPr>
            </a:lvl3pPr>
            <a:lvl4pPr algn="l">
              <a:defRPr sz="1275" b="1">
                <a:solidFill>
                  <a:srgbClr val="B85A1E"/>
                </a:solidFill>
                <a:latin typeface="Noto Sans SC"/>
                <a:ea typeface="Noto Sans SC"/>
                <a:cs typeface="Noto Sans SC"/>
              </a:defRPr>
            </a:lvl4pPr>
            <a:lvl5pPr algn="l">
              <a:defRPr sz="1275" b="1">
                <a:solidFill>
                  <a:srgbClr val="B85A1E"/>
                </a:solidFill>
                <a:latin typeface="Noto Sans SC"/>
                <a:ea typeface="Noto Sans SC"/>
                <a:cs typeface="Noto Sans SC"/>
              </a:defRPr>
            </a:lvl5pPr>
            <a:lvl6pPr algn="l">
              <a:defRPr sz="1275" b="1">
                <a:solidFill>
                  <a:srgbClr val="B85A1E"/>
                </a:solidFill>
                <a:latin typeface="Noto Sans SC"/>
                <a:ea typeface="Noto Sans SC"/>
                <a:cs typeface="Noto Sans SC"/>
              </a:defRPr>
            </a:lvl6pPr>
            <a:lvl7pPr algn="l">
              <a:defRPr sz="1275" b="1">
                <a:solidFill>
                  <a:srgbClr val="B85A1E"/>
                </a:solidFill>
                <a:latin typeface="Noto Sans SC"/>
                <a:ea typeface="Noto Sans SC"/>
                <a:cs typeface="Noto Sans SC"/>
              </a:defRPr>
            </a:lvl7pPr>
            <a:lvl8pPr algn="l">
              <a:defRPr sz="1275" b="1">
                <a:solidFill>
                  <a:srgbClr val="B85A1E"/>
                </a:solidFill>
                <a:latin typeface="Noto Sans SC"/>
                <a:ea typeface="Noto Sans SC"/>
                <a:cs typeface="Noto Sans SC"/>
              </a:defRPr>
            </a:lvl8pPr>
            <a:lvl9pPr algn="l">
              <a:defRPr sz="1275" b="1">
                <a:solidFill>
                  <a:srgbClr val="B85A1E"/>
                </a:solidFill>
                <a:latin typeface="Noto Sans SC"/>
                <a:ea typeface="Noto Sans SC"/>
                <a:cs typeface="Noto Sans SC"/>
              </a:defRPr>
            </a:lvl9pPr>
          </a:lstStyle>
          <a:p xmlns:a="http://schemas.openxmlformats.org/drawingml/2006/main">
            <a:pPr algn="l">
              <a:defRPr sz="1275" b="1">
                <a:solidFill>
                  <a:srgbClr val="B85A1E"/>
                </a:solidFill>
                <a:latin typeface="Noto Sans SC"/>
                <a:ea typeface="Noto Sans SC"/>
                <a:cs typeface="Noto Sans SC"/>
              </a:defRPr>
            </a:pPr>
            <a:r>
              <a:rPr sz="1275" b="1">
                <a:solidFill>
                  <a:srgbClr val="B85A1E"/>
                </a:solidFill>
                <a:latin typeface="Noto Sans SC"/>
                <a:ea typeface="Noto Sans SC"/>
                <a:cs typeface="Noto Sans SC"/>
              </a:rPr>
              <a:t>评分 · 数学表达与执行顺序</a:t>
            </a:r>
          </a:p>
        </p:txBody>
      </p:sp>
      <p:sp>
        <p:nvSpPr>
          <p:cNvPr id="2" name="o1">
            <a:extLst xmlns:a="http://schemas.openxmlformats.org/drawingml/2006/main">
              <a:ext uri="{FF2B5EF4-FFF2-40B4-BE49-F238E27FC236}">
                <a16:creationId xmlns:a16="http://schemas.microsoft.com/office/drawing/2014/main" id="{B250E71F-55EA-4E73-A7E0-AE174CE00075}"/>
              </a:ext>
            </a:extLst>
          </p:cNvPr>
          <p:cNvSpPr>
            <a:spLocks xmlns:a="http://schemas.openxmlformats.org/drawingml/2006/main" noGrp="1"/>
          </p:cNvSpPr>
          <p:nvPr/>
        </p:nvSpPr>
        <p:spPr>
          <a:xfrm xmlns:a="http://schemas.openxmlformats.org/drawingml/2006/main">
            <a:off x="609600" y="6000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700" b="1">
                <a:solidFill>
                  <a:srgbClr val="16243A"/>
                </a:solidFill>
                <a:latin typeface="Noto Serif SC"/>
                <a:ea typeface="Noto Serif SC"/>
                <a:cs typeface="Noto Serif SC"/>
              </a:defRPr>
            </a:defPPr>
            <a:lvl1pPr algn="l">
              <a:defRPr sz="2700" b="1">
                <a:solidFill>
                  <a:srgbClr val="16243A"/>
                </a:solidFill>
                <a:latin typeface="Noto Serif SC"/>
                <a:ea typeface="Noto Serif SC"/>
                <a:cs typeface="Noto Serif SC"/>
              </a:defRPr>
            </a:lvl1pPr>
            <a:lvl2pPr algn="l">
              <a:defRPr sz="2700" b="1">
                <a:solidFill>
                  <a:srgbClr val="16243A"/>
                </a:solidFill>
                <a:latin typeface="Noto Serif SC"/>
                <a:ea typeface="Noto Serif SC"/>
                <a:cs typeface="Noto Serif SC"/>
              </a:defRPr>
            </a:lvl2pPr>
            <a:lvl3pPr algn="l">
              <a:defRPr sz="2700" b="1">
                <a:solidFill>
                  <a:srgbClr val="16243A"/>
                </a:solidFill>
                <a:latin typeface="Noto Serif SC"/>
                <a:ea typeface="Noto Serif SC"/>
                <a:cs typeface="Noto Serif SC"/>
              </a:defRPr>
            </a:lvl3pPr>
            <a:lvl4pPr algn="l">
              <a:defRPr sz="2700" b="1">
                <a:solidFill>
                  <a:srgbClr val="16243A"/>
                </a:solidFill>
                <a:latin typeface="Noto Serif SC"/>
                <a:ea typeface="Noto Serif SC"/>
                <a:cs typeface="Noto Serif SC"/>
              </a:defRPr>
            </a:lvl4pPr>
            <a:lvl5pPr algn="l">
              <a:defRPr sz="2700" b="1">
                <a:solidFill>
                  <a:srgbClr val="16243A"/>
                </a:solidFill>
                <a:latin typeface="Noto Serif SC"/>
                <a:ea typeface="Noto Serif SC"/>
                <a:cs typeface="Noto Serif SC"/>
              </a:defRPr>
            </a:lvl5pPr>
            <a:lvl6pPr algn="l">
              <a:defRPr sz="2700" b="1">
                <a:solidFill>
                  <a:srgbClr val="16243A"/>
                </a:solidFill>
                <a:latin typeface="Noto Serif SC"/>
                <a:ea typeface="Noto Serif SC"/>
                <a:cs typeface="Noto Serif SC"/>
              </a:defRPr>
            </a:lvl6pPr>
            <a:lvl7pPr algn="l">
              <a:defRPr sz="2700" b="1">
                <a:solidFill>
                  <a:srgbClr val="16243A"/>
                </a:solidFill>
                <a:latin typeface="Noto Serif SC"/>
                <a:ea typeface="Noto Serif SC"/>
                <a:cs typeface="Noto Serif SC"/>
              </a:defRPr>
            </a:lvl7pPr>
            <a:lvl8pPr algn="l">
              <a:defRPr sz="2700" b="1">
                <a:solidFill>
                  <a:srgbClr val="16243A"/>
                </a:solidFill>
                <a:latin typeface="Noto Serif SC"/>
                <a:ea typeface="Noto Serif SC"/>
                <a:cs typeface="Noto Serif SC"/>
              </a:defRPr>
            </a:lvl8pPr>
            <a:lvl9pPr algn="l">
              <a:defRPr sz="2700" b="1">
                <a:solidFill>
                  <a:srgbClr val="16243A"/>
                </a:solidFill>
                <a:latin typeface="Noto Serif SC"/>
                <a:ea typeface="Noto Serif SC"/>
                <a:cs typeface="Noto Serif SC"/>
              </a:defRPr>
            </a:lvl9pPr>
          </a:lstStyle>
          <a:p xmlns:a="http://schemas.openxmlformats.org/drawingml/2006/main">
            <a:pPr algn="l">
              <a:defRPr sz="2700" b="1">
                <a:solidFill>
                  <a:srgbClr val="16243A"/>
                </a:solidFill>
                <a:latin typeface="Noto Serif SC"/>
                <a:ea typeface="Noto Serif SC"/>
                <a:cs typeface="Noto Serif SC"/>
              </a:defRPr>
            </a:pPr>
            <a:r>
              <a:rPr sz="2700" b="1">
                <a:solidFill>
                  <a:srgbClr val="16243A"/>
                </a:solidFill>
                <a:latin typeface="Noto Serif SC"/>
                <a:ea typeface="Noto Serif SC"/>
                <a:cs typeface="Noto Serif SC"/>
              </a:rPr>
              <a:t>评分按加权、修正与约束顺序形成等级</a:t>
            </a:r>
          </a:p>
        </p:txBody>
      </p:sp>
      <p:sp>
        <p:nvSpPr>
          <p:cNvPr id="3" name="line-2">
            <a:extLst xmlns:a="http://schemas.openxmlformats.org/drawingml/2006/main">
              <a:ext uri="{FF2B5EF4-FFF2-40B4-BE49-F238E27FC236}">
                <a16:creationId xmlns:a16="http://schemas.microsoft.com/office/drawing/2014/main" id="{E08DC949-36C7-4B22-9931-CAD0416C7A1D}"/>
              </a:ext>
            </a:extLst>
          </p:cNvPr>
          <p:cNvSpPr>
            <a:spLocks xmlns:a="http://schemas.openxmlformats.org/drawingml/2006/main" noGrp="1"/>
          </p:cNvSpPr>
          <p:nvPr/>
        </p:nvSpPr>
        <p:spPr>
          <a:xfrm xmlns:a="http://schemas.openxmlformats.org/drawingml/2006/main" flipV="0">
            <a:off x="609600" y="1200150"/>
            <a:ext cx="10972800" cy="953"/>
          </a:xfrm>
          <a:prstGeom xmlns:a="http://schemas.openxmlformats.org/drawingml/2006/main" prst="line">
            <a:avLst/>
          </a:prstGeom>
          <a:noFill xmlns:a="http://schemas.openxmlformats.org/drawingml/2006/main"/>
          <a:ln xmlns:a="http://schemas.openxmlformats.org/drawingml/2006/main" w="14288">
            <a:solidFill>
              <a:srgbClr val="D5DAE0"/>
            </a:solidFill>
            <a:prstDash val="solid"/>
          </a:ln>
        </p:spPr>
      </p:sp>
      <p:sp>
        <p:nvSpPr>
          <p:cNvPr id="4" name="o3">
            <a:extLst xmlns:a="http://schemas.openxmlformats.org/drawingml/2006/main">
              <a:ext uri="{FF2B5EF4-FFF2-40B4-BE49-F238E27FC236}">
                <a16:creationId xmlns:a16="http://schemas.microsoft.com/office/drawing/2014/main" id="{61AAD426-8F24-404C-A7F0-244508A1F118}"/>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00" b="0">
                <a:solidFill>
                  <a:srgbClr val="6B7689"/>
                </a:solidFill>
                <a:latin typeface="Noto Sans SC"/>
                <a:ea typeface="Noto Sans SC"/>
                <a:cs typeface="Noto Sans SC"/>
              </a:defRPr>
            </a:defPPr>
            <a:lvl1pPr algn="l">
              <a:defRPr sz="900" b="0">
                <a:solidFill>
                  <a:srgbClr val="6B7689"/>
                </a:solidFill>
                <a:latin typeface="Noto Sans SC"/>
                <a:ea typeface="Noto Sans SC"/>
                <a:cs typeface="Noto Sans SC"/>
              </a:defRPr>
            </a:lvl1pPr>
            <a:lvl2pPr algn="l">
              <a:defRPr sz="900" b="0">
                <a:solidFill>
                  <a:srgbClr val="6B7689"/>
                </a:solidFill>
                <a:latin typeface="Noto Sans SC"/>
                <a:ea typeface="Noto Sans SC"/>
                <a:cs typeface="Noto Sans SC"/>
              </a:defRPr>
            </a:lvl2pPr>
            <a:lvl3pPr algn="l">
              <a:defRPr sz="900" b="0">
                <a:solidFill>
                  <a:srgbClr val="6B7689"/>
                </a:solidFill>
                <a:latin typeface="Noto Sans SC"/>
                <a:ea typeface="Noto Sans SC"/>
                <a:cs typeface="Noto Sans SC"/>
              </a:defRPr>
            </a:lvl3pPr>
            <a:lvl4pPr algn="l">
              <a:defRPr sz="900" b="0">
                <a:solidFill>
                  <a:srgbClr val="6B7689"/>
                </a:solidFill>
                <a:latin typeface="Noto Sans SC"/>
                <a:ea typeface="Noto Sans SC"/>
                <a:cs typeface="Noto Sans SC"/>
              </a:defRPr>
            </a:lvl4pPr>
            <a:lvl5pPr algn="l">
              <a:defRPr sz="900" b="0">
                <a:solidFill>
                  <a:srgbClr val="6B7689"/>
                </a:solidFill>
                <a:latin typeface="Noto Sans SC"/>
                <a:ea typeface="Noto Sans SC"/>
                <a:cs typeface="Noto Sans SC"/>
              </a:defRPr>
            </a:lvl5pPr>
            <a:lvl6pPr algn="l">
              <a:defRPr sz="900" b="0">
                <a:solidFill>
                  <a:srgbClr val="6B7689"/>
                </a:solidFill>
                <a:latin typeface="Noto Sans SC"/>
                <a:ea typeface="Noto Sans SC"/>
                <a:cs typeface="Noto Sans SC"/>
              </a:defRPr>
            </a:lvl6pPr>
            <a:lvl7pPr algn="l">
              <a:defRPr sz="900" b="0">
                <a:solidFill>
                  <a:srgbClr val="6B7689"/>
                </a:solidFill>
                <a:latin typeface="Noto Sans SC"/>
                <a:ea typeface="Noto Sans SC"/>
                <a:cs typeface="Noto Sans SC"/>
              </a:defRPr>
            </a:lvl7pPr>
            <a:lvl8pPr algn="l">
              <a:defRPr sz="900" b="0">
                <a:solidFill>
                  <a:srgbClr val="6B7689"/>
                </a:solidFill>
                <a:latin typeface="Noto Sans SC"/>
                <a:ea typeface="Noto Sans SC"/>
                <a:cs typeface="Noto Sans SC"/>
              </a:defRPr>
            </a:lvl8pPr>
            <a:lvl9pPr algn="l">
              <a:defRPr sz="900" b="0">
                <a:solidFill>
                  <a:srgbClr val="6B7689"/>
                </a:solidFill>
                <a:latin typeface="Noto Sans SC"/>
                <a:ea typeface="Noto Sans SC"/>
                <a:cs typeface="Noto Sans SC"/>
              </a:defRPr>
            </a:lvl9pPr>
          </a:lstStyle>
          <a:p xmlns:a="http://schemas.openxmlformats.org/drawingml/2006/main">
            <a:pPr algn="l">
              <a:defRPr sz="900" b="0">
                <a:solidFill>
                  <a:srgbClr val="6B7689"/>
                </a:solidFill>
                <a:latin typeface="Noto Sans SC"/>
                <a:ea typeface="Noto Sans SC"/>
                <a:cs typeface="Noto Sans SC"/>
              </a:defRPr>
            </a:pPr>
            <a:r>
              <a:rPr sz="900" b="0">
                <a:solidFill>
                  <a:srgbClr val="6B7689"/>
                </a:solidFill>
                <a:latin typeface="Noto Sans SC"/>
                <a:ea typeface="Noto Sans SC"/>
                <a:cs typeface="Noto Sans SC"/>
              </a:rPr>
              <a:t>project_reference §9.2；F09–F11；case_response.json</a:t>
            </a:r>
          </a:p>
        </p:txBody>
      </p:sp>
      <p:sp>
        <p:nvSpPr>
          <p:cNvPr id="5" name="o4">
            <a:extLst xmlns:a="http://schemas.openxmlformats.org/drawingml/2006/main">
              <a:ext uri="{FF2B5EF4-FFF2-40B4-BE49-F238E27FC236}">
                <a16:creationId xmlns:a16="http://schemas.microsoft.com/office/drawing/2014/main" id="{075928A6-F699-491F-B54A-79B18CE7E31E}"/>
              </a:ext>
            </a:extLst>
          </p:cNvPr>
          <p:cNvSpPr>
            <a:spLocks xmlns:a="http://schemas.openxmlformats.org/drawingml/2006/main" noGrp="1"/>
          </p:cNvSpPr>
          <p:nvPr/>
        </p:nvSpPr>
        <p:spPr>
          <a:xfrm xmlns:a="http://schemas.openxmlformats.org/drawingml/2006/main">
            <a:off x="10896600" y="6505575"/>
            <a:ext cx="68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6B7689"/>
                </a:solidFill>
                <a:latin typeface="Noto Sans SC"/>
                <a:ea typeface="Noto Sans SC"/>
                <a:cs typeface="Noto Sans SC"/>
              </a:defRPr>
            </a:defPPr>
            <a:lvl1pPr algn="r">
              <a:defRPr sz="1200" b="0">
                <a:solidFill>
                  <a:srgbClr val="6B7689"/>
                </a:solidFill>
                <a:latin typeface="Noto Sans SC"/>
                <a:ea typeface="Noto Sans SC"/>
                <a:cs typeface="Noto Sans SC"/>
              </a:defRPr>
            </a:lvl1pPr>
            <a:lvl2pPr algn="r">
              <a:defRPr sz="1200" b="0">
                <a:solidFill>
                  <a:srgbClr val="6B7689"/>
                </a:solidFill>
                <a:latin typeface="Noto Sans SC"/>
                <a:ea typeface="Noto Sans SC"/>
                <a:cs typeface="Noto Sans SC"/>
              </a:defRPr>
            </a:lvl2pPr>
            <a:lvl3pPr algn="r">
              <a:defRPr sz="1200" b="0">
                <a:solidFill>
                  <a:srgbClr val="6B7689"/>
                </a:solidFill>
                <a:latin typeface="Noto Sans SC"/>
                <a:ea typeface="Noto Sans SC"/>
                <a:cs typeface="Noto Sans SC"/>
              </a:defRPr>
            </a:lvl3pPr>
            <a:lvl4pPr algn="r">
              <a:defRPr sz="1200" b="0">
                <a:solidFill>
                  <a:srgbClr val="6B7689"/>
                </a:solidFill>
                <a:latin typeface="Noto Sans SC"/>
                <a:ea typeface="Noto Sans SC"/>
                <a:cs typeface="Noto Sans SC"/>
              </a:defRPr>
            </a:lvl4pPr>
            <a:lvl5pPr algn="r">
              <a:defRPr sz="1200" b="0">
                <a:solidFill>
                  <a:srgbClr val="6B7689"/>
                </a:solidFill>
                <a:latin typeface="Noto Sans SC"/>
                <a:ea typeface="Noto Sans SC"/>
                <a:cs typeface="Noto Sans SC"/>
              </a:defRPr>
            </a:lvl5pPr>
            <a:lvl6pPr algn="r">
              <a:defRPr sz="1200" b="0">
                <a:solidFill>
                  <a:srgbClr val="6B7689"/>
                </a:solidFill>
                <a:latin typeface="Noto Sans SC"/>
                <a:ea typeface="Noto Sans SC"/>
                <a:cs typeface="Noto Sans SC"/>
              </a:defRPr>
            </a:lvl6pPr>
            <a:lvl7pPr algn="r">
              <a:defRPr sz="1200" b="0">
                <a:solidFill>
                  <a:srgbClr val="6B7689"/>
                </a:solidFill>
                <a:latin typeface="Noto Sans SC"/>
                <a:ea typeface="Noto Sans SC"/>
                <a:cs typeface="Noto Sans SC"/>
              </a:defRPr>
            </a:lvl7pPr>
            <a:lvl8pPr algn="r">
              <a:defRPr sz="1200" b="0">
                <a:solidFill>
                  <a:srgbClr val="6B7689"/>
                </a:solidFill>
                <a:latin typeface="Noto Sans SC"/>
                <a:ea typeface="Noto Sans SC"/>
                <a:cs typeface="Noto Sans SC"/>
              </a:defRPr>
            </a:lvl8pPr>
            <a:lvl9pPr algn="r">
              <a:defRPr sz="1200" b="0">
                <a:solidFill>
                  <a:srgbClr val="6B7689"/>
                </a:solidFill>
                <a:latin typeface="Noto Sans SC"/>
                <a:ea typeface="Noto Sans SC"/>
                <a:cs typeface="Noto Sans SC"/>
              </a:defRPr>
            </a:lvl9pPr>
          </a:lstStyle>
          <a:p xmlns:a="http://schemas.openxmlformats.org/drawingml/2006/main">
            <a:pPr algn="r">
              <a:defRPr sz="1200" b="0">
                <a:solidFill>
                  <a:srgbClr val="6B7689"/>
                </a:solidFill>
                <a:latin typeface="Noto Sans SC"/>
                <a:ea typeface="Noto Sans SC"/>
                <a:cs typeface="Noto Sans SC"/>
              </a:defRPr>
            </a:pPr>
            <a:r>
              <a:rPr sz="1200" b="0">
                <a:solidFill>
                  <a:srgbClr val="6B7689"/>
                </a:solidFill>
                <a:latin typeface="Noto Sans SC"/>
                <a:ea typeface="Noto Sans SC"/>
                <a:cs typeface="Noto Sans SC"/>
              </a:rPr>
              <a:t>23 / 39</a:t>
            </a:r>
          </a:p>
        </p:txBody>
      </p:sp>
      <p:sp>
        <p:nvSpPr>
          <p:cNvPr id="6" name="o5">
            <a:extLst xmlns:a="http://schemas.openxmlformats.org/drawingml/2006/main">
              <a:ext uri="{FF2B5EF4-FFF2-40B4-BE49-F238E27FC236}">
                <a16:creationId xmlns:a16="http://schemas.microsoft.com/office/drawing/2014/main" id="{7589AEA0-D39C-4026-A95C-1719BFCC5830}"/>
              </a:ext>
            </a:extLst>
          </p:cNvPr>
          <p:cNvSpPr>
            <a:spLocks xmlns:a="http://schemas.openxmlformats.org/drawingml/2006/main" noGrp="1"/>
          </p:cNvSpPr>
          <p:nvPr/>
        </p:nvSpPr>
        <p:spPr>
          <a:xfrm xmlns:a="http://schemas.openxmlformats.org/drawingml/2006/main">
            <a:off x="609600" y="5981700"/>
            <a:ext cx="10972800" cy="428625"/>
          </a:xfrm>
          <a:prstGeom xmlns:a="http://schemas.openxmlformats.org/drawingml/2006/main" prst="roundRect">
            <a:avLst>
              <a:gd name="adj" fmla="val 17778"/>
            </a:avLst>
          </a:prstGeom>
          <a:solidFill xmlns:a="http://schemas.openxmlformats.org/drawingml/2006/main">
            <a:srgbClr val="D6E6E5"/>
          </a:solidFill>
          <a:ln xmlns:a="http://schemas.openxmlformats.org/drawingml/2006/main" w="0">
            <a:noFill/>
            <a:prstDash val="solid"/>
          </a:ln>
        </p:spPr>
      </p:sp>
      <p:sp>
        <p:nvSpPr>
          <p:cNvPr id="7" name="o6">
            <a:extLst xmlns:a="http://schemas.openxmlformats.org/drawingml/2006/main">
              <a:ext uri="{FF2B5EF4-FFF2-40B4-BE49-F238E27FC236}">
                <a16:creationId xmlns:a16="http://schemas.microsoft.com/office/drawing/2014/main" id="{61D386B6-7FF4-40CC-8FE2-8BC0DCF6B64F}"/>
              </a:ext>
            </a:extLst>
          </p:cNvPr>
          <p:cNvSpPr>
            <a:spLocks xmlns:a="http://schemas.openxmlformats.org/drawingml/2006/main" noGrp="1"/>
          </p:cNvSpPr>
          <p:nvPr/>
        </p:nvSpPr>
        <p:spPr>
          <a:xfrm xmlns:a="http://schemas.openxmlformats.org/drawingml/2006/main">
            <a:off x="781050" y="6029325"/>
            <a:ext cx="10629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75" b="1">
                <a:solidFill>
                  <a:srgbClr val="0F6E73"/>
                </a:solidFill>
                <a:latin typeface="Noto Sans SC"/>
                <a:ea typeface="Noto Sans SC"/>
                <a:cs typeface="Noto Sans SC"/>
              </a:defRPr>
            </a:defPPr>
            <a:lvl1pPr algn="l">
              <a:defRPr sz="1575" b="1">
                <a:solidFill>
                  <a:srgbClr val="0F6E73"/>
                </a:solidFill>
                <a:latin typeface="Noto Sans SC"/>
                <a:ea typeface="Noto Sans SC"/>
                <a:cs typeface="Noto Sans SC"/>
              </a:defRPr>
            </a:lvl1pPr>
            <a:lvl2pPr algn="l">
              <a:defRPr sz="1575" b="1">
                <a:solidFill>
                  <a:srgbClr val="0F6E73"/>
                </a:solidFill>
                <a:latin typeface="Noto Sans SC"/>
                <a:ea typeface="Noto Sans SC"/>
                <a:cs typeface="Noto Sans SC"/>
              </a:defRPr>
            </a:lvl2pPr>
            <a:lvl3pPr algn="l">
              <a:defRPr sz="1575" b="1">
                <a:solidFill>
                  <a:srgbClr val="0F6E73"/>
                </a:solidFill>
                <a:latin typeface="Noto Sans SC"/>
                <a:ea typeface="Noto Sans SC"/>
                <a:cs typeface="Noto Sans SC"/>
              </a:defRPr>
            </a:lvl3pPr>
            <a:lvl4pPr algn="l">
              <a:defRPr sz="1575" b="1">
                <a:solidFill>
                  <a:srgbClr val="0F6E73"/>
                </a:solidFill>
                <a:latin typeface="Noto Sans SC"/>
                <a:ea typeface="Noto Sans SC"/>
                <a:cs typeface="Noto Sans SC"/>
              </a:defRPr>
            </a:lvl4pPr>
            <a:lvl5pPr algn="l">
              <a:defRPr sz="1575" b="1">
                <a:solidFill>
                  <a:srgbClr val="0F6E73"/>
                </a:solidFill>
                <a:latin typeface="Noto Sans SC"/>
                <a:ea typeface="Noto Sans SC"/>
                <a:cs typeface="Noto Sans SC"/>
              </a:defRPr>
            </a:lvl5pPr>
            <a:lvl6pPr algn="l">
              <a:defRPr sz="1575" b="1">
                <a:solidFill>
                  <a:srgbClr val="0F6E73"/>
                </a:solidFill>
                <a:latin typeface="Noto Sans SC"/>
                <a:ea typeface="Noto Sans SC"/>
                <a:cs typeface="Noto Sans SC"/>
              </a:defRPr>
            </a:lvl6pPr>
            <a:lvl7pPr algn="l">
              <a:defRPr sz="1575" b="1">
                <a:solidFill>
                  <a:srgbClr val="0F6E73"/>
                </a:solidFill>
                <a:latin typeface="Noto Sans SC"/>
                <a:ea typeface="Noto Sans SC"/>
                <a:cs typeface="Noto Sans SC"/>
              </a:defRPr>
            </a:lvl7pPr>
            <a:lvl8pPr algn="l">
              <a:defRPr sz="1575" b="1">
                <a:solidFill>
                  <a:srgbClr val="0F6E73"/>
                </a:solidFill>
                <a:latin typeface="Noto Sans SC"/>
                <a:ea typeface="Noto Sans SC"/>
                <a:cs typeface="Noto Sans SC"/>
              </a:defRPr>
            </a:lvl8pPr>
            <a:lvl9pPr algn="l">
              <a:defRPr sz="1575" b="1">
                <a:solidFill>
                  <a:srgbClr val="0F6E73"/>
                </a:solidFill>
                <a:latin typeface="Noto Sans SC"/>
                <a:ea typeface="Noto Sans SC"/>
                <a:cs typeface="Noto Sans SC"/>
              </a:defRPr>
            </a:lvl9pPr>
          </a:lstStyle>
          <a:p xmlns:a="http://schemas.openxmlformats.org/drawingml/2006/main">
            <a:pPr algn="l">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硬规则下限、空间限制和置信扣分有固定顺序，不能交换解释。</a:t>
            </a:r>
          </a:p>
        </p:txBody>
      </p:sp>
      <p:sp>
        <p:nvSpPr>
          <p:cNvPr id="8" name="o7">
            <a:extLst xmlns:a="http://schemas.openxmlformats.org/drawingml/2006/main">
              <a:ext uri="{FF2B5EF4-FFF2-40B4-BE49-F238E27FC236}">
                <a16:creationId xmlns:a16="http://schemas.microsoft.com/office/drawing/2014/main" id="{35941088-F2C5-4042-A499-DCB17BB6FF95}"/>
              </a:ext>
            </a:extLst>
          </p:cNvPr>
          <p:cNvSpPr>
            <a:spLocks xmlns:a="http://schemas.openxmlformats.org/drawingml/2006/main" noGrp="1"/>
          </p:cNvSpPr>
          <p:nvPr/>
        </p:nvSpPr>
        <p:spPr>
          <a:xfrm xmlns:a="http://schemas.openxmlformats.org/drawingml/2006/main">
            <a:off x="609600" y="1495425"/>
            <a:ext cx="2557463" cy="695325"/>
          </a:xfrm>
          <a:prstGeom xmlns:a="http://schemas.openxmlformats.org/drawingml/2006/main" prst="roundRect">
            <a:avLst>
              <a:gd name="adj" fmla="val 10959"/>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十维加权＋偏置</a:t>
            </a:r>
          </a:p>
        </p:txBody>
      </p:sp>
      <p:sp>
        <p:nvSpPr>
          <p:cNvPr id="9" name="line-7">
            <a:extLst xmlns:a="http://schemas.openxmlformats.org/drawingml/2006/main">
              <a:ext uri="{FF2B5EF4-FFF2-40B4-BE49-F238E27FC236}">
                <a16:creationId xmlns:a16="http://schemas.microsoft.com/office/drawing/2014/main" id="{290C96C4-878C-4626-BB14-BDFBB7B572D9}"/>
              </a:ext>
            </a:extLst>
          </p:cNvPr>
          <p:cNvSpPr>
            <a:spLocks xmlns:a="http://schemas.openxmlformats.org/drawingml/2006/main" noGrp="1"/>
          </p:cNvSpPr>
          <p:nvPr/>
        </p:nvSpPr>
        <p:spPr>
          <a:xfrm xmlns:a="http://schemas.openxmlformats.org/drawingml/2006/main" flipV="0">
            <a:off x="3195638" y="1843088"/>
            <a:ext cx="180975"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0" name="line-7">
            <a:extLst xmlns:a="http://schemas.openxmlformats.org/drawingml/2006/main">
              <a:ext uri="{FF2B5EF4-FFF2-40B4-BE49-F238E27FC236}">
                <a16:creationId xmlns:a16="http://schemas.microsoft.com/office/drawing/2014/main" id="{0188FF9F-48C3-4727-A8D0-4EE2FB570968}"/>
              </a:ext>
            </a:extLst>
          </p:cNvPr>
          <p:cNvSpPr>
            <a:spLocks xmlns:a="http://schemas.openxmlformats.org/drawingml/2006/main" noGrp="1"/>
          </p:cNvSpPr>
          <p:nvPr/>
        </p:nvSpPr>
        <p:spPr>
          <a:xfrm xmlns:a="http://schemas.openxmlformats.org/drawingml/2006/main" flipV="1">
            <a:off x="3301382" y="1843088"/>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1" name="line-7">
            <a:extLst xmlns:a="http://schemas.openxmlformats.org/drawingml/2006/main">
              <a:ext uri="{FF2B5EF4-FFF2-40B4-BE49-F238E27FC236}">
                <a16:creationId xmlns:a16="http://schemas.microsoft.com/office/drawing/2014/main" id="{22A9EFE2-D5A3-4C97-BC56-895AF1E0E01B}"/>
              </a:ext>
            </a:extLst>
          </p:cNvPr>
          <p:cNvSpPr>
            <a:spLocks xmlns:a="http://schemas.openxmlformats.org/drawingml/2006/main" noGrp="1"/>
          </p:cNvSpPr>
          <p:nvPr/>
        </p:nvSpPr>
        <p:spPr>
          <a:xfrm xmlns:a="http://schemas.openxmlformats.org/drawingml/2006/main" flipV="0">
            <a:off x="3301382" y="1801989"/>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2" name="o11">
            <a:extLst xmlns:a="http://schemas.openxmlformats.org/drawingml/2006/main">
              <a:ext uri="{FF2B5EF4-FFF2-40B4-BE49-F238E27FC236}">
                <a16:creationId xmlns:a16="http://schemas.microsoft.com/office/drawing/2014/main" id="{CBA41F56-200E-4C2C-9500-C66C88001739}"/>
              </a:ext>
            </a:extLst>
          </p:cNvPr>
          <p:cNvSpPr>
            <a:spLocks xmlns:a="http://schemas.openxmlformats.org/drawingml/2006/main" noGrp="1"/>
          </p:cNvSpPr>
          <p:nvPr/>
        </p:nvSpPr>
        <p:spPr>
          <a:xfrm xmlns:a="http://schemas.openxmlformats.org/drawingml/2006/main">
            <a:off x="3414713" y="1495425"/>
            <a:ext cx="2557463" cy="695325"/>
          </a:xfrm>
          <a:prstGeom xmlns:a="http://schemas.openxmlformats.org/drawingml/2006/main" prst="roundRect">
            <a:avLst>
              <a:gd name="adj" fmla="val 10959"/>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置信修正／取整</a:t>
            </a:r>
          </a:p>
        </p:txBody>
      </p:sp>
      <p:sp>
        <p:nvSpPr>
          <p:cNvPr id="13" name="line-8">
            <a:extLst xmlns:a="http://schemas.openxmlformats.org/drawingml/2006/main">
              <a:ext uri="{FF2B5EF4-FFF2-40B4-BE49-F238E27FC236}">
                <a16:creationId xmlns:a16="http://schemas.microsoft.com/office/drawing/2014/main" id="{62167707-9062-47F6-AB15-ADEF500BA132}"/>
              </a:ext>
            </a:extLst>
          </p:cNvPr>
          <p:cNvSpPr>
            <a:spLocks xmlns:a="http://schemas.openxmlformats.org/drawingml/2006/main" noGrp="1"/>
          </p:cNvSpPr>
          <p:nvPr/>
        </p:nvSpPr>
        <p:spPr>
          <a:xfrm xmlns:a="http://schemas.openxmlformats.org/drawingml/2006/main" flipV="0">
            <a:off x="6000750" y="1843088"/>
            <a:ext cx="180975"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4" name="line-8">
            <a:extLst xmlns:a="http://schemas.openxmlformats.org/drawingml/2006/main">
              <a:ext uri="{FF2B5EF4-FFF2-40B4-BE49-F238E27FC236}">
                <a16:creationId xmlns:a16="http://schemas.microsoft.com/office/drawing/2014/main" id="{A437F03D-AB74-41AE-AEA4-148AF5644BE2}"/>
              </a:ext>
            </a:extLst>
          </p:cNvPr>
          <p:cNvSpPr>
            <a:spLocks xmlns:a="http://schemas.openxmlformats.org/drawingml/2006/main" noGrp="1"/>
          </p:cNvSpPr>
          <p:nvPr/>
        </p:nvSpPr>
        <p:spPr>
          <a:xfrm xmlns:a="http://schemas.openxmlformats.org/drawingml/2006/main" flipV="1">
            <a:off x="6106494" y="1843088"/>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5" name="line-8">
            <a:extLst xmlns:a="http://schemas.openxmlformats.org/drawingml/2006/main">
              <a:ext uri="{FF2B5EF4-FFF2-40B4-BE49-F238E27FC236}">
                <a16:creationId xmlns:a16="http://schemas.microsoft.com/office/drawing/2014/main" id="{7F11B22C-05FF-442A-9F01-BFE2D52D80DF}"/>
              </a:ext>
            </a:extLst>
          </p:cNvPr>
          <p:cNvSpPr>
            <a:spLocks xmlns:a="http://schemas.openxmlformats.org/drawingml/2006/main" noGrp="1"/>
          </p:cNvSpPr>
          <p:nvPr/>
        </p:nvSpPr>
        <p:spPr>
          <a:xfrm xmlns:a="http://schemas.openxmlformats.org/drawingml/2006/main" flipV="0">
            <a:off x="6106494" y="1801989"/>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6" name="o15">
            <a:extLst xmlns:a="http://schemas.openxmlformats.org/drawingml/2006/main">
              <a:ext uri="{FF2B5EF4-FFF2-40B4-BE49-F238E27FC236}">
                <a16:creationId xmlns:a16="http://schemas.microsoft.com/office/drawing/2014/main" id="{02F96EB8-C6FE-4CBE-B046-6140C94791D8}"/>
              </a:ext>
            </a:extLst>
          </p:cNvPr>
          <p:cNvSpPr>
            <a:spLocks xmlns:a="http://schemas.openxmlformats.org/drawingml/2006/main" noGrp="1"/>
          </p:cNvSpPr>
          <p:nvPr/>
        </p:nvSpPr>
        <p:spPr>
          <a:xfrm xmlns:a="http://schemas.openxmlformats.org/drawingml/2006/main">
            <a:off x="6219825" y="1495425"/>
            <a:ext cx="2557463" cy="695325"/>
          </a:xfrm>
          <a:prstGeom xmlns:a="http://schemas.openxmlformats.org/drawingml/2006/main" prst="roundRect">
            <a:avLst>
              <a:gd name="adj" fmla="val 10959"/>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硬规则下限</a:t>
            </a:r>
          </a:p>
        </p:txBody>
      </p:sp>
      <p:sp>
        <p:nvSpPr>
          <p:cNvPr id="17" name="line-9">
            <a:extLst xmlns:a="http://schemas.openxmlformats.org/drawingml/2006/main">
              <a:ext uri="{FF2B5EF4-FFF2-40B4-BE49-F238E27FC236}">
                <a16:creationId xmlns:a16="http://schemas.microsoft.com/office/drawing/2014/main" id="{A070FF35-5119-4BFE-888B-F8A4BF0C5E08}"/>
              </a:ext>
            </a:extLst>
          </p:cNvPr>
          <p:cNvSpPr>
            <a:spLocks xmlns:a="http://schemas.openxmlformats.org/drawingml/2006/main" noGrp="1"/>
          </p:cNvSpPr>
          <p:nvPr/>
        </p:nvSpPr>
        <p:spPr>
          <a:xfrm xmlns:a="http://schemas.openxmlformats.org/drawingml/2006/main" flipV="0">
            <a:off x="8805863" y="1843088"/>
            <a:ext cx="180975"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8" name="line-9">
            <a:extLst xmlns:a="http://schemas.openxmlformats.org/drawingml/2006/main">
              <a:ext uri="{FF2B5EF4-FFF2-40B4-BE49-F238E27FC236}">
                <a16:creationId xmlns:a16="http://schemas.microsoft.com/office/drawing/2014/main" id="{74F048D9-2A2B-4B1D-AF05-81E2479F8DED}"/>
              </a:ext>
            </a:extLst>
          </p:cNvPr>
          <p:cNvSpPr>
            <a:spLocks xmlns:a="http://schemas.openxmlformats.org/drawingml/2006/main" noGrp="1"/>
          </p:cNvSpPr>
          <p:nvPr/>
        </p:nvSpPr>
        <p:spPr>
          <a:xfrm xmlns:a="http://schemas.openxmlformats.org/drawingml/2006/main" flipV="1">
            <a:off x="8911607" y="1843088"/>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9" name="line-9">
            <a:extLst xmlns:a="http://schemas.openxmlformats.org/drawingml/2006/main">
              <a:ext uri="{FF2B5EF4-FFF2-40B4-BE49-F238E27FC236}">
                <a16:creationId xmlns:a16="http://schemas.microsoft.com/office/drawing/2014/main" id="{720D670D-0A9D-4EAA-AD83-D6E24DCF9EF7}"/>
              </a:ext>
            </a:extLst>
          </p:cNvPr>
          <p:cNvSpPr>
            <a:spLocks xmlns:a="http://schemas.openxmlformats.org/drawingml/2006/main" noGrp="1"/>
          </p:cNvSpPr>
          <p:nvPr/>
        </p:nvSpPr>
        <p:spPr>
          <a:xfrm xmlns:a="http://schemas.openxmlformats.org/drawingml/2006/main" flipV="0">
            <a:off x="8911607" y="1801989"/>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20" name="o19">
            <a:extLst xmlns:a="http://schemas.openxmlformats.org/drawingml/2006/main">
              <a:ext uri="{FF2B5EF4-FFF2-40B4-BE49-F238E27FC236}">
                <a16:creationId xmlns:a16="http://schemas.microsoft.com/office/drawing/2014/main" id="{2C9FA57F-63ED-4F13-859F-72809C03E5CE}"/>
              </a:ext>
            </a:extLst>
          </p:cNvPr>
          <p:cNvSpPr>
            <a:spLocks xmlns:a="http://schemas.openxmlformats.org/drawingml/2006/main" noGrp="1"/>
          </p:cNvSpPr>
          <p:nvPr/>
        </p:nvSpPr>
        <p:spPr>
          <a:xfrm xmlns:a="http://schemas.openxmlformats.org/drawingml/2006/main">
            <a:off x="9024938" y="1495425"/>
            <a:ext cx="2557463" cy="695325"/>
          </a:xfrm>
          <a:prstGeom xmlns:a="http://schemas.openxmlformats.org/drawingml/2006/main" prst="roundRect">
            <a:avLst>
              <a:gd name="adj" fmla="val 10959"/>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空间限制／分级</a:t>
            </a:r>
          </a:p>
        </p:txBody>
      </p:sp>
      <p:sp>
        <p:nvSpPr>
          <p:cNvPr id="21" name="o20">
            <a:extLst xmlns:a="http://schemas.openxmlformats.org/drawingml/2006/main">
              <a:ext uri="{FF2B5EF4-FFF2-40B4-BE49-F238E27FC236}">
                <a16:creationId xmlns:a16="http://schemas.microsoft.com/office/drawing/2014/main" id="{1B46F38B-E682-49B7-BD6D-6919194FDD2C}"/>
              </a:ext>
            </a:extLst>
          </p:cNvPr>
          <p:cNvSpPr>
            <a:spLocks xmlns:a="http://schemas.openxmlformats.org/drawingml/2006/main" noGrp="1"/>
          </p:cNvSpPr>
          <p:nvPr/>
        </p:nvSpPr>
        <p:spPr>
          <a:xfrm xmlns:a="http://schemas.openxmlformats.org/drawingml/2006/main">
            <a:off x="7524750" y="2571750"/>
            <a:ext cx="4057650" cy="2305050"/>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22" name="line-11">
            <a:extLst xmlns:a="http://schemas.openxmlformats.org/drawingml/2006/main">
              <a:ext uri="{FF2B5EF4-FFF2-40B4-BE49-F238E27FC236}">
                <a16:creationId xmlns:a16="http://schemas.microsoft.com/office/drawing/2014/main" id="{76C27747-E7A3-4A87-A803-228FB05B94C3}"/>
              </a:ext>
            </a:extLst>
          </p:cNvPr>
          <p:cNvSpPr>
            <a:spLocks xmlns:a="http://schemas.openxmlformats.org/drawingml/2006/main" noGrp="1"/>
          </p:cNvSpPr>
          <p:nvPr/>
        </p:nvSpPr>
        <p:spPr>
          <a:xfrm xmlns:a="http://schemas.openxmlformats.org/drawingml/2006/main" flipV="0">
            <a:off x="7524750" y="2571750"/>
            <a:ext cx="4057650" cy="953"/>
          </a:xfrm>
          <a:prstGeom xmlns:a="http://schemas.openxmlformats.org/drawingml/2006/main" prst="line">
            <a:avLst/>
          </a:prstGeom>
          <a:noFill xmlns:a="http://schemas.openxmlformats.org/drawingml/2006/main"/>
          <a:ln xmlns:a="http://schemas.openxmlformats.org/drawingml/2006/main" w="28575">
            <a:solidFill>
              <a:srgbClr val="0F6E73"/>
            </a:solidFill>
            <a:prstDash val="solid"/>
          </a:ln>
        </p:spPr>
      </p:sp>
      <p:sp>
        <p:nvSpPr>
          <p:cNvPr id="23" name="o22">
            <a:extLst xmlns:a="http://schemas.openxmlformats.org/drawingml/2006/main">
              <a:ext uri="{FF2B5EF4-FFF2-40B4-BE49-F238E27FC236}">
                <a16:creationId xmlns:a16="http://schemas.microsoft.com/office/drawing/2014/main" id="{CE9686DE-FB93-4F98-A160-53D3D259055F}"/>
              </a:ext>
            </a:extLst>
          </p:cNvPr>
          <p:cNvSpPr>
            <a:spLocks xmlns:a="http://schemas.openxmlformats.org/drawingml/2006/main" noGrp="1"/>
          </p:cNvSpPr>
          <p:nvPr/>
        </p:nvSpPr>
        <p:spPr>
          <a:xfrm xmlns:a="http://schemas.openxmlformats.org/drawingml/2006/main">
            <a:off x="7677150" y="2667000"/>
            <a:ext cx="3752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0F6E73"/>
                </a:solidFill>
                <a:latin typeface="Noto Sans SC"/>
                <a:ea typeface="Noto Sans SC"/>
                <a:cs typeface="Noto Sans SC"/>
              </a:defRPr>
            </a:defPPr>
            <a:lvl1pPr algn="l">
              <a:defRPr sz="1800" b="1">
                <a:solidFill>
                  <a:srgbClr val="0F6E73"/>
                </a:solidFill>
                <a:latin typeface="Noto Sans SC"/>
                <a:ea typeface="Noto Sans SC"/>
                <a:cs typeface="Noto Sans SC"/>
              </a:defRPr>
            </a:lvl1pPr>
            <a:lvl2pPr algn="l">
              <a:defRPr sz="1800" b="1">
                <a:solidFill>
                  <a:srgbClr val="0F6E73"/>
                </a:solidFill>
                <a:latin typeface="Noto Sans SC"/>
                <a:ea typeface="Noto Sans SC"/>
                <a:cs typeface="Noto Sans SC"/>
              </a:defRPr>
            </a:lvl2pPr>
            <a:lvl3pPr algn="l">
              <a:defRPr sz="1800" b="1">
                <a:solidFill>
                  <a:srgbClr val="0F6E73"/>
                </a:solidFill>
                <a:latin typeface="Noto Sans SC"/>
                <a:ea typeface="Noto Sans SC"/>
                <a:cs typeface="Noto Sans SC"/>
              </a:defRPr>
            </a:lvl3pPr>
            <a:lvl4pPr algn="l">
              <a:defRPr sz="1800" b="1">
                <a:solidFill>
                  <a:srgbClr val="0F6E73"/>
                </a:solidFill>
                <a:latin typeface="Noto Sans SC"/>
                <a:ea typeface="Noto Sans SC"/>
                <a:cs typeface="Noto Sans SC"/>
              </a:defRPr>
            </a:lvl4pPr>
            <a:lvl5pPr algn="l">
              <a:defRPr sz="1800" b="1">
                <a:solidFill>
                  <a:srgbClr val="0F6E73"/>
                </a:solidFill>
                <a:latin typeface="Noto Sans SC"/>
                <a:ea typeface="Noto Sans SC"/>
                <a:cs typeface="Noto Sans SC"/>
              </a:defRPr>
            </a:lvl5pPr>
            <a:lvl6pPr algn="l">
              <a:defRPr sz="1800" b="1">
                <a:solidFill>
                  <a:srgbClr val="0F6E73"/>
                </a:solidFill>
                <a:latin typeface="Noto Sans SC"/>
                <a:ea typeface="Noto Sans SC"/>
                <a:cs typeface="Noto Sans SC"/>
              </a:defRPr>
            </a:lvl6pPr>
            <a:lvl7pPr algn="l">
              <a:defRPr sz="1800" b="1">
                <a:solidFill>
                  <a:srgbClr val="0F6E73"/>
                </a:solidFill>
                <a:latin typeface="Noto Sans SC"/>
                <a:ea typeface="Noto Sans SC"/>
                <a:cs typeface="Noto Sans SC"/>
              </a:defRPr>
            </a:lvl7pPr>
            <a:lvl8pPr algn="l">
              <a:defRPr sz="1800" b="1">
                <a:solidFill>
                  <a:srgbClr val="0F6E73"/>
                </a:solidFill>
                <a:latin typeface="Noto Sans SC"/>
                <a:ea typeface="Noto Sans SC"/>
                <a:cs typeface="Noto Sans SC"/>
              </a:defRPr>
            </a:lvl8pPr>
            <a:lvl9pPr algn="l">
              <a:defRPr sz="1800" b="1">
                <a:solidFill>
                  <a:srgbClr val="0F6E73"/>
                </a:solidFill>
                <a:latin typeface="Noto Sans SC"/>
                <a:ea typeface="Noto Sans SC"/>
                <a:cs typeface="Noto Sans SC"/>
              </a:defRPr>
            </a:lvl9pPr>
          </a:lstStyle>
          <a:p xmlns:a="http://schemas.openxmlformats.org/drawingml/2006/main">
            <a:pPr algn="l">
              <a:defRPr sz="1800" b="1">
                <a:solidFill>
                  <a:srgbClr val="0F6E73"/>
                </a:solidFill>
                <a:latin typeface="Noto Sans SC"/>
                <a:ea typeface="Noto Sans SC"/>
                <a:cs typeface="Noto Sans SC"/>
              </a:defRPr>
            </a:pPr>
            <a:r>
              <a:rPr sz="1800" b="1">
                <a:solidFill>
                  <a:srgbClr val="0F6E73"/>
                </a:solidFill>
                <a:latin typeface="Noto Sans SC"/>
                <a:ea typeface="Noto Sans SC"/>
                <a:cs typeface="Noto Sans SC"/>
              </a:rPr>
              <a:t>同次五成员案例复算</a:t>
            </a:r>
          </a:p>
        </p:txBody>
      </p:sp>
      <p:sp>
        <p:nvSpPr>
          <p:cNvPr id="24" name="o23">
            <a:extLst xmlns:a="http://schemas.openxmlformats.org/drawingml/2006/main">
              <a:ext uri="{FF2B5EF4-FFF2-40B4-BE49-F238E27FC236}">
                <a16:creationId xmlns:a16="http://schemas.microsoft.com/office/drawing/2014/main" id="{3D6ACBBE-DF36-469E-BCFF-71B355785B54}"/>
              </a:ext>
            </a:extLst>
          </p:cNvPr>
          <p:cNvSpPr>
            <a:spLocks xmlns:a="http://schemas.openxmlformats.org/drawingml/2006/main" noGrp="1"/>
          </p:cNvSpPr>
          <p:nvPr/>
        </p:nvSpPr>
        <p:spPr>
          <a:xfrm xmlns:a="http://schemas.openxmlformats.org/drawingml/2006/main">
            <a:off x="7677150" y="3124200"/>
            <a:ext cx="375285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46536A"/>
                </a:solidFill>
                <a:latin typeface="Noto Sans SC"/>
                <a:ea typeface="Noto Sans SC"/>
                <a:cs typeface="Noto Sans SC"/>
              </a:defRPr>
            </a:defPPr>
            <a:lvl1pPr algn="l">
              <a:defRPr sz="1575" b="0">
                <a:solidFill>
                  <a:srgbClr val="46536A"/>
                </a:solidFill>
                <a:latin typeface="Noto Sans SC"/>
                <a:ea typeface="Noto Sans SC"/>
                <a:cs typeface="Noto Sans SC"/>
              </a:defRPr>
            </a:lvl1pPr>
            <a:lvl2pPr algn="l">
              <a:defRPr sz="1575" b="0">
                <a:solidFill>
                  <a:srgbClr val="46536A"/>
                </a:solidFill>
                <a:latin typeface="Noto Sans SC"/>
                <a:ea typeface="Noto Sans SC"/>
                <a:cs typeface="Noto Sans SC"/>
              </a:defRPr>
            </a:lvl2pPr>
            <a:lvl3pPr algn="l">
              <a:defRPr sz="1575" b="0">
                <a:solidFill>
                  <a:srgbClr val="46536A"/>
                </a:solidFill>
                <a:latin typeface="Noto Sans SC"/>
                <a:ea typeface="Noto Sans SC"/>
                <a:cs typeface="Noto Sans SC"/>
              </a:defRPr>
            </a:lvl3pPr>
            <a:lvl4pPr algn="l">
              <a:defRPr sz="1575" b="0">
                <a:solidFill>
                  <a:srgbClr val="46536A"/>
                </a:solidFill>
                <a:latin typeface="Noto Sans SC"/>
                <a:ea typeface="Noto Sans SC"/>
                <a:cs typeface="Noto Sans SC"/>
              </a:defRPr>
            </a:lvl4pPr>
            <a:lvl5pPr algn="l">
              <a:defRPr sz="1575" b="0">
                <a:solidFill>
                  <a:srgbClr val="46536A"/>
                </a:solidFill>
                <a:latin typeface="Noto Sans SC"/>
                <a:ea typeface="Noto Sans SC"/>
                <a:cs typeface="Noto Sans SC"/>
              </a:defRPr>
            </a:lvl5pPr>
            <a:lvl6pPr algn="l">
              <a:defRPr sz="1575" b="0">
                <a:solidFill>
                  <a:srgbClr val="46536A"/>
                </a:solidFill>
                <a:latin typeface="Noto Sans SC"/>
                <a:ea typeface="Noto Sans SC"/>
                <a:cs typeface="Noto Sans SC"/>
              </a:defRPr>
            </a:lvl6pPr>
            <a:lvl7pPr algn="l">
              <a:defRPr sz="1575" b="0">
                <a:solidFill>
                  <a:srgbClr val="46536A"/>
                </a:solidFill>
                <a:latin typeface="Noto Sans SC"/>
                <a:ea typeface="Noto Sans SC"/>
                <a:cs typeface="Noto Sans SC"/>
              </a:defRPr>
            </a:lvl7pPr>
            <a:lvl8pPr algn="l">
              <a:defRPr sz="1575" b="0">
                <a:solidFill>
                  <a:srgbClr val="46536A"/>
                </a:solidFill>
                <a:latin typeface="Noto Sans SC"/>
                <a:ea typeface="Noto Sans SC"/>
                <a:cs typeface="Noto Sans SC"/>
              </a:defRPr>
            </a:lvl8pPr>
            <a:lvl9pPr algn="l">
              <a:defRPr sz="1575" b="0">
                <a:solidFill>
                  <a:srgbClr val="46536A"/>
                </a:solidFill>
                <a:latin typeface="Noto Sans SC"/>
                <a:ea typeface="Noto Sans SC"/>
                <a:cs typeface="Noto Sans SC"/>
              </a:defRPr>
            </a:lvl9pPr>
          </a:lstStyle>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加权值 45.65，偏置 0</a:t>
            </a:r>
          </a:p>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置信扣分 0；取整 46</a:t>
            </a:r>
          </a:p>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硬规则下限 0</a:t>
            </a:r>
          </a:p>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最终 46 分，mid</a:t>
            </a:r>
          </a:p>
        </p:txBody>
      </p:sp>
      <p:sp>
        <p:nvSpPr>
          <p:cNvPr id="25" name="o24">
            <a:extLst xmlns:a="http://schemas.openxmlformats.org/drawingml/2006/main">
              <a:ext uri="{FF2B5EF4-FFF2-40B4-BE49-F238E27FC236}">
                <a16:creationId xmlns:a16="http://schemas.microsoft.com/office/drawing/2014/main" id="{A1918307-00B7-4DE5-A1B5-90735B09CF6D}"/>
              </a:ext>
            </a:extLst>
          </p:cNvPr>
          <p:cNvSpPr>
            <a:spLocks xmlns:a="http://schemas.openxmlformats.org/drawingml/2006/main" noGrp="1"/>
          </p:cNvSpPr>
          <p:nvPr/>
        </p:nvSpPr>
        <p:spPr>
          <a:xfrm xmlns:a="http://schemas.openxmlformats.org/drawingml/2006/main">
            <a:off x="7524750" y="5124450"/>
            <a:ext cx="4057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32668E"/>
                </a:solidFill>
                <a:latin typeface="Noto Sans SC"/>
                <a:ea typeface="Noto Sans SC"/>
                <a:cs typeface="Noto Sans SC"/>
              </a:defRPr>
            </a:defPPr>
            <a:lvl1pPr algn="l">
              <a:defRPr sz="1650" b="1">
                <a:solidFill>
                  <a:srgbClr val="32668E"/>
                </a:solidFill>
                <a:latin typeface="Noto Sans SC"/>
                <a:ea typeface="Noto Sans SC"/>
                <a:cs typeface="Noto Sans SC"/>
              </a:defRPr>
            </a:lvl1pPr>
            <a:lvl2pPr algn="l">
              <a:defRPr sz="1650" b="1">
                <a:solidFill>
                  <a:srgbClr val="32668E"/>
                </a:solidFill>
                <a:latin typeface="Noto Sans SC"/>
                <a:ea typeface="Noto Sans SC"/>
                <a:cs typeface="Noto Sans SC"/>
              </a:defRPr>
            </a:lvl2pPr>
            <a:lvl3pPr algn="l">
              <a:defRPr sz="1650" b="1">
                <a:solidFill>
                  <a:srgbClr val="32668E"/>
                </a:solidFill>
                <a:latin typeface="Noto Sans SC"/>
                <a:ea typeface="Noto Sans SC"/>
                <a:cs typeface="Noto Sans SC"/>
              </a:defRPr>
            </a:lvl3pPr>
            <a:lvl4pPr algn="l">
              <a:defRPr sz="1650" b="1">
                <a:solidFill>
                  <a:srgbClr val="32668E"/>
                </a:solidFill>
                <a:latin typeface="Noto Sans SC"/>
                <a:ea typeface="Noto Sans SC"/>
                <a:cs typeface="Noto Sans SC"/>
              </a:defRPr>
            </a:lvl4pPr>
            <a:lvl5pPr algn="l">
              <a:defRPr sz="1650" b="1">
                <a:solidFill>
                  <a:srgbClr val="32668E"/>
                </a:solidFill>
                <a:latin typeface="Noto Sans SC"/>
                <a:ea typeface="Noto Sans SC"/>
                <a:cs typeface="Noto Sans SC"/>
              </a:defRPr>
            </a:lvl5pPr>
            <a:lvl6pPr algn="l">
              <a:defRPr sz="1650" b="1">
                <a:solidFill>
                  <a:srgbClr val="32668E"/>
                </a:solidFill>
                <a:latin typeface="Noto Sans SC"/>
                <a:ea typeface="Noto Sans SC"/>
                <a:cs typeface="Noto Sans SC"/>
              </a:defRPr>
            </a:lvl6pPr>
            <a:lvl7pPr algn="l">
              <a:defRPr sz="1650" b="1">
                <a:solidFill>
                  <a:srgbClr val="32668E"/>
                </a:solidFill>
                <a:latin typeface="Noto Sans SC"/>
                <a:ea typeface="Noto Sans SC"/>
                <a:cs typeface="Noto Sans SC"/>
              </a:defRPr>
            </a:lvl7pPr>
            <a:lvl8pPr algn="l">
              <a:defRPr sz="1650" b="1">
                <a:solidFill>
                  <a:srgbClr val="32668E"/>
                </a:solidFill>
                <a:latin typeface="Noto Sans SC"/>
                <a:ea typeface="Noto Sans SC"/>
                <a:cs typeface="Noto Sans SC"/>
              </a:defRPr>
            </a:lvl8pPr>
            <a:lvl9pPr algn="l">
              <a:defRPr sz="1650" b="1">
                <a:solidFill>
                  <a:srgbClr val="32668E"/>
                </a:solidFill>
                <a:latin typeface="Noto Sans SC"/>
                <a:ea typeface="Noto Sans SC"/>
                <a:cs typeface="Noto Sans SC"/>
              </a:defRPr>
            </a:lvl9pPr>
          </a:lstStyle>
          <a:p xmlns:a="http://schemas.openxmlformats.org/drawingml/2006/main">
            <a:pPr algn="l">
              <a:defRPr sz="1650" b="1">
                <a:solidFill>
                  <a:srgbClr val="32668E"/>
                </a:solidFill>
                <a:latin typeface="Noto Sans SC"/>
                <a:ea typeface="Noto Sans SC"/>
                <a:cs typeface="Noto Sans SC"/>
              </a:defRPr>
            </a:pPr>
            <a:r>
              <a:rPr sz="1650" b="1">
                <a:solidFill>
                  <a:srgbClr val="32668E"/>
                </a:solidFill>
                <a:latin typeface="Noto Sans SC"/>
                <a:ea typeface="Noto Sans SC"/>
                <a:cs typeface="Noto Sans SC"/>
              </a:rPr>
              <a:t>另一组：32.23 → 32 分 low</a:t>
            </a:r>
          </a:p>
        </p:txBody>
      </p:sp>
      <p:sp>
        <p:nvSpPr>
          <p:cNvPr id="26" name="o25">
            <a:extLst xmlns:a="http://schemas.openxmlformats.org/drawingml/2006/main">
              <a:ext uri="{FF2B5EF4-FFF2-40B4-BE49-F238E27FC236}">
                <a16:creationId xmlns:a16="http://schemas.microsoft.com/office/drawing/2014/main" id="{47CC6EA6-989E-493C-91F5-FD8C21000211}"/>
              </a:ext>
            </a:extLst>
          </p:cNvPr>
          <p:cNvSpPr>
            <a:spLocks xmlns:a="http://schemas.openxmlformats.org/drawingml/2006/main" noGrp="1"/>
          </p:cNvSpPr>
          <p:nvPr/>
        </p:nvSpPr>
        <p:spPr>
          <a:xfrm xmlns:a="http://schemas.openxmlformats.org/drawingml/2006/main">
            <a:off x="609600" y="5553075"/>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0">
                <a:solidFill>
                  <a:srgbClr val="B85A1E"/>
                </a:solidFill>
                <a:latin typeface="Noto Sans SC"/>
                <a:ea typeface="Noto Sans SC"/>
                <a:cs typeface="Noto Sans SC"/>
              </a:defRPr>
            </a:defPPr>
            <a:lvl1pPr algn="l">
              <a:defRPr sz="1500" b="0">
                <a:solidFill>
                  <a:srgbClr val="B85A1E"/>
                </a:solidFill>
                <a:latin typeface="Noto Sans SC"/>
                <a:ea typeface="Noto Sans SC"/>
                <a:cs typeface="Noto Sans SC"/>
              </a:defRPr>
            </a:lvl1pPr>
            <a:lvl2pPr algn="l">
              <a:defRPr sz="1500" b="0">
                <a:solidFill>
                  <a:srgbClr val="B85A1E"/>
                </a:solidFill>
                <a:latin typeface="Noto Sans SC"/>
                <a:ea typeface="Noto Sans SC"/>
                <a:cs typeface="Noto Sans SC"/>
              </a:defRPr>
            </a:lvl2pPr>
            <a:lvl3pPr algn="l">
              <a:defRPr sz="1500" b="0">
                <a:solidFill>
                  <a:srgbClr val="B85A1E"/>
                </a:solidFill>
                <a:latin typeface="Noto Sans SC"/>
                <a:ea typeface="Noto Sans SC"/>
                <a:cs typeface="Noto Sans SC"/>
              </a:defRPr>
            </a:lvl3pPr>
            <a:lvl4pPr algn="l">
              <a:defRPr sz="1500" b="0">
                <a:solidFill>
                  <a:srgbClr val="B85A1E"/>
                </a:solidFill>
                <a:latin typeface="Noto Sans SC"/>
                <a:ea typeface="Noto Sans SC"/>
                <a:cs typeface="Noto Sans SC"/>
              </a:defRPr>
            </a:lvl4pPr>
            <a:lvl5pPr algn="l">
              <a:defRPr sz="1500" b="0">
                <a:solidFill>
                  <a:srgbClr val="B85A1E"/>
                </a:solidFill>
                <a:latin typeface="Noto Sans SC"/>
                <a:ea typeface="Noto Sans SC"/>
                <a:cs typeface="Noto Sans SC"/>
              </a:defRPr>
            </a:lvl5pPr>
            <a:lvl6pPr algn="l">
              <a:defRPr sz="1500" b="0">
                <a:solidFill>
                  <a:srgbClr val="B85A1E"/>
                </a:solidFill>
                <a:latin typeface="Noto Sans SC"/>
                <a:ea typeface="Noto Sans SC"/>
                <a:cs typeface="Noto Sans SC"/>
              </a:defRPr>
            </a:lvl6pPr>
            <a:lvl7pPr algn="l">
              <a:defRPr sz="1500" b="0">
                <a:solidFill>
                  <a:srgbClr val="B85A1E"/>
                </a:solidFill>
                <a:latin typeface="Noto Sans SC"/>
                <a:ea typeface="Noto Sans SC"/>
                <a:cs typeface="Noto Sans SC"/>
              </a:defRPr>
            </a:lvl7pPr>
            <a:lvl8pPr algn="l">
              <a:defRPr sz="1500" b="0">
                <a:solidFill>
                  <a:srgbClr val="B85A1E"/>
                </a:solidFill>
                <a:latin typeface="Noto Sans SC"/>
                <a:ea typeface="Noto Sans SC"/>
                <a:cs typeface="Noto Sans SC"/>
              </a:defRPr>
            </a:lvl8pPr>
            <a:lvl9pPr algn="l">
              <a:defRPr sz="1500" b="0">
                <a:solidFill>
                  <a:srgbClr val="B85A1E"/>
                </a:solidFill>
                <a:latin typeface="Noto Sans SC"/>
                <a:ea typeface="Noto Sans SC"/>
                <a:cs typeface="Noto Sans SC"/>
              </a:defRPr>
            </a:lvl9pPr>
          </a:lstStyle>
          <a:p xmlns:a="http://schemas.openxmlformats.org/drawingml/2006/main">
            <a:pPr algn="l">
              <a:defRPr sz="1500" b="0">
                <a:solidFill>
                  <a:srgbClr val="B85A1E"/>
                </a:solidFill>
                <a:latin typeface="Noto Sans SC"/>
                <a:ea typeface="Noto Sans SC"/>
                <a:cs typeface="Noto Sans SC"/>
              </a:defRPr>
            </a:pPr>
            <a:r>
              <a:rPr sz="1500" b="0">
                <a:solidFill>
                  <a:srgbClr val="B85A1E"/>
                </a:solidFill>
                <a:latin typeface="Noto Sans SC"/>
                <a:ea typeface="Noto Sans SC"/>
                <a:cs typeface="Noto Sans SC"/>
              </a:rPr>
              <a:t>默认等级门槛：36 / 66；明确空间不相关时默认最高 35</a:t>
            </a:r>
          </a:p>
        </p:txBody>
      </p:sp>
      <p:sp xmlns:a="http://schemas.openxmlformats.org/drawingml/2006/main" xmlns:m="http://schemas.openxmlformats.org/officeDocument/2006/math" xmlns:w="http://schemas.openxmlformats.org/wordprocessingml/2006/main" xmlns:a14="http://schemas.microsoft.com/office/drawing/2010/main" xmlns:r="http://schemas.openxmlformats.org/officeDocument/2006/relationships" xmlns:rel="http://schemas.openxmlformats.org/package/2006/relationships" xmlns:ct="http://schemas.openxmlformats.org/package/2006/content-types">
        <p:nvSpPr>
          <p:cNvPr id="7001" name="latex-equation-7001"/>
          <p:cNvSpPr txBox="1">
            <a:spLocks noGrp="1"/>
          </p:cNvSpPr>
          <p:nvPr/>
        </p:nvSpPr>
        <p:spPr>
          <a:xfrm>
            <a:off x="609600" y="2543175"/>
            <a:ext cx="6477000" cy="733425"/>
          </a:xfrm>
          <a:prstGeom prst="rect">
            <a:avLst/>
          </a:prstGeom>
          <a:noFill/>
          <a:ln>
            <a:noFill/>
          </a:ln>
        </p:spPr>
        <p:txBody>
          <a:bodyPr wrap="none" lIns="0" tIns="0" rIns="0" bIns="0" anchor="ctr">
            <a:noAutofit/>
          </a:bodyPr>
          <a:lstStyle/>
          <a:p>
            <a:pPr algn="ctr"/>
            <a14:m>
              <m:oMathPara>
                <m:oMath>
                  <m:sSub>
                    <m:e>
                      <m:r>
                        <w:rPr>
                          <w:sz w:val="42"/>
                          <w:rFonts w:ascii="Cambria Math" w:hAnsi="Cambria Math" w:eastAsia="Cambria Math"/>
                        </w:rPr>
                        <m:t>S</m:t>
                      </m:r>
                    </m:e>
                    <m:sub>
                      <m:r>
                        <w:rPr>
                          <w:sz w:val="42"/>
                          <w:rFonts w:ascii="Cambria Math" w:hAnsi="Cambria Math" w:eastAsia="Cambria Math"/>
                        </w:rPr>
                        <m:t>raw</m:t>
                      </m:r>
                    </m:sub>
                  </m:sSub>
                  <m:r>
                    <w:rPr>
                      <w:sz w:val="42"/>
                      <w:rFonts w:ascii="Cambria Math" w:hAnsi="Cambria Math" w:eastAsia="Cambria Math"/>
                    </w:rPr>
                    <m:t>=</m:t>
                  </m:r>
                  <m:nary>
                    <m:naryPr>
                      <m:chr m:val="∑"/>
                      <m:limLoc m:val="subSup"/>
                      <m:grow m:val="1"/>
                      <m:subHide m:val="off"/>
                      <m:supHide m:val="off"/>
                    </m:naryPr>
                    <m:sub>
                      <m:r>
                        <w:rPr>
                          <w:sz w:val="42"/>
                          <w:rFonts w:ascii="Cambria Math" w:hAnsi="Cambria Math" w:eastAsia="Cambria Math"/>
                        </w:rPr>
                        <m:t>k=1</m:t>
                      </m:r>
                    </m:sub>
                    <m:sup>
                      <m:r>
                        <w:rPr>
                          <w:sz w:val="42"/>
                          <w:rFonts w:ascii="Cambria Math" w:hAnsi="Cambria Math" w:eastAsia="Cambria Math"/>
                        </w:rPr>
                        <m:t>10</m:t>
                      </m:r>
                    </m:sup>
                    <m:e>
                      <m:sSub>
                        <m:e>
                          <m:r>
                            <w:rPr>
                              <w:sz w:val="42"/>
                              <w:rFonts w:ascii="Cambria Math" w:hAnsi="Cambria Math" w:eastAsia="Cambria Math"/>
                            </w:rPr>
                            <m:t>w</m:t>
                          </m:r>
                        </m:e>
                        <m:sub>
                          <m:r>
                            <w:rPr>
                              <w:sz w:val="42"/>
                              <w:rFonts w:ascii="Cambria Math" w:hAnsi="Cambria Math" w:eastAsia="Cambria Math"/>
                            </w:rPr>
                            <m:t>k</m:t>
                          </m:r>
                        </m:sub>
                      </m:sSub>
                    </m:e>
                  </m:nary>
                  <m:sSub>
                    <m:e>
                      <m:r>
                        <w:rPr>
                          <w:sz w:val="42"/>
                          <w:rFonts w:ascii="Cambria Math" w:hAnsi="Cambria Math" w:eastAsia="Cambria Math"/>
                        </w:rPr>
                        <m:t>s</m:t>
                      </m:r>
                    </m:e>
                    <m:sub>
                      <m:r>
                        <w:rPr>
                          <w:sz w:val="42"/>
                          <w:rFonts w:ascii="Cambria Math" w:hAnsi="Cambria Math" w:eastAsia="Cambria Math"/>
                        </w:rPr>
                        <m:t>k</m:t>
                      </m:r>
                    </m:sub>
                  </m:sSub>
                  <m:r>
                    <w:rPr>
                      <w:sz w:val="42"/>
                      <w:rFonts w:ascii="Cambria Math" w:hAnsi="Cambria Math" w:eastAsia="Cambria Math"/>
                    </w:rPr>
                    <m:t>+</m:t>
                  </m:r>
                  <m:sSub>
                    <m:e>
                      <m:r>
                        <w:rPr>
                          <w:sz w:val="42"/>
                          <w:rFonts w:ascii="Cambria Math" w:hAnsi="Cambria Math" w:eastAsia="Cambria Math"/>
                        </w:rPr>
                        <m:t>b</m:t>
                      </m:r>
                    </m:e>
                    <m:sub>
                      <m:r>
                        <w:rPr>
                          <w:sz w:val="42"/>
                          <w:rFonts w:ascii="Cambria Math" w:hAnsi="Cambria Math" w:eastAsia="Cambria Math"/>
                        </w:rPr>
                        <m:t>pilot</m:t>
                      </m:r>
                    </m:sub>
                  </m:sSub>
                </m:oMath>
              </m:oMathPara>
            </a14:m>
            <a:endParaRPr sz="2100"/>
          </a:p>
        </p:txBody>
      </p:sp>
      <p:sp xmlns:a="http://schemas.openxmlformats.org/drawingml/2006/main" xmlns:m="http://schemas.openxmlformats.org/officeDocument/2006/math" xmlns:w="http://schemas.openxmlformats.org/wordprocessingml/2006/main" xmlns:a14="http://schemas.microsoft.com/office/drawing/2010/main" xmlns:r="http://schemas.openxmlformats.org/officeDocument/2006/relationships" xmlns:rel="http://schemas.openxmlformats.org/package/2006/relationships" xmlns:ct="http://schemas.openxmlformats.org/package/2006/content-types">
        <p:nvSpPr>
          <p:cNvPr id="7002" name="latex-equation-7002"/>
          <p:cNvSpPr txBox="1">
            <a:spLocks noGrp="1"/>
          </p:cNvSpPr>
          <p:nvPr/>
        </p:nvSpPr>
        <p:spPr>
          <a:xfrm>
            <a:off x="609600" y="3409950"/>
            <a:ext cx="6477000" cy="714375"/>
          </a:xfrm>
          <a:prstGeom prst="rect">
            <a:avLst/>
          </a:prstGeom>
          <a:noFill/>
          <a:ln>
            <a:noFill/>
          </a:ln>
        </p:spPr>
        <p:txBody>
          <a:bodyPr wrap="none" lIns="0" tIns="0" rIns="0" bIns="0" anchor="ctr">
            <a:noAutofit/>
          </a:bodyPr>
          <a:lstStyle/>
          <a:p>
            <a:pPr algn="ctr"/>
            <a14:m>
              <m:oMathPara>
                <m:oMath>
                  <m:r>
                    <w:rPr>
                      <w:sz w:val="38"/>
                      <w:rFonts w:ascii="Cambria Math" w:hAnsi="Cambria Math" w:eastAsia="Cambria Math"/>
                    </w:rPr>
                    <m:t>C=</m:t>
                  </m:r>
                  <m:sSub>
                    <m:e>
                      <m:r>
                        <w:rPr>
                          <w:sz w:val="38"/>
                          <w:rFonts w:ascii="Cambria Math" w:hAnsi="Cambria Math" w:eastAsia="Cambria Math"/>
                        </w:rPr>
                        <m:t>clip</m:t>
                      </m:r>
                    </m:e>
                    <m:sub>
                      <m:d>
                        <m:dPr>
                          <m:begChr m:val="["/>
                          <m:sepChr m:val=","/>
                          <m:endChr m:val="]"/>
                        </m:dPr>
                        <m:e>
                          <m:r>
                            <w:rPr>
                              <w:sz w:val="38"/>
                              <w:rFonts w:ascii="Cambria Math" w:hAnsi="Cambria Math" w:eastAsia="Cambria Math"/>
                            </w:rPr>
                            <m:t>0</m:t>
                          </m:r>
                        </m:e>
                        <m:e>
                          <m:r>
                            <w:rPr>
                              <w:sz w:val="38"/>
                              <w:rFonts w:ascii="Cambria Math" w:hAnsi="Cambria Math" w:eastAsia="Cambria Math"/>
                            </w:rPr>
                            <m:t>1</m:t>
                          </m:r>
                        </m:e>
                      </m:d>
                    </m:sub>
                  </m:sSub>
                  <m:r>
                    <w:rPr>
                      <w:sz w:val="38"/>
                      <w:rFonts w:ascii="Cambria Math" w:hAnsi="Cambria Math" w:eastAsia="Cambria Math"/>
                    </w:rPr>
                    <m:t>(0.70</m:t>
                  </m:r>
                  <m:bar>
                    <m:barPr>
                      <m:pos m:val="top"/>
                    </m:barPr>
                    <m:e>
                      <m:r>
                        <w:rPr>
                          <w:sz w:val="38"/>
                          <w:rFonts w:ascii="Cambria Math" w:hAnsi="Cambria Math" w:eastAsia="Cambria Math"/>
                        </w:rPr>
                        <m:t>q</m:t>
                      </m:r>
                    </m:e>
                  </m:bar>
                  <m:r>
                    <w:rPr>
                      <w:sz w:val="38"/>
                      <w:rFonts w:ascii="Cambria Math" w:hAnsi="Cambria Math" w:eastAsia="Cambria Math"/>
                    </w:rPr>
                    <m:t>+0.20</m:t>
                  </m:r>
                  <m:sSub>
                    <m:e>
                      <m:r>
                        <w:rPr>
                          <w:sz w:val="38"/>
                          <w:rFonts w:ascii="Cambria Math" w:hAnsi="Cambria Math" w:eastAsia="Cambria Math"/>
                        </w:rPr>
                        <m:t>c</m:t>
                      </m:r>
                    </m:e>
                    <m:sub>
                      <m:r>
                        <w:rPr>
                          <w:sz w:val="38"/>
                          <w:rFonts w:ascii="Cambria Math" w:hAnsi="Cambria Math" w:eastAsia="Cambria Math"/>
                        </w:rPr>
                        <m:t>I</m:t>
                      </m:r>
                    </m:sub>
                  </m:sSub>
                  <m:r>
                    <w:rPr>
                      <w:sz w:val="38"/>
                      <w:rFonts w:ascii="Cambria Math" w:hAnsi="Cambria Math" w:eastAsia="Cambria Math"/>
                    </w:rPr>
                    <m:t>+0.10u)</m:t>
                  </m:r>
                </m:oMath>
              </m:oMathPara>
            </a14:m>
            <a:endParaRPr sz="1900"/>
          </a:p>
        </p:txBody>
      </p:sp>
      <p:sp xmlns:a="http://schemas.openxmlformats.org/drawingml/2006/main" xmlns:m="http://schemas.openxmlformats.org/officeDocument/2006/math" xmlns:w="http://schemas.openxmlformats.org/wordprocessingml/2006/main" xmlns:a14="http://schemas.microsoft.com/office/drawing/2010/main" xmlns:r="http://schemas.openxmlformats.org/officeDocument/2006/relationships" xmlns:rel="http://schemas.openxmlformats.org/package/2006/relationships" xmlns:ct="http://schemas.openxmlformats.org/package/2006/content-types">
        <p:nvSpPr>
          <p:cNvPr id="7003" name="latex-equation-7003"/>
          <p:cNvSpPr txBox="1">
            <a:spLocks noGrp="1"/>
          </p:cNvSpPr>
          <p:nvPr/>
        </p:nvSpPr>
        <p:spPr>
          <a:xfrm>
            <a:off x="609600" y="4314825"/>
            <a:ext cx="6477000" cy="762000"/>
          </a:xfrm>
          <a:prstGeom prst="rect">
            <a:avLst/>
          </a:prstGeom>
          <a:noFill/>
          <a:ln>
            <a:noFill/>
          </a:ln>
        </p:spPr>
        <p:txBody>
          <a:bodyPr wrap="none" lIns="0" tIns="0" rIns="0" bIns="0" anchor="ctr">
            <a:noAutofit/>
          </a:bodyPr>
          <a:lstStyle/>
          <a:p>
            <a:pPr algn="ctr"/>
            <a14:m>
              <m:oMathPara>
                <m:oMath>
                  <m:sSub>
                    <m:e>
                      <m:r>
                        <w:rPr>
                          <w:sz w:val="34"/>
                          <w:rFonts w:ascii="Cambria Math" w:hAnsi="Cambria Math" w:eastAsia="Cambria Math"/>
                        </w:rPr>
                        <m:t>S</m:t>
                      </m:r>
                    </m:e>
                    <m:sub>
                      <m:r>
                        <w:rPr>
                          <w:sz w:val="34"/>
                          <w:rFonts w:ascii="Cambria Math" w:hAnsi="Cambria Math" w:eastAsia="Cambria Math"/>
                        </w:rPr>
                        <m:t>1</m:t>
                      </m:r>
                    </m:sub>
                  </m:sSub>
                  <m:r>
                    <w:rPr>
                      <w:sz w:val="34"/>
                      <w:rFonts w:ascii="Cambria Math" w:hAnsi="Cambria Math" w:eastAsia="Cambria Math"/>
                    </w:rPr>
                    <m:t>=max{round(</m:t>
                  </m:r>
                  <m:sSub>
                    <m:e>
                      <m:r>
                        <w:rPr>
                          <w:sz w:val="34"/>
                          <w:rFonts w:ascii="Cambria Math" w:hAnsi="Cambria Math" w:eastAsia="Cambria Math"/>
                        </w:rPr>
                        <m:t>clip</m:t>
                      </m:r>
                    </m:e>
                    <m:sub>
                      <m:d>
                        <m:dPr>
                          <m:begChr m:val="["/>
                          <m:sepChr m:val=","/>
                          <m:endChr m:val="]"/>
                        </m:dPr>
                        <m:e>
                          <m:r>
                            <w:rPr>
                              <w:sz w:val="34"/>
                              <w:rFonts w:ascii="Cambria Math" w:hAnsi="Cambria Math" w:eastAsia="Cambria Math"/>
                            </w:rPr>
                            <m:t>0</m:t>
                          </m:r>
                        </m:e>
                        <m:e>
                          <m:r>
                            <w:rPr>
                              <w:sz w:val="34"/>
                              <w:rFonts w:ascii="Cambria Math" w:hAnsi="Cambria Math" w:eastAsia="Cambria Math"/>
                            </w:rPr>
                            <m:t>100</m:t>
                          </m:r>
                        </m:e>
                      </m:d>
                    </m:sub>
                  </m:sSub>
                  <m:r>
                    <w:rPr>
                      <w:sz w:val="34"/>
                      <w:rFonts w:ascii="Cambria Math" w:hAnsi="Cambria Math" w:eastAsia="Cambria Math"/>
                    </w:rPr>
                    <m:t>(</m:t>
                  </m:r>
                  <m:sSub>
                    <m:e>
                      <m:r>
                        <w:rPr>
                          <w:sz w:val="34"/>
                          <w:rFonts w:ascii="Cambria Math" w:hAnsi="Cambria Math" w:eastAsia="Cambria Math"/>
                        </w:rPr>
                        <m:t>S</m:t>
                      </m:r>
                    </m:e>
                    <m:sub>
                      <m:r>
                        <w:rPr>
                          <w:sz w:val="34"/>
                          <w:rFonts w:ascii="Cambria Math" w:hAnsi="Cambria Math" w:eastAsia="Cambria Math"/>
                        </w:rPr>
                        <m:t>raw</m:t>
                      </m:r>
                    </m:sub>
                  </m:sSub>
                  <m:r>
                    <w:rPr>
                      <w:sz w:val="34"/>
                      <w:rFonts w:ascii="Cambria Math" w:hAnsi="Cambria Math" w:eastAsia="Cambria Math"/>
                    </w:rPr>
                    <m:t>+</m:t>
                  </m:r>
                  <m:sSub>
                    <m:e>
                      <m:r>
                        <w:rPr>
                          <w:sz w:val="34"/>
                          <w:rFonts w:ascii="Cambria Math" w:hAnsi="Cambria Math" w:eastAsia="Cambria Math"/>
                        </w:rPr>
                        <m:t>Δ</m:t>
                      </m:r>
                    </m:e>
                    <m:sub>
                      <m:r>
                        <w:rPr>
                          <w:sz w:val="34"/>
                          <w:rFonts w:ascii="Cambria Math" w:hAnsi="Cambria Math" w:eastAsia="Cambria Math"/>
                        </w:rPr>
                        <m:t>C</m:t>
                      </m:r>
                    </m:sub>
                  </m:sSub>
                  <m:r>
                    <w:rPr>
                      <w:sz w:val="34"/>
                      <w:rFonts w:ascii="Cambria Math" w:hAnsi="Cambria Math" w:eastAsia="Cambria Math"/>
                    </w:rPr>
                    <m:t>)),F}</m:t>
                  </m:r>
                </m:oMath>
              </m:oMathPara>
            </a14:m>
            <a:endParaRPr sz="1700"/>
          </a:p>
        </p:txBody>
      </p:sp>
    </p:spTree>
    <p:extLst>
      <p:ext uri="{BB962C8B-B14F-4D97-AF65-F5344CB8AC3E}">
        <p14:creationId xmlns:p14="http://schemas.microsoft.com/office/powerpoint/2010/main" val="482354644"/>
      </p:ext>
    </p:extLst>
  </p:cSld>
</p:sld>
</file>

<file path=ppt/slides/slide24.xml><?xml version="1.0" encoding="utf-8"?>
<p:sld xmlns:p="http://schemas.openxmlformats.org/presentationml/2006/main">
  <p:cSld>
    <p:bg>
      <p:bgPr>
        <a:solidFill xmlns:a="http://schemas.openxmlformats.org/drawingml/2006/main">
          <a:srgbClr val="ECEFF1"/>
        </a:solidFill>
      </p:bgPr>
    </p:bg>
    <p:spTree>
      <p:nvGrpSpPr>
        <p:cNvPr id="1" name=""/>
        <p:cNvGrpSpPr/>
        <p:nvPr/>
      </p:nvGrpSpPr>
      <p:grpSpPr>
        <a:xfrm xmlns:a="http://schemas.openxmlformats.org/drawingml/2006/main"/>
      </p:grpSpPr>
      <p:sp>
        <p:nvSpPr>
          <p:cNvPr id="23" name="o0">
            <a:extLst xmlns:a="http://schemas.openxmlformats.org/drawingml/2006/main">
              <a:ext uri="{FF2B5EF4-FFF2-40B4-BE49-F238E27FC236}">
                <a16:creationId xmlns:a16="http://schemas.microsoft.com/office/drawing/2014/main" id="{C9B86D2D-51B0-422F-B083-D2829C117242}"/>
              </a:ext>
            </a:extLst>
          </p:cNvPr>
          <p:cNvSpPr>
            <a:spLocks xmlns:a="http://schemas.openxmlformats.org/drawingml/2006/main" noGrp="1"/>
          </p:cNvSpPr>
          <p:nvPr/>
        </p:nvSpPr>
        <p:spPr>
          <a:xfrm xmlns:a="http://schemas.openxmlformats.org/drawingml/2006/main">
            <a:off x="609600" y="219075"/>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B85A1E"/>
                </a:solidFill>
                <a:latin typeface="Noto Sans SC"/>
                <a:ea typeface="Noto Sans SC"/>
                <a:cs typeface="Noto Sans SC"/>
              </a:defRPr>
            </a:defPPr>
            <a:lvl1pPr algn="l">
              <a:defRPr sz="1275" b="1">
                <a:solidFill>
                  <a:srgbClr val="B85A1E"/>
                </a:solidFill>
                <a:latin typeface="Noto Sans SC"/>
                <a:ea typeface="Noto Sans SC"/>
                <a:cs typeface="Noto Sans SC"/>
              </a:defRPr>
            </a:lvl1pPr>
            <a:lvl2pPr algn="l">
              <a:defRPr sz="1275" b="1">
                <a:solidFill>
                  <a:srgbClr val="B85A1E"/>
                </a:solidFill>
                <a:latin typeface="Noto Sans SC"/>
                <a:ea typeface="Noto Sans SC"/>
                <a:cs typeface="Noto Sans SC"/>
              </a:defRPr>
            </a:lvl2pPr>
            <a:lvl3pPr algn="l">
              <a:defRPr sz="1275" b="1">
                <a:solidFill>
                  <a:srgbClr val="B85A1E"/>
                </a:solidFill>
                <a:latin typeface="Noto Sans SC"/>
                <a:ea typeface="Noto Sans SC"/>
                <a:cs typeface="Noto Sans SC"/>
              </a:defRPr>
            </a:lvl3pPr>
            <a:lvl4pPr algn="l">
              <a:defRPr sz="1275" b="1">
                <a:solidFill>
                  <a:srgbClr val="B85A1E"/>
                </a:solidFill>
                <a:latin typeface="Noto Sans SC"/>
                <a:ea typeface="Noto Sans SC"/>
                <a:cs typeface="Noto Sans SC"/>
              </a:defRPr>
            </a:lvl4pPr>
            <a:lvl5pPr algn="l">
              <a:defRPr sz="1275" b="1">
                <a:solidFill>
                  <a:srgbClr val="B85A1E"/>
                </a:solidFill>
                <a:latin typeface="Noto Sans SC"/>
                <a:ea typeface="Noto Sans SC"/>
                <a:cs typeface="Noto Sans SC"/>
              </a:defRPr>
            </a:lvl5pPr>
            <a:lvl6pPr algn="l">
              <a:defRPr sz="1275" b="1">
                <a:solidFill>
                  <a:srgbClr val="B85A1E"/>
                </a:solidFill>
                <a:latin typeface="Noto Sans SC"/>
                <a:ea typeface="Noto Sans SC"/>
                <a:cs typeface="Noto Sans SC"/>
              </a:defRPr>
            </a:lvl6pPr>
            <a:lvl7pPr algn="l">
              <a:defRPr sz="1275" b="1">
                <a:solidFill>
                  <a:srgbClr val="B85A1E"/>
                </a:solidFill>
                <a:latin typeface="Noto Sans SC"/>
                <a:ea typeface="Noto Sans SC"/>
                <a:cs typeface="Noto Sans SC"/>
              </a:defRPr>
            </a:lvl7pPr>
            <a:lvl8pPr algn="l">
              <a:defRPr sz="1275" b="1">
                <a:solidFill>
                  <a:srgbClr val="B85A1E"/>
                </a:solidFill>
                <a:latin typeface="Noto Sans SC"/>
                <a:ea typeface="Noto Sans SC"/>
                <a:cs typeface="Noto Sans SC"/>
              </a:defRPr>
            </a:lvl8pPr>
            <a:lvl9pPr algn="l">
              <a:defRPr sz="1275" b="1">
                <a:solidFill>
                  <a:srgbClr val="B85A1E"/>
                </a:solidFill>
                <a:latin typeface="Noto Sans SC"/>
                <a:ea typeface="Noto Sans SC"/>
                <a:cs typeface="Noto Sans SC"/>
              </a:defRPr>
            </a:lvl9pPr>
          </a:lstStyle>
          <a:p xmlns:a="http://schemas.openxmlformats.org/drawingml/2006/main">
            <a:pPr algn="l">
              <a:defRPr sz="1275" b="1">
                <a:solidFill>
                  <a:srgbClr val="B85A1E"/>
                </a:solidFill>
                <a:latin typeface="Noto Sans SC"/>
                <a:ea typeface="Noto Sans SC"/>
                <a:cs typeface="Noto Sans SC"/>
              </a:defRPr>
            </a:pPr>
            <a:r>
              <a:rPr sz="1275" b="1">
                <a:solidFill>
                  <a:srgbClr val="B85A1E"/>
                </a:solidFill>
                <a:latin typeface="Noto Sans SC"/>
                <a:ea typeface="Noto Sans SC"/>
                <a:cs typeface="Noto Sans SC"/>
              </a:rPr>
              <a:t>辅助评估 · 点位探测覆盖</a:t>
            </a:r>
          </a:p>
        </p:txBody>
      </p:sp>
      <p:sp>
        <p:nvSpPr>
          <p:cNvPr id="2" name="o1">
            <a:extLst xmlns:a="http://schemas.openxmlformats.org/drawingml/2006/main">
              <a:ext uri="{FF2B5EF4-FFF2-40B4-BE49-F238E27FC236}">
                <a16:creationId xmlns:a16="http://schemas.microsoft.com/office/drawing/2014/main" id="{985615F7-8DF5-4960-9EAC-FC8F84294F37}"/>
              </a:ext>
            </a:extLst>
          </p:cNvPr>
          <p:cNvSpPr>
            <a:spLocks xmlns:a="http://schemas.openxmlformats.org/drawingml/2006/main" noGrp="1"/>
          </p:cNvSpPr>
          <p:nvPr/>
        </p:nvSpPr>
        <p:spPr>
          <a:xfrm xmlns:a="http://schemas.openxmlformats.org/drawingml/2006/main">
            <a:off x="609600" y="6000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700" b="1">
                <a:solidFill>
                  <a:srgbClr val="16243A"/>
                </a:solidFill>
                <a:latin typeface="Noto Serif SC"/>
                <a:ea typeface="Noto Serif SC"/>
                <a:cs typeface="Noto Serif SC"/>
              </a:defRPr>
            </a:defPPr>
            <a:lvl1pPr algn="l">
              <a:defRPr sz="2700" b="1">
                <a:solidFill>
                  <a:srgbClr val="16243A"/>
                </a:solidFill>
                <a:latin typeface="Noto Serif SC"/>
                <a:ea typeface="Noto Serif SC"/>
                <a:cs typeface="Noto Serif SC"/>
              </a:defRPr>
            </a:lvl1pPr>
            <a:lvl2pPr algn="l">
              <a:defRPr sz="2700" b="1">
                <a:solidFill>
                  <a:srgbClr val="16243A"/>
                </a:solidFill>
                <a:latin typeface="Noto Serif SC"/>
                <a:ea typeface="Noto Serif SC"/>
                <a:cs typeface="Noto Serif SC"/>
              </a:defRPr>
            </a:lvl2pPr>
            <a:lvl3pPr algn="l">
              <a:defRPr sz="2700" b="1">
                <a:solidFill>
                  <a:srgbClr val="16243A"/>
                </a:solidFill>
                <a:latin typeface="Noto Serif SC"/>
                <a:ea typeface="Noto Serif SC"/>
                <a:cs typeface="Noto Serif SC"/>
              </a:defRPr>
            </a:lvl3pPr>
            <a:lvl4pPr algn="l">
              <a:defRPr sz="2700" b="1">
                <a:solidFill>
                  <a:srgbClr val="16243A"/>
                </a:solidFill>
                <a:latin typeface="Noto Serif SC"/>
                <a:ea typeface="Noto Serif SC"/>
                <a:cs typeface="Noto Serif SC"/>
              </a:defRPr>
            </a:lvl4pPr>
            <a:lvl5pPr algn="l">
              <a:defRPr sz="2700" b="1">
                <a:solidFill>
                  <a:srgbClr val="16243A"/>
                </a:solidFill>
                <a:latin typeface="Noto Serif SC"/>
                <a:ea typeface="Noto Serif SC"/>
                <a:cs typeface="Noto Serif SC"/>
              </a:defRPr>
            </a:lvl5pPr>
            <a:lvl6pPr algn="l">
              <a:defRPr sz="2700" b="1">
                <a:solidFill>
                  <a:srgbClr val="16243A"/>
                </a:solidFill>
                <a:latin typeface="Noto Serif SC"/>
                <a:ea typeface="Noto Serif SC"/>
                <a:cs typeface="Noto Serif SC"/>
              </a:defRPr>
            </a:lvl6pPr>
            <a:lvl7pPr algn="l">
              <a:defRPr sz="2700" b="1">
                <a:solidFill>
                  <a:srgbClr val="16243A"/>
                </a:solidFill>
                <a:latin typeface="Noto Serif SC"/>
                <a:ea typeface="Noto Serif SC"/>
                <a:cs typeface="Noto Serif SC"/>
              </a:defRPr>
            </a:lvl7pPr>
            <a:lvl8pPr algn="l">
              <a:defRPr sz="2700" b="1">
                <a:solidFill>
                  <a:srgbClr val="16243A"/>
                </a:solidFill>
                <a:latin typeface="Noto Serif SC"/>
                <a:ea typeface="Noto Serif SC"/>
                <a:cs typeface="Noto Serif SC"/>
              </a:defRPr>
            </a:lvl8pPr>
            <a:lvl9pPr algn="l">
              <a:defRPr sz="2700" b="1">
                <a:solidFill>
                  <a:srgbClr val="16243A"/>
                </a:solidFill>
                <a:latin typeface="Noto Serif SC"/>
                <a:ea typeface="Noto Serif SC"/>
                <a:cs typeface="Noto Serif SC"/>
              </a:defRPr>
            </a:lvl9pPr>
          </a:lstStyle>
          <a:p xmlns:a="http://schemas.openxmlformats.org/drawingml/2006/main">
            <a:pPr algn="l">
              <a:defRPr sz="2700" b="1">
                <a:solidFill>
                  <a:srgbClr val="16243A"/>
                </a:solidFill>
                <a:latin typeface="Noto Serif SC"/>
                <a:ea typeface="Noto Serif SC"/>
                <a:cs typeface="Noto Serif SC"/>
              </a:defRPr>
            </a:pPr>
            <a:r>
              <a:rPr sz="2700" b="1">
                <a:solidFill>
                  <a:srgbClr val="16243A"/>
                </a:solidFill>
                <a:latin typeface="Noto Serif SC"/>
                <a:ea typeface="Noto Serif SC"/>
                <a:cs typeface="Noto Serif SC"/>
              </a:rPr>
              <a:t>设备覆盖先判几何，再组合输入探测参数</a:t>
            </a:r>
          </a:p>
        </p:txBody>
      </p:sp>
      <p:sp>
        <p:nvSpPr>
          <p:cNvPr id="3" name="line-2">
            <a:extLst xmlns:a="http://schemas.openxmlformats.org/drawingml/2006/main">
              <a:ext uri="{FF2B5EF4-FFF2-40B4-BE49-F238E27FC236}">
                <a16:creationId xmlns:a16="http://schemas.microsoft.com/office/drawing/2014/main" id="{345502BC-A769-44E2-8FA5-85E0B7657598}"/>
              </a:ext>
            </a:extLst>
          </p:cNvPr>
          <p:cNvSpPr>
            <a:spLocks xmlns:a="http://schemas.openxmlformats.org/drawingml/2006/main" noGrp="1"/>
          </p:cNvSpPr>
          <p:nvPr/>
        </p:nvSpPr>
        <p:spPr>
          <a:xfrm xmlns:a="http://schemas.openxmlformats.org/drawingml/2006/main" flipV="0">
            <a:off x="609600" y="1200150"/>
            <a:ext cx="10972800" cy="953"/>
          </a:xfrm>
          <a:prstGeom xmlns:a="http://schemas.openxmlformats.org/drawingml/2006/main" prst="line">
            <a:avLst/>
          </a:prstGeom>
          <a:noFill xmlns:a="http://schemas.openxmlformats.org/drawingml/2006/main"/>
          <a:ln xmlns:a="http://schemas.openxmlformats.org/drawingml/2006/main" w="14288">
            <a:solidFill>
              <a:srgbClr val="D5DAE0"/>
            </a:solidFill>
            <a:prstDash val="solid"/>
          </a:ln>
        </p:spPr>
      </p:sp>
      <p:sp>
        <p:nvSpPr>
          <p:cNvPr id="4" name="o3">
            <a:extLst xmlns:a="http://schemas.openxmlformats.org/drawingml/2006/main">
              <a:ext uri="{FF2B5EF4-FFF2-40B4-BE49-F238E27FC236}">
                <a16:creationId xmlns:a16="http://schemas.microsoft.com/office/drawing/2014/main" id="{0D1C184C-F4D5-4170-BAB3-FDB68759584F}"/>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00" b="0">
                <a:solidFill>
                  <a:srgbClr val="6B7689"/>
                </a:solidFill>
                <a:latin typeface="Noto Sans SC"/>
                <a:ea typeface="Noto Sans SC"/>
                <a:cs typeface="Noto Sans SC"/>
              </a:defRPr>
            </a:defPPr>
            <a:lvl1pPr algn="l">
              <a:defRPr sz="900" b="0">
                <a:solidFill>
                  <a:srgbClr val="6B7689"/>
                </a:solidFill>
                <a:latin typeface="Noto Sans SC"/>
                <a:ea typeface="Noto Sans SC"/>
                <a:cs typeface="Noto Sans SC"/>
              </a:defRPr>
            </a:lvl1pPr>
            <a:lvl2pPr algn="l">
              <a:defRPr sz="900" b="0">
                <a:solidFill>
                  <a:srgbClr val="6B7689"/>
                </a:solidFill>
                <a:latin typeface="Noto Sans SC"/>
                <a:ea typeface="Noto Sans SC"/>
                <a:cs typeface="Noto Sans SC"/>
              </a:defRPr>
            </a:lvl2pPr>
            <a:lvl3pPr algn="l">
              <a:defRPr sz="900" b="0">
                <a:solidFill>
                  <a:srgbClr val="6B7689"/>
                </a:solidFill>
                <a:latin typeface="Noto Sans SC"/>
                <a:ea typeface="Noto Sans SC"/>
                <a:cs typeface="Noto Sans SC"/>
              </a:defRPr>
            </a:lvl3pPr>
            <a:lvl4pPr algn="l">
              <a:defRPr sz="900" b="0">
                <a:solidFill>
                  <a:srgbClr val="6B7689"/>
                </a:solidFill>
                <a:latin typeface="Noto Sans SC"/>
                <a:ea typeface="Noto Sans SC"/>
                <a:cs typeface="Noto Sans SC"/>
              </a:defRPr>
            </a:lvl4pPr>
            <a:lvl5pPr algn="l">
              <a:defRPr sz="900" b="0">
                <a:solidFill>
                  <a:srgbClr val="6B7689"/>
                </a:solidFill>
                <a:latin typeface="Noto Sans SC"/>
                <a:ea typeface="Noto Sans SC"/>
                <a:cs typeface="Noto Sans SC"/>
              </a:defRPr>
            </a:lvl5pPr>
            <a:lvl6pPr algn="l">
              <a:defRPr sz="900" b="0">
                <a:solidFill>
                  <a:srgbClr val="6B7689"/>
                </a:solidFill>
                <a:latin typeface="Noto Sans SC"/>
                <a:ea typeface="Noto Sans SC"/>
                <a:cs typeface="Noto Sans SC"/>
              </a:defRPr>
            </a:lvl6pPr>
            <a:lvl7pPr algn="l">
              <a:defRPr sz="900" b="0">
                <a:solidFill>
                  <a:srgbClr val="6B7689"/>
                </a:solidFill>
                <a:latin typeface="Noto Sans SC"/>
                <a:ea typeface="Noto Sans SC"/>
                <a:cs typeface="Noto Sans SC"/>
              </a:defRPr>
            </a:lvl7pPr>
            <a:lvl8pPr algn="l">
              <a:defRPr sz="900" b="0">
                <a:solidFill>
                  <a:srgbClr val="6B7689"/>
                </a:solidFill>
                <a:latin typeface="Noto Sans SC"/>
                <a:ea typeface="Noto Sans SC"/>
                <a:cs typeface="Noto Sans SC"/>
              </a:defRPr>
            </a:lvl8pPr>
            <a:lvl9pPr algn="l">
              <a:defRPr sz="900" b="0">
                <a:solidFill>
                  <a:srgbClr val="6B7689"/>
                </a:solidFill>
                <a:latin typeface="Noto Sans SC"/>
                <a:ea typeface="Noto Sans SC"/>
                <a:cs typeface="Noto Sans SC"/>
              </a:defRPr>
            </a:lvl9pPr>
          </a:lstStyle>
          <a:p xmlns:a="http://schemas.openxmlformats.org/drawingml/2006/main">
            <a:pPr algn="l">
              <a:defRPr sz="900" b="0">
                <a:solidFill>
                  <a:srgbClr val="6B7689"/>
                </a:solidFill>
                <a:latin typeface="Noto Sans SC"/>
                <a:ea typeface="Noto Sans SC"/>
                <a:cs typeface="Noto Sans SC"/>
              </a:defRPr>
            </a:pPr>
            <a:r>
              <a:rPr sz="900" b="0">
                <a:solidFill>
                  <a:srgbClr val="6B7689"/>
                </a:solidFill>
                <a:latin typeface="Noto Sans SC"/>
                <a:ea typeface="Noto Sans SC"/>
                <a:cs typeface="Noto Sans SC"/>
              </a:rPr>
              <a:t>project_reference §10.2、§16.13；F13；补充案例</a:t>
            </a:r>
          </a:p>
        </p:txBody>
      </p:sp>
      <p:sp>
        <p:nvSpPr>
          <p:cNvPr id="5" name="o4">
            <a:extLst xmlns:a="http://schemas.openxmlformats.org/drawingml/2006/main">
              <a:ext uri="{FF2B5EF4-FFF2-40B4-BE49-F238E27FC236}">
                <a16:creationId xmlns:a16="http://schemas.microsoft.com/office/drawing/2014/main" id="{A0F11B69-5D35-4A11-87AC-5CEE3ACCF8C9}"/>
              </a:ext>
            </a:extLst>
          </p:cNvPr>
          <p:cNvSpPr>
            <a:spLocks xmlns:a="http://schemas.openxmlformats.org/drawingml/2006/main" noGrp="1"/>
          </p:cNvSpPr>
          <p:nvPr/>
        </p:nvSpPr>
        <p:spPr>
          <a:xfrm xmlns:a="http://schemas.openxmlformats.org/drawingml/2006/main">
            <a:off x="10896600" y="6505575"/>
            <a:ext cx="68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6B7689"/>
                </a:solidFill>
                <a:latin typeface="Noto Sans SC"/>
                <a:ea typeface="Noto Sans SC"/>
                <a:cs typeface="Noto Sans SC"/>
              </a:defRPr>
            </a:defPPr>
            <a:lvl1pPr algn="r">
              <a:defRPr sz="1200" b="0">
                <a:solidFill>
                  <a:srgbClr val="6B7689"/>
                </a:solidFill>
                <a:latin typeface="Noto Sans SC"/>
                <a:ea typeface="Noto Sans SC"/>
                <a:cs typeface="Noto Sans SC"/>
              </a:defRPr>
            </a:lvl1pPr>
            <a:lvl2pPr algn="r">
              <a:defRPr sz="1200" b="0">
                <a:solidFill>
                  <a:srgbClr val="6B7689"/>
                </a:solidFill>
                <a:latin typeface="Noto Sans SC"/>
                <a:ea typeface="Noto Sans SC"/>
                <a:cs typeface="Noto Sans SC"/>
              </a:defRPr>
            </a:lvl2pPr>
            <a:lvl3pPr algn="r">
              <a:defRPr sz="1200" b="0">
                <a:solidFill>
                  <a:srgbClr val="6B7689"/>
                </a:solidFill>
                <a:latin typeface="Noto Sans SC"/>
                <a:ea typeface="Noto Sans SC"/>
                <a:cs typeface="Noto Sans SC"/>
              </a:defRPr>
            </a:lvl3pPr>
            <a:lvl4pPr algn="r">
              <a:defRPr sz="1200" b="0">
                <a:solidFill>
                  <a:srgbClr val="6B7689"/>
                </a:solidFill>
                <a:latin typeface="Noto Sans SC"/>
                <a:ea typeface="Noto Sans SC"/>
                <a:cs typeface="Noto Sans SC"/>
              </a:defRPr>
            </a:lvl4pPr>
            <a:lvl5pPr algn="r">
              <a:defRPr sz="1200" b="0">
                <a:solidFill>
                  <a:srgbClr val="6B7689"/>
                </a:solidFill>
                <a:latin typeface="Noto Sans SC"/>
                <a:ea typeface="Noto Sans SC"/>
                <a:cs typeface="Noto Sans SC"/>
              </a:defRPr>
            </a:lvl5pPr>
            <a:lvl6pPr algn="r">
              <a:defRPr sz="1200" b="0">
                <a:solidFill>
                  <a:srgbClr val="6B7689"/>
                </a:solidFill>
                <a:latin typeface="Noto Sans SC"/>
                <a:ea typeface="Noto Sans SC"/>
                <a:cs typeface="Noto Sans SC"/>
              </a:defRPr>
            </a:lvl6pPr>
            <a:lvl7pPr algn="r">
              <a:defRPr sz="1200" b="0">
                <a:solidFill>
                  <a:srgbClr val="6B7689"/>
                </a:solidFill>
                <a:latin typeface="Noto Sans SC"/>
                <a:ea typeface="Noto Sans SC"/>
                <a:cs typeface="Noto Sans SC"/>
              </a:defRPr>
            </a:lvl7pPr>
            <a:lvl8pPr algn="r">
              <a:defRPr sz="1200" b="0">
                <a:solidFill>
                  <a:srgbClr val="6B7689"/>
                </a:solidFill>
                <a:latin typeface="Noto Sans SC"/>
                <a:ea typeface="Noto Sans SC"/>
                <a:cs typeface="Noto Sans SC"/>
              </a:defRPr>
            </a:lvl8pPr>
            <a:lvl9pPr algn="r">
              <a:defRPr sz="1200" b="0">
                <a:solidFill>
                  <a:srgbClr val="6B7689"/>
                </a:solidFill>
                <a:latin typeface="Noto Sans SC"/>
                <a:ea typeface="Noto Sans SC"/>
                <a:cs typeface="Noto Sans SC"/>
              </a:defRPr>
            </a:lvl9pPr>
          </a:lstStyle>
          <a:p xmlns:a="http://schemas.openxmlformats.org/drawingml/2006/main">
            <a:pPr algn="r">
              <a:defRPr sz="1200" b="0">
                <a:solidFill>
                  <a:srgbClr val="6B7689"/>
                </a:solidFill>
                <a:latin typeface="Noto Sans SC"/>
                <a:ea typeface="Noto Sans SC"/>
                <a:cs typeface="Noto Sans SC"/>
              </a:defRPr>
            </a:pPr>
            <a:r>
              <a:rPr sz="1200" b="0">
                <a:solidFill>
                  <a:srgbClr val="6B7689"/>
                </a:solidFill>
                <a:latin typeface="Noto Sans SC"/>
                <a:ea typeface="Noto Sans SC"/>
                <a:cs typeface="Noto Sans SC"/>
              </a:rPr>
              <a:t>24 / 39</a:t>
            </a:r>
          </a:p>
        </p:txBody>
      </p:sp>
      <p:sp>
        <p:nvSpPr>
          <p:cNvPr id="6" name="o5">
            <a:extLst xmlns:a="http://schemas.openxmlformats.org/drawingml/2006/main">
              <a:ext uri="{FF2B5EF4-FFF2-40B4-BE49-F238E27FC236}">
                <a16:creationId xmlns:a16="http://schemas.microsoft.com/office/drawing/2014/main" id="{4A10A366-D7F9-4545-A8C6-9E43377FB52B}"/>
              </a:ext>
            </a:extLst>
          </p:cNvPr>
          <p:cNvSpPr>
            <a:spLocks xmlns:a="http://schemas.openxmlformats.org/drawingml/2006/main" noGrp="1"/>
          </p:cNvSpPr>
          <p:nvPr/>
        </p:nvSpPr>
        <p:spPr>
          <a:xfrm xmlns:a="http://schemas.openxmlformats.org/drawingml/2006/main">
            <a:off x="609600" y="5981700"/>
            <a:ext cx="10972800" cy="428625"/>
          </a:xfrm>
          <a:prstGeom xmlns:a="http://schemas.openxmlformats.org/drawingml/2006/main" prst="roundRect">
            <a:avLst>
              <a:gd name="adj" fmla="val 17778"/>
            </a:avLst>
          </a:prstGeom>
          <a:solidFill xmlns:a="http://schemas.openxmlformats.org/drawingml/2006/main">
            <a:srgbClr val="D6E6E5"/>
          </a:solidFill>
          <a:ln xmlns:a="http://schemas.openxmlformats.org/drawingml/2006/main" w="0">
            <a:noFill/>
            <a:prstDash val="solid"/>
          </a:ln>
        </p:spPr>
      </p:sp>
      <p:sp>
        <p:nvSpPr>
          <p:cNvPr id="7" name="o6">
            <a:extLst xmlns:a="http://schemas.openxmlformats.org/drawingml/2006/main">
              <a:ext uri="{FF2B5EF4-FFF2-40B4-BE49-F238E27FC236}">
                <a16:creationId xmlns:a16="http://schemas.microsoft.com/office/drawing/2014/main" id="{4278BBC1-601E-41D8-BD12-A24963B824DE}"/>
              </a:ext>
            </a:extLst>
          </p:cNvPr>
          <p:cNvSpPr>
            <a:spLocks xmlns:a="http://schemas.openxmlformats.org/drawingml/2006/main" noGrp="1"/>
          </p:cNvSpPr>
          <p:nvPr/>
        </p:nvSpPr>
        <p:spPr>
          <a:xfrm xmlns:a="http://schemas.openxmlformats.org/drawingml/2006/main">
            <a:off x="781050" y="6029325"/>
            <a:ext cx="10629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75" b="1">
                <a:solidFill>
                  <a:srgbClr val="0F6E73"/>
                </a:solidFill>
                <a:latin typeface="Noto Sans SC"/>
                <a:ea typeface="Noto Sans SC"/>
                <a:cs typeface="Noto Sans SC"/>
              </a:defRPr>
            </a:defPPr>
            <a:lvl1pPr algn="l">
              <a:defRPr sz="1575" b="1">
                <a:solidFill>
                  <a:srgbClr val="0F6E73"/>
                </a:solidFill>
                <a:latin typeface="Noto Sans SC"/>
                <a:ea typeface="Noto Sans SC"/>
                <a:cs typeface="Noto Sans SC"/>
              </a:defRPr>
            </a:lvl1pPr>
            <a:lvl2pPr algn="l">
              <a:defRPr sz="1575" b="1">
                <a:solidFill>
                  <a:srgbClr val="0F6E73"/>
                </a:solidFill>
                <a:latin typeface="Noto Sans SC"/>
                <a:ea typeface="Noto Sans SC"/>
                <a:cs typeface="Noto Sans SC"/>
              </a:defRPr>
            </a:lvl2pPr>
            <a:lvl3pPr algn="l">
              <a:defRPr sz="1575" b="1">
                <a:solidFill>
                  <a:srgbClr val="0F6E73"/>
                </a:solidFill>
                <a:latin typeface="Noto Sans SC"/>
                <a:ea typeface="Noto Sans SC"/>
                <a:cs typeface="Noto Sans SC"/>
              </a:defRPr>
            </a:lvl3pPr>
            <a:lvl4pPr algn="l">
              <a:defRPr sz="1575" b="1">
                <a:solidFill>
                  <a:srgbClr val="0F6E73"/>
                </a:solidFill>
                <a:latin typeface="Noto Sans SC"/>
                <a:ea typeface="Noto Sans SC"/>
                <a:cs typeface="Noto Sans SC"/>
              </a:defRPr>
            </a:lvl4pPr>
            <a:lvl5pPr algn="l">
              <a:defRPr sz="1575" b="1">
                <a:solidFill>
                  <a:srgbClr val="0F6E73"/>
                </a:solidFill>
                <a:latin typeface="Noto Sans SC"/>
                <a:ea typeface="Noto Sans SC"/>
                <a:cs typeface="Noto Sans SC"/>
              </a:defRPr>
            </a:lvl5pPr>
            <a:lvl6pPr algn="l">
              <a:defRPr sz="1575" b="1">
                <a:solidFill>
                  <a:srgbClr val="0F6E73"/>
                </a:solidFill>
                <a:latin typeface="Noto Sans SC"/>
                <a:ea typeface="Noto Sans SC"/>
                <a:cs typeface="Noto Sans SC"/>
              </a:defRPr>
            </a:lvl6pPr>
            <a:lvl7pPr algn="l">
              <a:defRPr sz="1575" b="1">
                <a:solidFill>
                  <a:srgbClr val="0F6E73"/>
                </a:solidFill>
                <a:latin typeface="Noto Sans SC"/>
                <a:ea typeface="Noto Sans SC"/>
                <a:cs typeface="Noto Sans SC"/>
              </a:defRPr>
            </a:lvl7pPr>
            <a:lvl8pPr algn="l">
              <a:defRPr sz="1575" b="1">
                <a:solidFill>
                  <a:srgbClr val="0F6E73"/>
                </a:solidFill>
                <a:latin typeface="Noto Sans SC"/>
                <a:ea typeface="Noto Sans SC"/>
                <a:cs typeface="Noto Sans SC"/>
              </a:defRPr>
            </a:lvl8pPr>
            <a:lvl9pPr algn="l">
              <a:defRPr sz="1575" b="1">
                <a:solidFill>
                  <a:srgbClr val="0F6E73"/>
                </a:solidFill>
                <a:latin typeface="Noto Sans SC"/>
                <a:ea typeface="Noto Sans SC"/>
                <a:cs typeface="Noto Sans SC"/>
              </a:defRPr>
            </a:lvl9pPr>
          </a:lstStyle>
          <a:p xmlns:a="http://schemas.openxmlformats.org/drawingml/2006/main">
            <a:pPr algn="l">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代表点覆盖不等于全群覆盖；组合值没有经过现场概率校准。</a:t>
            </a:r>
          </a:p>
        </p:txBody>
      </p:sp>
      <p:sp>
        <p:nvSpPr>
          <p:cNvPr id="8" name="o7">
            <a:extLst xmlns:a="http://schemas.openxmlformats.org/drawingml/2006/main">
              <a:ext uri="{FF2B5EF4-FFF2-40B4-BE49-F238E27FC236}">
                <a16:creationId xmlns:a16="http://schemas.microsoft.com/office/drawing/2014/main" id="{539B7DA0-328E-4507-AA8A-037617869336}"/>
              </a:ext>
            </a:extLst>
          </p:cNvPr>
          <p:cNvSpPr>
            <a:spLocks xmlns:a="http://schemas.openxmlformats.org/drawingml/2006/main" noGrp="1"/>
          </p:cNvSpPr>
          <p:nvPr/>
        </p:nvSpPr>
        <p:spPr>
          <a:xfrm xmlns:a="http://schemas.openxmlformats.org/drawingml/2006/main">
            <a:off x="876300" y="1666875"/>
            <a:ext cx="3905250" cy="3429000"/>
          </a:xfrm>
          <a:prstGeom xmlns:a="http://schemas.openxmlformats.org/drawingml/2006/main" prst="ellipse">
            <a:avLst/>
          </a:prstGeom>
          <a:solidFill xmlns:a="http://schemas.openxmlformats.org/drawingml/2006/main">
            <a:srgbClr val="D6E6E5"/>
          </a:solidFill>
          <a:ln xmlns:a="http://schemas.openxmlformats.org/drawingml/2006/main" w="11430">
            <a:solidFill>
              <a:srgbClr val="0F6E73"/>
            </a:solidFill>
            <a:prstDash val="solid"/>
          </a:ln>
        </p:spPr>
      </p:sp>
      <p:sp>
        <p:nvSpPr>
          <p:cNvPr id="9" name="o8">
            <a:extLst xmlns:a="http://schemas.openxmlformats.org/drawingml/2006/main">
              <a:ext uri="{FF2B5EF4-FFF2-40B4-BE49-F238E27FC236}">
                <a16:creationId xmlns:a16="http://schemas.microsoft.com/office/drawing/2014/main" id="{F8663461-7663-4BED-BC04-EB2D17D72B2C}"/>
              </a:ext>
            </a:extLst>
          </p:cNvPr>
          <p:cNvSpPr>
            <a:spLocks xmlns:a="http://schemas.openxmlformats.org/drawingml/2006/main" noGrp="1"/>
          </p:cNvSpPr>
          <p:nvPr/>
        </p:nvSpPr>
        <p:spPr>
          <a:xfrm xmlns:a="http://schemas.openxmlformats.org/drawingml/2006/main">
            <a:off x="2667000" y="2238375"/>
            <a:ext cx="3333750" cy="3000375"/>
          </a:xfrm>
          <a:prstGeom xmlns:a="http://schemas.openxmlformats.org/drawingml/2006/main" prst="ellipse">
            <a:avLst/>
          </a:prstGeom>
          <a:noFill xmlns:a="http://schemas.openxmlformats.org/drawingml/2006/main"/>
          <a:ln xmlns:a="http://schemas.openxmlformats.org/drawingml/2006/main" w="11430">
            <a:solidFill>
              <a:srgbClr val="32668E"/>
            </a:solidFill>
            <a:prstDash val="solid"/>
          </a:ln>
        </p:spPr>
      </p:sp>
      <p:sp>
        <p:nvSpPr>
          <p:cNvPr id="10" name="o9">
            <a:extLst xmlns:a="http://schemas.openxmlformats.org/drawingml/2006/main">
              <a:ext uri="{FF2B5EF4-FFF2-40B4-BE49-F238E27FC236}">
                <a16:creationId xmlns:a16="http://schemas.microsoft.com/office/drawing/2014/main" id="{9DB7958A-10B7-4510-88A6-7A436572280F}"/>
              </a:ext>
            </a:extLst>
          </p:cNvPr>
          <p:cNvSpPr>
            <a:spLocks xmlns:a="http://schemas.openxmlformats.org/drawingml/2006/main" noGrp="1"/>
          </p:cNvSpPr>
          <p:nvPr/>
        </p:nvSpPr>
        <p:spPr>
          <a:xfrm xmlns:a="http://schemas.openxmlformats.org/drawingml/2006/main">
            <a:off x="2752725" y="3514725"/>
            <a:ext cx="209550" cy="209550"/>
          </a:xfrm>
          <a:prstGeom xmlns:a="http://schemas.openxmlformats.org/drawingml/2006/main" prst="ellipse">
            <a:avLst/>
          </a:prstGeom>
          <a:solidFill xmlns:a="http://schemas.openxmlformats.org/drawingml/2006/main">
            <a:srgbClr val="B85A1E"/>
          </a:solidFill>
          <a:ln xmlns:a="http://schemas.openxmlformats.org/drawingml/2006/main" w="0">
            <a:noFill/>
            <a:prstDash val="solid"/>
          </a:ln>
        </p:spPr>
      </p:sp>
      <p:sp>
        <p:nvSpPr>
          <p:cNvPr id="11" name="o10">
            <a:extLst xmlns:a="http://schemas.openxmlformats.org/drawingml/2006/main">
              <a:ext uri="{FF2B5EF4-FFF2-40B4-BE49-F238E27FC236}">
                <a16:creationId xmlns:a16="http://schemas.microsoft.com/office/drawing/2014/main" id="{7F221EE5-F65F-4B0F-ACA0-7A8842066AB1}"/>
              </a:ext>
            </a:extLst>
          </p:cNvPr>
          <p:cNvSpPr>
            <a:spLocks xmlns:a="http://schemas.openxmlformats.org/drawingml/2006/main" noGrp="1"/>
          </p:cNvSpPr>
          <p:nvPr/>
        </p:nvSpPr>
        <p:spPr>
          <a:xfrm xmlns:a="http://schemas.openxmlformats.org/drawingml/2006/main">
            <a:off x="2952750" y="34480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b="0">
                <a:solidFill>
                  <a:srgbClr val="B85A1E"/>
                </a:solidFill>
                <a:latin typeface="Noto Sans SC"/>
                <a:ea typeface="Noto Sans SC"/>
                <a:cs typeface="Noto Sans SC"/>
              </a:defRPr>
            </a:defPPr>
            <a:lvl1pPr algn="l">
              <a:defRPr sz="1350" b="0">
                <a:solidFill>
                  <a:srgbClr val="B85A1E"/>
                </a:solidFill>
                <a:latin typeface="Noto Sans SC"/>
                <a:ea typeface="Noto Sans SC"/>
                <a:cs typeface="Noto Sans SC"/>
              </a:defRPr>
            </a:lvl1pPr>
            <a:lvl2pPr algn="l">
              <a:defRPr sz="1350" b="0">
                <a:solidFill>
                  <a:srgbClr val="B85A1E"/>
                </a:solidFill>
                <a:latin typeface="Noto Sans SC"/>
                <a:ea typeface="Noto Sans SC"/>
                <a:cs typeface="Noto Sans SC"/>
              </a:defRPr>
            </a:lvl2pPr>
            <a:lvl3pPr algn="l">
              <a:defRPr sz="1350" b="0">
                <a:solidFill>
                  <a:srgbClr val="B85A1E"/>
                </a:solidFill>
                <a:latin typeface="Noto Sans SC"/>
                <a:ea typeface="Noto Sans SC"/>
                <a:cs typeface="Noto Sans SC"/>
              </a:defRPr>
            </a:lvl3pPr>
            <a:lvl4pPr algn="l">
              <a:defRPr sz="1350" b="0">
                <a:solidFill>
                  <a:srgbClr val="B85A1E"/>
                </a:solidFill>
                <a:latin typeface="Noto Sans SC"/>
                <a:ea typeface="Noto Sans SC"/>
                <a:cs typeface="Noto Sans SC"/>
              </a:defRPr>
            </a:lvl4pPr>
            <a:lvl5pPr algn="l">
              <a:defRPr sz="1350" b="0">
                <a:solidFill>
                  <a:srgbClr val="B85A1E"/>
                </a:solidFill>
                <a:latin typeface="Noto Sans SC"/>
                <a:ea typeface="Noto Sans SC"/>
                <a:cs typeface="Noto Sans SC"/>
              </a:defRPr>
            </a:lvl5pPr>
            <a:lvl6pPr algn="l">
              <a:defRPr sz="1350" b="0">
                <a:solidFill>
                  <a:srgbClr val="B85A1E"/>
                </a:solidFill>
                <a:latin typeface="Noto Sans SC"/>
                <a:ea typeface="Noto Sans SC"/>
                <a:cs typeface="Noto Sans SC"/>
              </a:defRPr>
            </a:lvl6pPr>
            <a:lvl7pPr algn="l">
              <a:defRPr sz="1350" b="0">
                <a:solidFill>
                  <a:srgbClr val="B85A1E"/>
                </a:solidFill>
                <a:latin typeface="Noto Sans SC"/>
                <a:ea typeface="Noto Sans SC"/>
                <a:cs typeface="Noto Sans SC"/>
              </a:defRPr>
            </a:lvl7pPr>
            <a:lvl8pPr algn="l">
              <a:defRPr sz="1350" b="0">
                <a:solidFill>
                  <a:srgbClr val="B85A1E"/>
                </a:solidFill>
                <a:latin typeface="Noto Sans SC"/>
                <a:ea typeface="Noto Sans SC"/>
                <a:cs typeface="Noto Sans SC"/>
              </a:defRPr>
            </a:lvl8pPr>
            <a:lvl9pPr algn="l">
              <a:defRPr sz="1350" b="0">
                <a:solidFill>
                  <a:srgbClr val="B85A1E"/>
                </a:solidFill>
                <a:latin typeface="Noto Sans SC"/>
                <a:ea typeface="Noto Sans SC"/>
                <a:cs typeface="Noto Sans SC"/>
              </a:defRPr>
            </a:lvl9pPr>
          </a:lstStyle>
          <a:p xmlns:a="http://schemas.openxmlformats.org/drawingml/2006/main">
            <a:pPr algn="l">
              <a:defRPr sz="1350" b="0">
                <a:solidFill>
                  <a:srgbClr val="B85A1E"/>
                </a:solidFill>
                <a:latin typeface="Noto Sans SC"/>
                <a:ea typeface="Noto Sans SC"/>
                <a:cs typeface="Noto Sans SC"/>
              </a:defRPr>
            </a:pPr>
            <a:r>
              <a:rPr sz="1350" b="0">
                <a:solidFill>
                  <a:srgbClr val="B85A1E"/>
                </a:solidFill>
                <a:latin typeface="Noto Sans SC"/>
                <a:ea typeface="Noto Sans SC"/>
                <a:cs typeface="Noto Sans SC"/>
              </a:rPr>
              <a:t>群体代表点</a:t>
            </a:r>
          </a:p>
        </p:txBody>
      </p:sp>
      <p:sp>
        <p:nvSpPr>
          <p:cNvPr id="12" name="o11">
            <a:extLst xmlns:a="http://schemas.openxmlformats.org/drawingml/2006/main">
              <a:ext uri="{FF2B5EF4-FFF2-40B4-BE49-F238E27FC236}">
                <a16:creationId xmlns:a16="http://schemas.microsoft.com/office/drawing/2014/main" id="{C9455497-83FC-4D30-A2C0-D7525C9BA0F1}"/>
              </a:ext>
            </a:extLst>
          </p:cNvPr>
          <p:cNvSpPr>
            <a:spLocks xmlns:a="http://schemas.openxmlformats.org/drawingml/2006/main" noGrp="1"/>
          </p:cNvSpPr>
          <p:nvPr/>
        </p:nvSpPr>
        <p:spPr>
          <a:xfrm xmlns:a="http://schemas.openxmlformats.org/drawingml/2006/main">
            <a:off x="2133600" y="3181350"/>
            <a:ext cx="114300" cy="114300"/>
          </a:xfrm>
          <a:prstGeom xmlns:a="http://schemas.openxmlformats.org/drawingml/2006/main" prst="ellipse">
            <a:avLst/>
          </a:prstGeom>
          <a:solidFill xmlns:a="http://schemas.openxmlformats.org/drawingml/2006/main">
            <a:srgbClr val="32668E"/>
          </a:solidFill>
          <a:ln xmlns:a="http://schemas.openxmlformats.org/drawingml/2006/main" w="0">
            <a:noFill/>
            <a:prstDash val="solid"/>
          </a:ln>
        </p:spPr>
      </p:sp>
      <p:sp>
        <p:nvSpPr>
          <p:cNvPr id="13" name="o12">
            <a:extLst xmlns:a="http://schemas.openxmlformats.org/drawingml/2006/main">
              <a:ext uri="{FF2B5EF4-FFF2-40B4-BE49-F238E27FC236}">
                <a16:creationId xmlns:a16="http://schemas.microsoft.com/office/drawing/2014/main" id="{E673E528-5978-4FF0-B973-4218E1A16202}"/>
              </a:ext>
            </a:extLst>
          </p:cNvPr>
          <p:cNvSpPr>
            <a:spLocks xmlns:a="http://schemas.openxmlformats.org/drawingml/2006/main" noGrp="1"/>
          </p:cNvSpPr>
          <p:nvPr/>
        </p:nvSpPr>
        <p:spPr>
          <a:xfrm xmlns:a="http://schemas.openxmlformats.org/drawingml/2006/main">
            <a:off x="3371850" y="3943350"/>
            <a:ext cx="114300" cy="114300"/>
          </a:xfrm>
          <a:prstGeom xmlns:a="http://schemas.openxmlformats.org/drawingml/2006/main" prst="ellipse">
            <a:avLst/>
          </a:prstGeom>
          <a:solidFill xmlns:a="http://schemas.openxmlformats.org/drawingml/2006/main">
            <a:srgbClr val="32668E"/>
          </a:solidFill>
          <a:ln xmlns:a="http://schemas.openxmlformats.org/drawingml/2006/main" w="0">
            <a:noFill/>
            <a:prstDash val="solid"/>
          </a:ln>
        </p:spPr>
      </p:sp>
      <p:sp>
        <p:nvSpPr>
          <p:cNvPr id="14" name="o13">
            <a:extLst xmlns:a="http://schemas.openxmlformats.org/drawingml/2006/main">
              <a:ext uri="{FF2B5EF4-FFF2-40B4-BE49-F238E27FC236}">
                <a16:creationId xmlns:a16="http://schemas.microsoft.com/office/drawing/2014/main" id="{3128023E-4814-44FB-9EDD-FE08E42EC17A}"/>
              </a:ext>
            </a:extLst>
          </p:cNvPr>
          <p:cNvSpPr>
            <a:spLocks xmlns:a="http://schemas.openxmlformats.org/drawingml/2006/main" noGrp="1"/>
          </p:cNvSpPr>
          <p:nvPr/>
        </p:nvSpPr>
        <p:spPr>
          <a:xfrm xmlns:a="http://schemas.openxmlformats.org/drawingml/2006/main">
            <a:off x="5553075" y="1819275"/>
            <a:ext cx="133350" cy="133350"/>
          </a:xfrm>
          <a:prstGeom xmlns:a="http://schemas.openxmlformats.org/drawingml/2006/main" prst="ellipse">
            <a:avLst/>
          </a:prstGeom>
          <a:solidFill xmlns:a="http://schemas.openxmlformats.org/drawingml/2006/main">
            <a:srgbClr val="32668E"/>
          </a:solidFill>
          <a:ln xmlns:a="http://schemas.openxmlformats.org/drawingml/2006/main" w="0">
            <a:noFill/>
            <a:prstDash val="solid"/>
          </a:ln>
        </p:spPr>
      </p:sp>
      <p:sp>
        <p:nvSpPr>
          <p:cNvPr id="15" name="o14">
            <a:extLst xmlns:a="http://schemas.openxmlformats.org/drawingml/2006/main">
              <a:ext uri="{FF2B5EF4-FFF2-40B4-BE49-F238E27FC236}">
                <a16:creationId xmlns:a16="http://schemas.microsoft.com/office/drawing/2014/main" id="{277057FC-FAE5-4E5C-B2F5-498D6D210A1B}"/>
              </a:ext>
            </a:extLst>
          </p:cNvPr>
          <p:cNvSpPr>
            <a:spLocks xmlns:a="http://schemas.openxmlformats.org/drawingml/2006/main" noGrp="1"/>
          </p:cNvSpPr>
          <p:nvPr/>
        </p:nvSpPr>
        <p:spPr>
          <a:xfrm xmlns:a="http://schemas.openxmlformats.org/drawingml/2006/main">
            <a:off x="5715000" y="171450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b="0">
                <a:solidFill>
                  <a:srgbClr val="32668E"/>
                </a:solidFill>
                <a:latin typeface="Noto Sans SC"/>
                <a:ea typeface="Noto Sans SC"/>
                <a:cs typeface="Noto Sans SC"/>
              </a:defRPr>
            </a:defPPr>
            <a:lvl1pPr algn="l">
              <a:defRPr sz="1350" b="0">
                <a:solidFill>
                  <a:srgbClr val="32668E"/>
                </a:solidFill>
                <a:latin typeface="Noto Sans SC"/>
                <a:ea typeface="Noto Sans SC"/>
                <a:cs typeface="Noto Sans SC"/>
              </a:defRPr>
            </a:lvl1pPr>
            <a:lvl2pPr algn="l">
              <a:defRPr sz="1350" b="0">
                <a:solidFill>
                  <a:srgbClr val="32668E"/>
                </a:solidFill>
                <a:latin typeface="Noto Sans SC"/>
                <a:ea typeface="Noto Sans SC"/>
                <a:cs typeface="Noto Sans SC"/>
              </a:defRPr>
            </a:lvl2pPr>
            <a:lvl3pPr algn="l">
              <a:defRPr sz="1350" b="0">
                <a:solidFill>
                  <a:srgbClr val="32668E"/>
                </a:solidFill>
                <a:latin typeface="Noto Sans SC"/>
                <a:ea typeface="Noto Sans SC"/>
                <a:cs typeface="Noto Sans SC"/>
              </a:defRPr>
            </a:lvl3pPr>
            <a:lvl4pPr algn="l">
              <a:defRPr sz="1350" b="0">
                <a:solidFill>
                  <a:srgbClr val="32668E"/>
                </a:solidFill>
                <a:latin typeface="Noto Sans SC"/>
                <a:ea typeface="Noto Sans SC"/>
                <a:cs typeface="Noto Sans SC"/>
              </a:defRPr>
            </a:lvl4pPr>
            <a:lvl5pPr algn="l">
              <a:defRPr sz="1350" b="0">
                <a:solidFill>
                  <a:srgbClr val="32668E"/>
                </a:solidFill>
                <a:latin typeface="Noto Sans SC"/>
                <a:ea typeface="Noto Sans SC"/>
                <a:cs typeface="Noto Sans SC"/>
              </a:defRPr>
            </a:lvl5pPr>
            <a:lvl6pPr algn="l">
              <a:defRPr sz="1350" b="0">
                <a:solidFill>
                  <a:srgbClr val="32668E"/>
                </a:solidFill>
                <a:latin typeface="Noto Sans SC"/>
                <a:ea typeface="Noto Sans SC"/>
                <a:cs typeface="Noto Sans SC"/>
              </a:defRPr>
            </a:lvl6pPr>
            <a:lvl7pPr algn="l">
              <a:defRPr sz="1350" b="0">
                <a:solidFill>
                  <a:srgbClr val="32668E"/>
                </a:solidFill>
                <a:latin typeface="Noto Sans SC"/>
                <a:ea typeface="Noto Sans SC"/>
                <a:cs typeface="Noto Sans SC"/>
              </a:defRPr>
            </a:lvl7pPr>
            <a:lvl8pPr algn="l">
              <a:defRPr sz="1350" b="0">
                <a:solidFill>
                  <a:srgbClr val="32668E"/>
                </a:solidFill>
                <a:latin typeface="Noto Sans SC"/>
                <a:ea typeface="Noto Sans SC"/>
                <a:cs typeface="Noto Sans SC"/>
              </a:defRPr>
            </a:lvl8pPr>
            <a:lvl9pPr algn="l">
              <a:defRPr sz="1350" b="0">
                <a:solidFill>
                  <a:srgbClr val="32668E"/>
                </a:solidFill>
                <a:latin typeface="Noto Sans SC"/>
                <a:ea typeface="Noto Sans SC"/>
                <a:cs typeface="Noto Sans SC"/>
              </a:defRPr>
            </a:lvl9pPr>
          </a:lstStyle>
          <a:p xmlns:a="http://schemas.openxmlformats.org/drawingml/2006/main">
            <a:pPr algn="l">
              <a:defRPr sz="1350" b="0">
                <a:solidFill>
                  <a:srgbClr val="32668E"/>
                </a:solidFill>
                <a:latin typeface="Noto Sans SC"/>
                <a:ea typeface="Noto Sans SC"/>
                <a:cs typeface="Noto Sans SC"/>
              </a:defRPr>
            </a:pPr>
            <a:r>
              <a:rPr sz="1350" b="0">
                <a:solidFill>
                  <a:srgbClr val="32668E"/>
                </a:solidFill>
                <a:latin typeface="Noto Sans SC"/>
                <a:ea typeface="Noto Sans SC"/>
                <a:cs typeface="Noto Sans SC"/>
              </a:rPr>
              <a:t>覆盖外成员</a:t>
            </a:r>
          </a:p>
        </p:txBody>
      </p:sp>
      <p:sp>
        <p:nvSpPr>
          <p:cNvPr id="16" name="o15">
            <a:extLst xmlns:a="http://schemas.openxmlformats.org/drawingml/2006/main">
              <a:ext uri="{FF2B5EF4-FFF2-40B4-BE49-F238E27FC236}">
                <a16:creationId xmlns:a16="http://schemas.microsoft.com/office/drawing/2014/main" id="{93ABEBB9-1FF0-4FF2-B5B9-128630D78AE3}"/>
              </a:ext>
            </a:extLst>
          </p:cNvPr>
          <p:cNvSpPr>
            <a:spLocks xmlns:a="http://schemas.openxmlformats.org/drawingml/2006/main" noGrp="1"/>
          </p:cNvSpPr>
          <p:nvPr/>
        </p:nvSpPr>
        <p:spPr>
          <a:xfrm xmlns:a="http://schemas.openxmlformats.org/drawingml/2006/main">
            <a:off x="609600" y="5381625"/>
            <a:ext cx="542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b="0">
                <a:solidFill>
                  <a:srgbClr val="46536A"/>
                </a:solidFill>
                <a:latin typeface="Noto Sans SC"/>
                <a:ea typeface="Noto Sans SC"/>
                <a:cs typeface="Noto Sans SC"/>
              </a:defRPr>
            </a:defPPr>
            <a:lvl1pPr algn="l">
              <a:defRPr sz="1350" b="0">
                <a:solidFill>
                  <a:srgbClr val="46536A"/>
                </a:solidFill>
                <a:latin typeface="Noto Sans SC"/>
                <a:ea typeface="Noto Sans SC"/>
                <a:cs typeface="Noto Sans SC"/>
              </a:defRPr>
            </a:lvl1pPr>
            <a:lvl2pPr algn="l">
              <a:defRPr sz="1350" b="0">
                <a:solidFill>
                  <a:srgbClr val="46536A"/>
                </a:solidFill>
                <a:latin typeface="Noto Sans SC"/>
                <a:ea typeface="Noto Sans SC"/>
                <a:cs typeface="Noto Sans SC"/>
              </a:defRPr>
            </a:lvl2pPr>
            <a:lvl3pPr algn="l">
              <a:defRPr sz="1350" b="0">
                <a:solidFill>
                  <a:srgbClr val="46536A"/>
                </a:solidFill>
                <a:latin typeface="Noto Sans SC"/>
                <a:ea typeface="Noto Sans SC"/>
                <a:cs typeface="Noto Sans SC"/>
              </a:defRPr>
            </a:lvl3pPr>
            <a:lvl4pPr algn="l">
              <a:defRPr sz="1350" b="0">
                <a:solidFill>
                  <a:srgbClr val="46536A"/>
                </a:solidFill>
                <a:latin typeface="Noto Sans SC"/>
                <a:ea typeface="Noto Sans SC"/>
                <a:cs typeface="Noto Sans SC"/>
              </a:defRPr>
            </a:lvl4pPr>
            <a:lvl5pPr algn="l">
              <a:defRPr sz="1350" b="0">
                <a:solidFill>
                  <a:srgbClr val="46536A"/>
                </a:solidFill>
                <a:latin typeface="Noto Sans SC"/>
                <a:ea typeface="Noto Sans SC"/>
                <a:cs typeface="Noto Sans SC"/>
              </a:defRPr>
            </a:lvl5pPr>
            <a:lvl6pPr algn="l">
              <a:defRPr sz="1350" b="0">
                <a:solidFill>
                  <a:srgbClr val="46536A"/>
                </a:solidFill>
                <a:latin typeface="Noto Sans SC"/>
                <a:ea typeface="Noto Sans SC"/>
                <a:cs typeface="Noto Sans SC"/>
              </a:defRPr>
            </a:lvl6pPr>
            <a:lvl7pPr algn="l">
              <a:defRPr sz="1350" b="0">
                <a:solidFill>
                  <a:srgbClr val="46536A"/>
                </a:solidFill>
                <a:latin typeface="Noto Sans SC"/>
                <a:ea typeface="Noto Sans SC"/>
                <a:cs typeface="Noto Sans SC"/>
              </a:defRPr>
            </a:lvl7pPr>
            <a:lvl8pPr algn="l">
              <a:defRPr sz="1350" b="0">
                <a:solidFill>
                  <a:srgbClr val="46536A"/>
                </a:solidFill>
                <a:latin typeface="Noto Sans SC"/>
                <a:ea typeface="Noto Sans SC"/>
                <a:cs typeface="Noto Sans SC"/>
              </a:defRPr>
            </a:lvl8pPr>
            <a:lvl9pPr algn="l">
              <a:defRPr sz="1350" b="0">
                <a:solidFill>
                  <a:srgbClr val="46536A"/>
                </a:solidFill>
                <a:latin typeface="Noto Sans SC"/>
                <a:ea typeface="Noto Sans SC"/>
                <a:cs typeface="Noto Sans SC"/>
              </a:defRPr>
            </a:lvl9pPr>
          </a:lstStyle>
          <a:p xmlns:a="http://schemas.openxmlformats.org/drawingml/2006/main">
            <a:pPr algn="l">
              <a:defRPr sz="1350" b="0">
                <a:solidFill>
                  <a:srgbClr val="46536A"/>
                </a:solidFill>
                <a:latin typeface="Noto Sans SC"/>
                <a:ea typeface="Noto Sans SC"/>
                <a:cs typeface="Noto Sans SC"/>
              </a:defRPr>
            </a:pPr>
            <a:r>
              <a:rPr sz="1350" b="0">
                <a:solidFill>
                  <a:srgbClr val="46536A"/>
                </a:solidFill>
                <a:latin typeface="Noto Sans SC"/>
                <a:ea typeface="Noto Sans SC"/>
                <a:cs typeface="Noto Sans SC"/>
              </a:rPr>
              <a:t>示意几何，不代表实测覆盖地图</a:t>
            </a:r>
          </a:p>
        </p:txBody>
      </p:sp>
      <p:sp>
        <p:nvSpPr>
          <p:cNvPr id="17" name="o16">
            <a:extLst xmlns:a="http://schemas.openxmlformats.org/drawingml/2006/main">
              <a:ext uri="{FF2B5EF4-FFF2-40B4-BE49-F238E27FC236}">
                <a16:creationId xmlns:a16="http://schemas.microsoft.com/office/drawing/2014/main" id="{7064EB1F-5C10-46DC-B1A7-D24967BC8E16}"/>
              </a:ext>
            </a:extLst>
          </p:cNvPr>
          <p:cNvSpPr>
            <a:spLocks xmlns:a="http://schemas.openxmlformats.org/drawingml/2006/main" noGrp="1"/>
          </p:cNvSpPr>
          <p:nvPr/>
        </p:nvSpPr>
        <p:spPr>
          <a:xfrm xmlns:a="http://schemas.openxmlformats.org/drawingml/2006/main">
            <a:off x="6477000" y="4276725"/>
            <a:ext cx="5105400" cy="1381125"/>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18" name="line-16">
            <a:extLst xmlns:a="http://schemas.openxmlformats.org/drawingml/2006/main">
              <a:ext uri="{FF2B5EF4-FFF2-40B4-BE49-F238E27FC236}">
                <a16:creationId xmlns:a16="http://schemas.microsoft.com/office/drawing/2014/main" id="{85CF12B5-A5E0-42DE-99FF-A698F4A36C59}"/>
              </a:ext>
            </a:extLst>
          </p:cNvPr>
          <p:cNvSpPr>
            <a:spLocks xmlns:a="http://schemas.openxmlformats.org/drawingml/2006/main" noGrp="1"/>
          </p:cNvSpPr>
          <p:nvPr/>
        </p:nvSpPr>
        <p:spPr>
          <a:xfrm xmlns:a="http://schemas.openxmlformats.org/drawingml/2006/main" flipV="0">
            <a:off x="6477000" y="4276725"/>
            <a:ext cx="5105400" cy="953"/>
          </a:xfrm>
          <a:prstGeom xmlns:a="http://schemas.openxmlformats.org/drawingml/2006/main" prst="line">
            <a:avLst/>
          </a:prstGeom>
          <a:noFill xmlns:a="http://schemas.openxmlformats.org/drawingml/2006/main"/>
          <a:ln xmlns:a="http://schemas.openxmlformats.org/drawingml/2006/main" w="28575">
            <a:solidFill>
              <a:srgbClr val="B85A1E"/>
            </a:solidFill>
            <a:prstDash val="solid"/>
          </a:ln>
        </p:spPr>
      </p:sp>
      <p:sp>
        <p:nvSpPr>
          <p:cNvPr id="19" name="o18">
            <a:extLst xmlns:a="http://schemas.openxmlformats.org/drawingml/2006/main">
              <a:ext uri="{FF2B5EF4-FFF2-40B4-BE49-F238E27FC236}">
                <a16:creationId xmlns:a16="http://schemas.microsoft.com/office/drawing/2014/main" id="{1C357AB3-8A0E-49AF-8148-5D6C8EEC94CC}"/>
              </a:ext>
            </a:extLst>
          </p:cNvPr>
          <p:cNvSpPr>
            <a:spLocks xmlns:a="http://schemas.openxmlformats.org/drawingml/2006/main" noGrp="1"/>
          </p:cNvSpPr>
          <p:nvPr/>
        </p:nvSpPr>
        <p:spPr>
          <a:xfrm xmlns:a="http://schemas.openxmlformats.org/drawingml/2006/main">
            <a:off x="6629400" y="4371975"/>
            <a:ext cx="4800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B85A1E"/>
                </a:solidFill>
                <a:latin typeface="Noto Sans SC"/>
                <a:ea typeface="Noto Sans SC"/>
                <a:cs typeface="Noto Sans SC"/>
              </a:defRPr>
            </a:defPPr>
            <a:lvl1pPr algn="l">
              <a:defRPr sz="1800" b="1">
                <a:solidFill>
                  <a:srgbClr val="B85A1E"/>
                </a:solidFill>
                <a:latin typeface="Noto Sans SC"/>
                <a:ea typeface="Noto Sans SC"/>
                <a:cs typeface="Noto Sans SC"/>
              </a:defRPr>
            </a:lvl1pPr>
            <a:lvl2pPr algn="l">
              <a:defRPr sz="1800" b="1">
                <a:solidFill>
                  <a:srgbClr val="B85A1E"/>
                </a:solidFill>
                <a:latin typeface="Noto Sans SC"/>
                <a:ea typeface="Noto Sans SC"/>
                <a:cs typeface="Noto Sans SC"/>
              </a:defRPr>
            </a:lvl2pPr>
            <a:lvl3pPr algn="l">
              <a:defRPr sz="1800" b="1">
                <a:solidFill>
                  <a:srgbClr val="B85A1E"/>
                </a:solidFill>
                <a:latin typeface="Noto Sans SC"/>
                <a:ea typeface="Noto Sans SC"/>
                <a:cs typeface="Noto Sans SC"/>
              </a:defRPr>
            </a:lvl3pPr>
            <a:lvl4pPr algn="l">
              <a:defRPr sz="1800" b="1">
                <a:solidFill>
                  <a:srgbClr val="B85A1E"/>
                </a:solidFill>
                <a:latin typeface="Noto Sans SC"/>
                <a:ea typeface="Noto Sans SC"/>
                <a:cs typeface="Noto Sans SC"/>
              </a:defRPr>
            </a:lvl4pPr>
            <a:lvl5pPr algn="l">
              <a:defRPr sz="1800" b="1">
                <a:solidFill>
                  <a:srgbClr val="B85A1E"/>
                </a:solidFill>
                <a:latin typeface="Noto Sans SC"/>
                <a:ea typeface="Noto Sans SC"/>
                <a:cs typeface="Noto Sans SC"/>
              </a:defRPr>
            </a:lvl5pPr>
            <a:lvl6pPr algn="l">
              <a:defRPr sz="1800" b="1">
                <a:solidFill>
                  <a:srgbClr val="B85A1E"/>
                </a:solidFill>
                <a:latin typeface="Noto Sans SC"/>
                <a:ea typeface="Noto Sans SC"/>
                <a:cs typeface="Noto Sans SC"/>
              </a:defRPr>
            </a:lvl6pPr>
            <a:lvl7pPr algn="l">
              <a:defRPr sz="1800" b="1">
                <a:solidFill>
                  <a:srgbClr val="B85A1E"/>
                </a:solidFill>
                <a:latin typeface="Noto Sans SC"/>
                <a:ea typeface="Noto Sans SC"/>
                <a:cs typeface="Noto Sans SC"/>
              </a:defRPr>
            </a:lvl7pPr>
            <a:lvl8pPr algn="l">
              <a:defRPr sz="1800" b="1">
                <a:solidFill>
                  <a:srgbClr val="B85A1E"/>
                </a:solidFill>
                <a:latin typeface="Noto Sans SC"/>
                <a:ea typeface="Noto Sans SC"/>
                <a:cs typeface="Noto Sans SC"/>
              </a:defRPr>
            </a:lvl8pPr>
            <a:lvl9pPr algn="l">
              <a:defRPr sz="1800" b="1">
                <a:solidFill>
                  <a:srgbClr val="B85A1E"/>
                </a:solidFill>
                <a:latin typeface="Noto Sans SC"/>
                <a:ea typeface="Noto Sans SC"/>
                <a:cs typeface="Noto Sans SC"/>
              </a:defRPr>
            </a:lvl9pPr>
          </a:lstStyle>
          <a:p xmlns:a="http://schemas.openxmlformats.org/drawingml/2006/main">
            <a:pPr algn="l">
              <a:defRPr sz="1800" b="1">
                <a:solidFill>
                  <a:srgbClr val="B85A1E"/>
                </a:solidFill>
                <a:latin typeface="Noto Sans SC"/>
                <a:ea typeface="Noto Sans SC"/>
                <a:cs typeface="Noto Sans SC"/>
              </a:defRPr>
            </a:pPr>
            <a:r>
              <a:rPr sz="1800" b="1">
                <a:solidFill>
                  <a:srgbClr val="B85A1E"/>
                </a:solidFill>
                <a:latin typeface="Noto Sans SC"/>
                <a:ea typeface="Noto Sans SC"/>
                <a:cs typeface="Noto Sans SC"/>
              </a:rPr>
              <a:t>区分输出状态</a:t>
            </a:r>
          </a:p>
        </p:txBody>
      </p:sp>
      <p:sp>
        <p:nvSpPr>
          <p:cNvPr id="20" name="o19">
            <a:extLst xmlns:a="http://schemas.openxmlformats.org/drawingml/2006/main">
              <a:ext uri="{FF2B5EF4-FFF2-40B4-BE49-F238E27FC236}">
                <a16:creationId xmlns:a16="http://schemas.microsoft.com/office/drawing/2014/main" id="{6259D9D4-E50E-4F40-9628-C6A17B9EDB88}"/>
              </a:ext>
            </a:extLst>
          </p:cNvPr>
          <p:cNvSpPr>
            <a:spLocks xmlns:a="http://schemas.openxmlformats.org/drawingml/2006/main" noGrp="1"/>
          </p:cNvSpPr>
          <p:nvPr/>
        </p:nvSpPr>
        <p:spPr>
          <a:xfrm xmlns:a="http://schemas.openxmlformats.org/drawingml/2006/main">
            <a:off x="6629400" y="4829175"/>
            <a:ext cx="48006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46536A"/>
                </a:solidFill>
                <a:latin typeface="Noto Sans SC"/>
                <a:ea typeface="Noto Sans SC"/>
                <a:cs typeface="Noto Sans SC"/>
              </a:defRPr>
            </a:defPPr>
            <a:lvl1pPr algn="l">
              <a:defRPr sz="1575" b="0">
                <a:solidFill>
                  <a:srgbClr val="46536A"/>
                </a:solidFill>
                <a:latin typeface="Noto Sans SC"/>
                <a:ea typeface="Noto Sans SC"/>
                <a:cs typeface="Noto Sans SC"/>
              </a:defRPr>
            </a:lvl1pPr>
            <a:lvl2pPr algn="l">
              <a:defRPr sz="1575" b="0">
                <a:solidFill>
                  <a:srgbClr val="46536A"/>
                </a:solidFill>
                <a:latin typeface="Noto Sans SC"/>
                <a:ea typeface="Noto Sans SC"/>
                <a:cs typeface="Noto Sans SC"/>
              </a:defRPr>
            </a:lvl2pPr>
            <a:lvl3pPr algn="l">
              <a:defRPr sz="1575" b="0">
                <a:solidFill>
                  <a:srgbClr val="46536A"/>
                </a:solidFill>
                <a:latin typeface="Noto Sans SC"/>
                <a:ea typeface="Noto Sans SC"/>
                <a:cs typeface="Noto Sans SC"/>
              </a:defRPr>
            </a:lvl3pPr>
            <a:lvl4pPr algn="l">
              <a:defRPr sz="1575" b="0">
                <a:solidFill>
                  <a:srgbClr val="46536A"/>
                </a:solidFill>
                <a:latin typeface="Noto Sans SC"/>
                <a:ea typeface="Noto Sans SC"/>
                <a:cs typeface="Noto Sans SC"/>
              </a:defRPr>
            </a:lvl4pPr>
            <a:lvl5pPr algn="l">
              <a:defRPr sz="1575" b="0">
                <a:solidFill>
                  <a:srgbClr val="46536A"/>
                </a:solidFill>
                <a:latin typeface="Noto Sans SC"/>
                <a:ea typeface="Noto Sans SC"/>
                <a:cs typeface="Noto Sans SC"/>
              </a:defRPr>
            </a:lvl5pPr>
            <a:lvl6pPr algn="l">
              <a:defRPr sz="1575" b="0">
                <a:solidFill>
                  <a:srgbClr val="46536A"/>
                </a:solidFill>
                <a:latin typeface="Noto Sans SC"/>
                <a:ea typeface="Noto Sans SC"/>
                <a:cs typeface="Noto Sans SC"/>
              </a:defRPr>
            </a:lvl6pPr>
            <a:lvl7pPr algn="l">
              <a:defRPr sz="1575" b="0">
                <a:solidFill>
                  <a:srgbClr val="46536A"/>
                </a:solidFill>
                <a:latin typeface="Noto Sans SC"/>
                <a:ea typeface="Noto Sans SC"/>
                <a:cs typeface="Noto Sans SC"/>
              </a:defRPr>
            </a:lvl7pPr>
            <a:lvl8pPr algn="l">
              <a:defRPr sz="1575" b="0">
                <a:solidFill>
                  <a:srgbClr val="46536A"/>
                </a:solidFill>
                <a:latin typeface="Noto Sans SC"/>
                <a:ea typeface="Noto Sans SC"/>
                <a:cs typeface="Noto Sans SC"/>
              </a:defRPr>
            </a:lvl8pPr>
            <a:lvl9pPr algn="l">
              <a:defRPr sz="1575" b="0">
                <a:solidFill>
                  <a:srgbClr val="46536A"/>
                </a:solidFill>
                <a:latin typeface="Noto Sans SC"/>
                <a:ea typeface="Noto Sans SC"/>
                <a:cs typeface="Noto Sans SC"/>
              </a:defRPr>
            </a:lvl9pPr>
          </a:lstStyle>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无设备输入：不可用</a:t>
            </a:r>
          </a:p>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有设备但无覆盖：可计算为不足</a:t>
            </a:r>
          </a:p>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参数组合：不等于实测探测率</a:t>
            </a:r>
          </a:p>
        </p:txBody>
      </p:sp>
      <p:sp>
        <p:nvSpPr>
          <p:cNvPr id="21" name="o20">
            <a:extLst xmlns:a="http://schemas.openxmlformats.org/drawingml/2006/main">
              <a:ext uri="{FF2B5EF4-FFF2-40B4-BE49-F238E27FC236}">
                <a16:creationId xmlns:a16="http://schemas.microsoft.com/office/drawing/2014/main" id="{A78186CB-99FB-40E1-BA07-3218BDA65CA0}"/>
              </a:ext>
            </a:extLst>
          </p:cNvPr>
          <p:cNvSpPr>
            <a:spLocks xmlns:a="http://schemas.openxmlformats.org/drawingml/2006/main" noGrp="1"/>
          </p:cNvSpPr>
          <p:nvPr/>
        </p:nvSpPr>
        <p:spPr>
          <a:xfrm xmlns:a="http://schemas.openxmlformats.org/drawingml/2006/main">
            <a:off x="609600" y="5610225"/>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b="0">
                <a:solidFill>
                  <a:srgbClr val="0F6E73"/>
                </a:solidFill>
                <a:latin typeface="Noto Sans SC"/>
                <a:ea typeface="Noto Sans SC"/>
                <a:cs typeface="Noto Sans SC"/>
              </a:defRPr>
            </a:defPPr>
            <a:lvl1pPr algn="l">
              <a:defRPr sz="1350" b="0">
                <a:solidFill>
                  <a:srgbClr val="0F6E73"/>
                </a:solidFill>
                <a:latin typeface="Noto Sans SC"/>
                <a:ea typeface="Noto Sans SC"/>
                <a:cs typeface="Noto Sans SC"/>
              </a:defRPr>
            </a:lvl1pPr>
            <a:lvl2pPr algn="l">
              <a:defRPr sz="1350" b="0">
                <a:solidFill>
                  <a:srgbClr val="0F6E73"/>
                </a:solidFill>
                <a:latin typeface="Noto Sans SC"/>
                <a:ea typeface="Noto Sans SC"/>
                <a:cs typeface="Noto Sans SC"/>
              </a:defRPr>
            </a:lvl2pPr>
            <a:lvl3pPr algn="l">
              <a:defRPr sz="1350" b="0">
                <a:solidFill>
                  <a:srgbClr val="0F6E73"/>
                </a:solidFill>
                <a:latin typeface="Noto Sans SC"/>
                <a:ea typeface="Noto Sans SC"/>
                <a:cs typeface="Noto Sans SC"/>
              </a:defRPr>
            </a:lvl3pPr>
            <a:lvl4pPr algn="l">
              <a:defRPr sz="1350" b="0">
                <a:solidFill>
                  <a:srgbClr val="0F6E73"/>
                </a:solidFill>
                <a:latin typeface="Noto Sans SC"/>
                <a:ea typeface="Noto Sans SC"/>
                <a:cs typeface="Noto Sans SC"/>
              </a:defRPr>
            </a:lvl4pPr>
            <a:lvl5pPr algn="l">
              <a:defRPr sz="1350" b="0">
                <a:solidFill>
                  <a:srgbClr val="0F6E73"/>
                </a:solidFill>
                <a:latin typeface="Noto Sans SC"/>
                <a:ea typeface="Noto Sans SC"/>
                <a:cs typeface="Noto Sans SC"/>
              </a:defRPr>
            </a:lvl5pPr>
            <a:lvl6pPr algn="l">
              <a:defRPr sz="1350" b="0">
                <a:solidFill>
                  <a:srgbClr val="0F6E73"/>
                </a:solidFill>
                <a:latin typeface="Noto Sans SC"/>
                <a:ea typeface="Noto Sans SC"/>
                <a:cs typeface="Noto Sans SC"/>
              </a:defRPr>
            </a:lvl6pPr>
            <a:lvl7pPr algn="l">
              <a:defRPr sz="1350" b="0">
                <a:solidFill>
                  <a:srgbClr val="0F6E73"/>
                </a:solidFill>
                <a:latin typeface="Noto Sans SC"/>
                <a:ea typeface="Noto Sans SC"/>
                <a:cs typeface="Noto Sans SC"/>
              </a:defRPr>
            </a:lvl7pPr>
            <a:lvl8pPr algn="l">
              <a:defRPr sz="1350" b="0">
                <a:solidFill>
                  <a:srgbClr val="0F6E73"/>
                </a:solidFill>
                <a:latin typeface="Noto Sans SC"/>
                <a:ea typeface="Noto Sans SC"/>
                <a:cs typeface="Noto Sans SC"/>
              </a:defRPr>
            </a:lvl8pPr>
            <a:lvl9pPr algn="l">
              <a:defRPr sz="1350" b="0">
                <a:solidFill>
                  <a:srgbClr val="0F6E73"/>
                </a:solidFill>
                <a:latin typeface="Noto Sans SC"/>
                <a:ea typeface="Noto Sans SC"/>
                <a:cs typeface="Noto Sans SC"/>
              </a:defRPr>
            </a:lvl9pPr>
          </a:lstStyle>
          <a:p xmlns:a="http://schemas.openxmlformats.org/drawingml/2006/main">
            <a:pPr algn="l">
              <a:defRPr sz="1350" b="0">
                <a:solidFill>
                  <a:srgbClr val="0F6E73"/>
                </a:solidFill>
                <a:latin typeface="Noto Sans SC"/>
                <a:ea typeface="Noto Sans SC"/>
                <a:cs typeface="Noto Sans SC"/>
              </a:defRPr>
            </a:pPr>
            <a:r>
              <a:rPr sz="1350" b="0">
                <a:solidFill>
                  <a:srgbClr val="0F6E73"/>
                </a:solidFill>
                <a:latin typeface="Noto Sans SC"/>
                <a:ea typeface="Noto Sans SC"/>
                <a:cs typeface="Noto Sans SC"/>
              </a:rPr>
              <a:t>独立夹具：覆盖 1 台设备，输入 p=0.9，组合输出 0.9</a:t>
            </a:r>
          </a:p>
        </p:txBody>
      </p:sp>
      <p:sp>
        <p:nvSpPr>
          <p:cNvPr id="22" name="o21">
            <a:extLst xmlns:a="http://schemas.openxmlformats.org/drawingml/2006/main">
              <a:ext uri="{FF2B5EF4-FFF2-40B4-BE49-F238E27FC236}">
                <a16:creationId xmlns:a16="http://schemas.microsoft.com/office/drawing/2014/main" id="{50A59699-94F3-48C1-9FA6-F96A976DBB5E}"/>
              </a:ext>
            </a:extLst>
          </p:cNvPr>
          <p:cNvSpPr>
            <a:spLocks xmlns:a="http://schemas.openxmlformats.org/drawingml/2006/main" noGrp="1"/>
          </p:cNvSpPr>
          <p:nvPr/>
        </p:nvSpPr>
        <p:spPr>
          <a:xfrm xmlns:a="http://schemas.openxmlformats.org/drawingml/2006/main">
            <a:off x="6477000" y="2505075"/>
            <a:ext cx="510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b="0">
                <a:solidFill>
                  <a:srgbClr val="46536A"/>
                </a:solidFill>
                <a:latin typeface="Noto Sans SC"/>
                <a:ea typeface="Noto Sans SC"/>
                <a:cs typeface="Noto Sans SC"/>
              </a:defRPr>
            </a:defPPr>
            <a:lvl1pPr algn="l">
              <a:defRPr sz="1350" b="0">
                <a:solidFill>
                  <a:srgbClr val="46536A"/>
                </a:solidFill>
                <a:latin typeface="Noto Sans SC"/>
                <a:ea typeface="Noto Sans SC"/>
                <a:cs typeface="Noto Sans SC"/>
              </a:defRPr>
            </a:lvl1pPr>
            <a:lvl2pPr algn="l">
              <a:defRPr sz="1350" b="0">
                <a:solidFill>
                  <a:srgbClr val="46536A"/>
                </a:solidFill>
                <a:latin typeface="Noto Sans SC"/>
                <a:ea typeface="Noto Sans SC"/>
                <a:cs typeface="Noto Sans SC"/>
              </a:defRPr>
            </a:lvl2pPr>
            <a:lvl3pPr algn="l">
              <a:defRPr sz="1350" b="0">
                <a:solidFill>
                  <a:srgbClr val="46536A"/>
                </a:solidFill>
                <a:latin typeface="Noto Sans SC"/>
                <a:ea typeface="Noto Sans SC"/>
                <a:cs typeface="Noto Sans SC"/>
              </a:defRPr>
            </a:lvl3pPr>
            <a:lvl4pPr algn="l">
              <a:defRPr sz="1350" b="0">
                <a:solidFill>
                  <a:srgbClr val="46536A"/>
                </a:solidFill>
                <a:latin typeface="Noto Sans SC"/>
                <a:ea typeface="Noto Sans SC"/>
                <a:cs typeface="Noto Sans SC"/>
              </a:defRPr>
            </a:lvl4pPr>
            <a:lvl5pPr algn="l">
              <a:defRPr sz="1350" b="0">
                <a:solidFill>
                  <a:srgbClr val="46536A"/>
                </a:solidFill>
                <a:latin typeface="Noto Sans SC"/>
                <a:ea typeface="Noto Sans SC"/>
                <a:cs typeface="Noto Sans SC"/>
              </a:defRPr>
            </a:lvl5pPr>
            <a:lvl6pPr algn="l">
              <a:defRPr sz="1350" b="0">
                <a:solidFill>
                  <a:srgbClr val="46536A"/>
                </a:solidFill>
                <a:latin typeface="Noto Sans SC"/>
                <a:ea typeface="Noto Sans SC"/>
                <a:cs typeface="Noto Sans SC"/>
              </a:defRPr>
            </a:lvl6pPr>
            <a:lvl7pPr algn="l">
              <a:defRPr sz="1350" b="0">
                <a:solidFill>
                  <a:srgbClr val="46536A"/>
                </a:solidFill>
                <a:latin typeface="Noto Sans SC"/>
                <a:ea typeface="Noto Sans SC"/>
                <a:cs typeface="Noto Sans SC"/>
              </a:defRPr>
            </a:lvl7pPr>
            <a:lvl8pPr algn="l">
              <a:defRPr sz="1350" b="0">
                <a:solidFill>
                  <a:srgbClr val="46536A"/>
                </a:solidFill>
                <a:latin typeface="Noto Sans SC"/>
                <a:ea typeface="Noto Sans SC"/>
                <a:cs typeface="Noto Sans SC"/>
              </a:defRPr>
            </a:lvl8pPr>
            <a:lvl9pPr algn="l">
              <a:defRPr sz="1350" b="0">
                <a:solidFill>
                  <a:srgbClr val="46536A"/>
                </a:solidFill>
                <a:latin typeface="Noto Sans SC"/>
                <a:ea typeface="Noto Sans SC"/>
                <a:cs typeface="Noto Sans SC"/>
              </a:defRPr>
            </a:lvl9pPr>
          </a:lstStyle>
          <a:p xmlns:a="http://schemas.openxmlformats.org/drawingml/2006/main">
            <a:pPr algn="l">
              <a:defRPr sz="1350" b="0">
                <a:solidFill>
                  <a:srgbClr val="46536A"/>
                </a:solidFill>
                <a:latin typeface="Noto Sans SC"/>
                <a:ea typeface="Noto Sans SC"/>
                <a:cs typeface="Noto Sans SC"/>
              </a:defRPr>
            </a:pPr>
            <a:r>
              <a:rPr sz="1350" b="0">
                <a:solidFill>
                  <a:srgbClr val="46536A"/>
                </a:solidFill>
                <a:latin typeface="Noto Sans SC"/>
                <a:ea typeface="Noto Sans SC"/>
                <a:cs typeface="Noto Sans SC"/>
              </a:rPr>
              <a:t>valid：启用且状态可用</a:t>
            </a:r>
          </a:p>
        </p:txBody>
      </p:sp>
      <p:sp xmlns:a="http://schemas.openxmlformats.org/drawingml/2006/main" xmlns:m="http://schemas.openxmlformats.org/officeDocument/2006/math" xmlns:w="http://schemas.openxmlformats.org/wordprocessingml/2006/main" xmlns:a14="http://schemas.microsoft.com/office/drawing/2010/main" xmlns:r="http://schemas.openxmlformats.org/officeDocument/2006/relationships" xmlns:rel="http://schemas.openxmlformats.org/package/2006/relationships" xmlns:ct="http://schemas.openxmlformats.org/package/2006/content-types">
        <p:nvSpPr>
          <p:cNvPr id="7001" name="latex-equation-7001"/>
          <p:cNvSpPr txBox="1">
            <a:spLocks noGrp="1"/>
          </p:cNvSpPr>
          <p:nvPr/>
        </p:nvSpPr>
        <p:spPr>
          <a:xfrm>
            <a:off x="6477000" y="1666875"/>
            <a:ext cx="5105400" cy="857250"/>
          </a:xfrm>
          <a:prstGeom prst="rect">
            <a:avLst/>
          </a:prstGeom>
          <a:noFill/>
          <a:ln>
            <a:noFill/>
          </a:ln>
        </p:spPr>
        <p:txBody>
          <a:bodyPr wrap="none" lIns="0" tIns="0" rIns="0" bIns="0" anchor="ctr">
            <a:noAutofit/>
          </a:bodyPr>
          <a:lstStyle/>
          <a:p>
            <a:pPr algn="ctr"/>
            <a14:m>
              <m:oMathPara>
                <m:oMath>
                  <m:r>
                    <w:rPr>
                      <w:sz w:val="36"/>
                      <w:rFonts w:ascii="Cambria Math" w:hAnsi="Cambria Math" w:eastAsia="Cambria Math"/>
                    </w:rPr>
                    <m:rPr>
                      <m:scr m:val="script"/>
                    </m:rPr>
                    <m:t>C</m:t>
                  </m:r>
                  <m:r>
                    <w:rPr>
                      <w:sz w:val="36"/>
                      <w:rFonts w:ascii="Cambria Math" w:hAnsi="Cambria Math" w:eastAsia="Cambria Math"/>
                    </w:rPr>
                    <m:t>={j:</m:t>
                  </m:r>
                  <m:sSub>
                    <m:e>
                      <m:r>
                        <w:rPr>
                          <w:sz w:val="36"/>
                          <w:rFonts w:ascii="Cambria Math" w:hAnsi="Cambria Math" w:eastAsia="Cambria Math"/>
                        </w:rPr>
                        <m:t>valid</m:t>
                      </m:r>
                    </m:e>
                    <m:sub>
                      <m:r>
                        <w:rPr>
                          <w:sz w:val="36"/>
                          <w:rFonts w:ascii="Cambria Math" w:hAnsi="Cambria Math" w:eastAsia="Cambria Math"/>
                        </w:rPr>
                        <m:t>j</m:t>
                      </m:r>
                    </m:sub>
                  </m:sSub>
                  <m:r>
                    <w:rPr>
                      <w:sz w:val="36"/>
                      <w:rFonts w:ascii="Cambria Math" w:hAnsi="Cambria Math" w:eastAsia="Cambria Math"/>
                    </w:rPr>
                    <m:t>∧d(</m:t>
                  </m:r>
                  <m:bar>
                    <m:barPr>
                      <m:pos m:val="top"/>
                    </m:barPr>
                    <m:e>
                      <m:r>
                        <w:rPr>
                          <w:sz w:val="36"/>
                          <w:rFonts w:ascii="Cambria Math" w:hAnsi="Cambria Math" w:eastAsia="Cambria Math"/>
                        </w:rPr>
                        <m:t>p</m:t>
                      </m:r>
                    </m:e>
                  </m:bar>
                  <m:r>
                    <w:rPr>
                      <w:sz w:val="36"/>
                      <w:rFonts w:ascii="Cambria Math" w:hAnsi="Cambria Math" w:eastAsia="Cambria Math"/>
                    </w:rPr>
                    <m:t>,</m:t>
                  </m:r>
                  <m:sSub>
                    <m:e>
                      <m:r>
                        <w:rPr>
                          <w:sz w:val="36"/>
                          <w:rFonts w:ascii="Cambria Math" w:hAnsi="Cambria Math" w:eastAsia="Cambria Math"/>
                        </w:rPr>
                        <m:t>q</m:t>
                      </m:r>
                    </m:e>
                    <m:sub>
                      <m:r>
                        <w:rPr>
                          <w:sz w:val="36"/>
                          <w:rFonts w:ascii="Cambria Math" w:hAnsi="Cambria Math" w:eastAsia="Cambria Math"/>
                        </w:rPr>
                        <m:t>j</m:t>
                      </m:r>
                    </m:sub>
                  </m:sSub>
                  <m:r>
                    <w:rPr>
                      <w:sz w:val="36"/>
                      <w:rFonts w:ascii="Cambria Math" w:hAnsi="Cambria Math" w:eastAsia="Cambria Math"/>
                    </w:rPr>
                    <m:t>)≤</m:t>
                  </m:r>
                  <m:sSub>
                    <m:e>
                      <m:r>
                        <w:rPr>
                          <w:sz w:val="36"/>
                          <w:rFonts w:ascii="Cambria Math" w:hAnsi="Cambria Math" w:eastAsia="Cambria Math"/>
                        </w:rPr>
                        <m:t>R</m:t>
                      </m:r>
                    </m:e>
                    <m:sub>
                      <m:r>
                        <w:rPr>
                          <w:sz w:val="36"/>
                          <w:rFonts w:ascii="Cambria Math" w:hAnsi="Cambria Math" w:eastAsia="Cambria Math"/>
                        </w:rPr>
                        <m:t>j</m:t>
                      </m:r>
                    </m:sub>
                  </m:sSub>
                  <m:r>
                    <w:rPr>
                      <w:sz w:val="36"/>
                      <w:rFonts w:ascii="Cambria Math" w:hAnsi="Cambria Math" w:eastAsia="Cambria Math"/>
                    </w:rPr>
                    <m:t>}</m:t>
                  </m:r>
                </m:oMath>
              </m:oMathPara>
            </a14:m>
            <a:endParaRPr sz="1800"/>
          </a:p>
        </p:txBody>
      </p:sp>
      <p:sp xmlns:a="http://schemas.openxmlformats.org/drawingml/2006/main" xmlns:m="http://schemas.openxmlformats.org/officeDocument/2006/math" xmlns:w="http://schemas.openxmlformats.org/wordprocessingml/2006/main" xmlns:a14="http://schemas.microsoft.com/office/drawing/2010/main" xmlns:r="http://schemas.openxmlformats.org/officeDocument/2006/relationships" xmlns:rel="http://schemas.openxmlformats.org/package/2006/relationships" xmlns:ct="http://schemas.openxmlformats.org/package/2006/content-types">
        <p:nvSpPr>
          <p:cNvPr id="7002" name="latex-equation-7002"/>
          <p:cNvSpPr txBox="1">
            <a:spLocks noGrp="1"/>
          </p:cNvSpPr>
          <p:nvPr/>
        </p:nvSpPr>
        <p:spPr>
          <a:xfrm>
            <a:off x="6477000" y="2886075"/>
            <a:ext cx="5105400" cy="809625"/>
          </a:xfrm>
          <a:prstGeom prst="rect">
            <a:avLst/>
          </a:prstGeom>
          <a:noFill/>
          <a:ln>
            <a:noFill/>
          </a:ln>
        </p:spPr>
        <p:txBody>
          <a:bodyPr wrap="none" lIns="0" tIns="0" rIns="0" bIns="0" anchor="ctr">
            <a:noAutofit/>
          </a:bodyPr>
          <a:lstStyle/>
          <a:p>
            <a:pPr algn="ctr"/>
            <a14:m>
              <m:oMathPara>
                <m:oMath>
                  <m:sSub>
                    <m:e>
                      <m:r>
                        <w:rPr>
                          <w:sz w:val="46"/>
                          <w:rFonts w:ascii="Cambria Math" w:hAnsi="Cambria Math" w:eastAsia="Cambria Math"/>
                        </w:rPr>
                        <m:t>P</m:t>
                      </m:r>
                    </m:e>
                    <m:sub>
                      <m:r>
                        <w:rPr>
                          <w:sz w:val="46"/>
                          <w:rFonts w:ascii="Cambria Math" w:hAnsi="Cambria Math" w:eastAsia="Cambria Math"/>
                        </w:rPr>
                        <m:t>detect</m:t>
                      </m:r>
                    </m:sub>
                  </m:sSub>
                  <m:r>
                    <w:rPr>
                      <w:sz w:val="46"/>
                      <w:rFonts w:ascii="Cambria Math" w:hAnsi="Cambria Math" w:eastAsia="Cambria Math"/>
                    </w:rPr>
                    <m:t>=1−</m:t>
                  </m:r>
                  <m:nary>
                    <m:naryPr>
                      <m:chr m:val="∏"/>
                      <m:limLoc m:val="subSup"/>
                      <m:grow m:val="1"/>
                      <m:subHide m:val="off"/>
                      <m:supHide m:val="on"/>
                    </m:naryPr>
                    <m:sub>
                      <m:r>
                        <w:rPr>
                          <w:sz w:val="46"/>
                          <w:rFonts w:ascii="Cambria Math" w:hAnsi="Cambria Math" w:eastAsia="Cambria Math"/>
                        </w:rPr>
                        <m:t>j∈</m:t>
                      </m:r>
                      <m:r>
                        <w:rPr>
                          <w:sz w:val="46"/>
                          <w:rFonts w:ascii="Cambria Math" w:hAnsi="Cambria Math" w:eastAsia="Cambria Math"/>
                        </w:rPr>
                        <m:rPr>
                          <m:scr m:val="script"/>
                        </m:rPr>
                        <m:t>C</m:t>
                      </m:r>
                    </m:sub>
                    <m:sup/>
                    <m:e>
                      <m:r>
                        <w:rPr>
                          <w:sz w:val="46"/>
                          <w:rFonts w:ascii="Cambria Math" w:hAnsi="Cambria Math" w:eastAsia="Cambria Math"/>
                        </w:rPr>
                        <m:t>(1−</m:t>
                      </m:r>
                    </m:e>
                  </m:nary>
                  <m:sSub>
                    <m:e>
                      <m:r>
                        <w:rPr>
                          <w:sz w:val="46"/>
                          <w:rFonts w:ascii="Cambria Math" w:hAnsi="Cambria Math" w:eastAsia="Cambria Math"/>
                        </w:rPr>
                        <m:t>p</m:t>
                      </m:r>
                    </m:e>
                    <m:sub>
                      <m:r>
                        <w:rPr>
                          <w:sz w:val="46"/>
                          <w:rFonts w:ascii="Cambria Math" w:hAnsi="Cambria Math" w:eastAsia="Cambria Math"/>
                        </w:rPr>
                        <m:t>j</m:t>
                      </m:r>
                    </m:sub>
                  </m:sSub>
                  <m:r>
                    <w:rPr>
                      <w:sz w:val="46"/>
                      <w:rFonts w:ascii="Cambria Math" w:hAnsi="Cambria Math" w:eastAsia="Cambria Math"/>
                    </w:rPr>
                    <m:t>)</m:t>
                  </m:r>
                </m:oMath>
              </m:oMathPara>
            </a14:m>
            <a:endParaRPr sz="2300"/>
          </a:p>
        </p:txBody>
      </p:sp>
    </p:spTree>
    <p:extLst>
      <p:ext uri="{BB962C8B-B14F-4D97-AF65-F5344CB8AC3E}">
        <p14:creationId xmlns:p14="http://schemas.microsoft.com/office/powerpoint/2010/main" val="309615956"/>
      </p:ext>
    </p:extLst>
  </p:cSld>
</p:sld>
</file>

<file path=ppt/slides/slide25.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33" name="o0">
            <a:extLst xmlns:a="http://schemas.openxmlformats.org/drawingml/2006/main">
              <a:ext uri="{FF2B5EF4-FFF2-40B4-BE49-F238E27FC236}">
                <a16:creationId xmlns:a16="http://schemas.microsoft.com/office/drawing/2014/main" id="{D6E3D7D8-E6BC-41A7-8141-4EBD8C03B92E}"/>
              </a:ext>
            </a:extLst>
          </p:cNvPr>
          <p:cNvSpPr>
            <a:spLocks xmlns:a="http://schemas.openxmlformats.org/drawingml/2006/main" noGrp="1"/>
          </p:cNvSpPr>
          <p:nvPr/>
        </p:nvSpPr>
        <p:spPr>
          <a:xfrm xmlns:a="http://schemas.openxmlformats.org/drawingml/2006/main">
            <a:off x="609600" y="219075"/>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B85A1E"/>
                </a:solidFill>
                <a:latin typeface="Noto Sans SC"/>
                <a:ea typeface="Noto Sans SC"/>
                <a:cs typeface="Noto Sans SC"/>
              </a:defRPr>
            </a:defPPr>
            <a:lvl1pPr algn="l">
              <a:defRPr sz="1275" b="1">
                <a:solidFill>
                  <a:srgbClr val="B85A1E"/>
                </a:solidFill>
                <a:latin typeface="Noto Sans SC"/>
                <a:ea typeface="Noto Sans SC"/>
                <a:cs typeface="Noto Sans SC"/>
              </a:defRPr>
            </a:lvl1pPr>
            <a:lvl2pPr algn="l">
              <a:defRPr sz="1275" b="1">
                <a:solidFill>
                  <a:srgbClr val="B85A1E"/>
                </a:solidFill>
                <a:latin typeface="Noto Sans SC"/>
                <a:ea typeface="Noto Sans SC"/>
                <a:cs typeface="Noto Sans SC"/>
              </a:defRPr>
            </a:lvl2pPr>
            <a:lvl3pPr algn="l">
              <a:defRPr sz="1275" b="1">
                <a:solidFill>
                  <a:srgbClr val="B85A1E"/>
                </a:solidFill>
                <a:latin typeface="Noto Sans SC"/>
                <a:ea typeface="Noto Sans SC"/>
                <a:cs typeface="Noto Sans SC"/>
              </a:defRPr>
            </a:lvl3pPr>
            <a:lvl4pPr algn="l">
              <a:defRPr sz="1275" b="1">
                <a:solidFill>
                  <a:srgbClr val="B85A1E"/>
                </a:solidFill>
                <a:latin typeface="Noto Sans SC"/>
                <a:ea typeface="Noto Sans SC"/>
                <a:cs typeface="Noto Sans SC"/>
              </a:defRPr>
            </a:lvl4pPr>
            <a:lvl5pPr algn="l">
              <a:defRPr sz="1275" b="1">
                <a:solidFill>
                  <a:srgbClr val="B85A1E"/>
                </a:solidFill>
                <a:latin typeface="Noto Sans SC"/>
                <a:ea typeface="Noto Sans SC"/>
                <a:cs typeface="Noto Sans SC"/>
              </a:defRPr>
            </a:lvl5pPr>
            <a:lvl6pPr algn="l">
              <a:defRPr sz="1275" b="1">
                <a:solidFill>
                  <a:srgbClr val="B85A1E"/>
                </a:solidFill>
                <a:latin typeface="Noto Sans SC"/>
                <a:ea typeface="Noto Sans SC"/>
                <a:cs typeface="Noto Sans SC"/>
              </a:defRPr>
            </a:lvl6pPr>
            <a:lvl7pPr algn="l">
              <a:defRPr sz="1275" b="1">
                <a:solidFill>
                  <a:srgbClr val="B85A1E"/>
                </a:solidFill>
                <a:latin typeface="Noto Sans SC"/>
                <a:ea typeface="Noto Sans SC"/>
                <a:cs typeface="Noto Sans SC"/>
              </a:defRPr>
            </a:lvl7pPr>
            <a:lvl8pPr algn="l">
              <a:defRPr sz="1275" b="1">
                <a:solidFill>
                  <a:srgbClr val="B85A1E"/>
                </a:solidFill>
                <a:latin typeface="Noto Sans SC"/>
                <a:ea typeface="Noto Sans SC"/>
                <a:cs typeface="Noto Sans SC"/>
              </a:defRPr>
            </a:lvl8pPr>
            <a:lvl9pPr algn="l">
              <a:defRPr sz="1275" b="1">
                <a:solidFill>
                  <a:srgbClr val="B85A1E"/>
                </a:solidFill>
                <a:latin typeface="Noto Sans SC"/>
                <a:ea typeface="Noto Sans SC"/>
                <a:cs typeface="Noto Sans SC"/>
              </a:defRPr>
            </a:lvl9pPr>
          </a:lstStyle>
          <a:p xmlns:a="http://schemas.openxmlformats.org/drawingml/2006/main">
            <a:pPr algn="l">
              <a:defRPr sz="1275" b="1">
                <a:solidFill>
                  <a:srgbClr val="B85A1E"/>
                </a:solidFill>
                <a:latin typeface="Noto Sans SC"/>
                <a:ea typeface="Noto Sans SC"/>
                <a:cs typeface="Noto Sans SC"/>
              </a:defRPr>
            </a:pPr>
            <a:r>
              <a:rPr sz="1275" b="1">
                <a:solidFill>
                  <a:srgbClr val="B85A1E"/>
                </a:solidFill>
                <a:latin typeface="Noto Sans SC"/>
                <a:ea typeface="Noto Sans SC"/>
                <a:cs typeface="Noto Sans SC"/>
              </a:rPr>
              <a:t>辅助评估 · 基础资源状态</a:t>
            </a:r>
          </a:p>
        </p:txBody>
      </p:sp>
      <p:sp>
        <p:nvSpPr>
          <p:cNvPr id="2" name="o1">
            <a:extLst xmlns:a="http://schemas.openxmlformats.org/drawingml/2006/main">
              <a:ext uri="{FF2B5EF4-FFF2-40B4-BE49-F238E27FC236}">
                <a16:creationId xmlns:a16="http://schemas.microsoft.com/office/drawing/2014/main" id="{3F737395-4D5B-489F-960F-353DA4024C7D}"/>
              </a:ext>
            </a:extLst>
          </p:cNvPr>
          <p:cNvSpPr>
            <a:spLocks xmlns:a="http://schemas.openxmlformats.org/drawingml/2006/main" noGrp="1"/>
          </p:cNvSpPr>
          <p:nvPr/>
        </p:nvSpPr>
        <p:spPr>
          <a:xfrm xmlns:a="http://schemas.openxmlformats.org/drawingml/2006/main">
            <a:off x="609600" y="6000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700" b="1">
                <a:solidFill>
                  <a:srgbClr val="16243A"/>
                </a:solidFill>
                <a:latin typeface="Noto Serif SC"/>
                <a:ea typeface="Noto Serif SC"/>
                <a:cs typeface="Noto Serif SC"/>
              </a:defRPr>
            </a:defPPr>
            <a:lvl1pPr algn="l">
              <a:defRPr sz="2700" b="1">
                <a:solidFill>
                  <a:srgbClr val="16243A"/>
                </a:solidFill>
                <a:latin typeface="Noto Serif SC"/>
                <a:ea typeface="Noto Serif SC"/>
                <a:cs typeface="Noto Serif SC"/>
              </a:defRPr>
            </a:lvl1pPr>
            <a:lvl2pPr algn="l">
              <a:defRPr sz="2700" b="1">
                <a:solidFill>
                  <a:srgbClr val="16243A"/>
                </a:solidFill>
                <a:latin typeface="Noto Serif SC"/>
                <a:ea typeface="Noto Serif SC"/>
                <a:cs typeface="Noto Serif SC"/>
              </a:defRPr>
            </a:lvl2pPr>
            <a:lvl3pPr algn="l">
              <a:defRPr sz="2700" b="1">
                <a:solidFill>
                  <a:srgbClr val="16243A"/>
                </a:solidFill>
                <a:latin typeface="Noto Serif SC"/>
                <a:ea typeface="Noto Serif SC"/>
                <a:cs typeface="Noto Serif SC"/>
              </a:defRPr>
            </a:lvl3pPr>
            <a:lvl4pPr algn="l">
              <a:defRPr sz="2700" b="1">
                <a:solidFill>
                  <a:srgbClr val="16243A"/>
                </a:solidFill>
                <a:latin typeface="Noto Serif SC"/>
                <a:ea typeface="Noto Serif SC"/>
                <a:cs typeface="Noto Serif SC"/>
              </a:defRPr>
            </a:lvl4pPr>
            <a:lvl5pPr algn="l">
              <a:defRPr sz="2700" b="1">
                <a:solidFill>
                  <a:srgbClr val="16243A"/>
                </a:solidFill>
                <a:latin typeface="Noto Serif SC"/>
                <a:ea typeface="Noto Serif SC"/>
                <a:cs typeface="Noto Serif SC"/>
              </a:defRPr>
            </a:lvl5pPr>
            <a:lvl6pPr algn="l">
              <a:defRPr sz="2700" b="1">
                <a:solidFill>
                  <a:srgbClr val="16243A"/>
                </a:solidFill>
                <a:latin typeface="Noto Serif SC"/>
                <a:ea typeface="Noto Serif SC"/>
                <a:cs typeface="Noto Serif SC"/>
              </a:defRPr>
            </a:lvl6pPr>
            <a:lvl7pPr algn="l">
              <a:defRPr sz="2700" b="1">
                <a:solidFill>
                  <a:srgbClr val="16243A"/>
                </a:solidFill>
                <a:latin typeface="Noto Serif SC"/>
                <a:ea typeface="Noto Serif SC"/>
                <a:cs typeface="Noto Serif SC"/>
              </a:defRPr>
            </a:lvl7pPr>
            <a:lvl8pPr algn="l">
              <a:defRPr sz="2700" b="1">
                <a:solidFill>
                  <a:srgbClr val="16243A"/>
                </a:solidFill>
                <a:latin typeface="Noto Serif SC"/>
                <a:ea typeface="Noto Serif SC"/>
                <a:cs typeface="Noto Serif SC"/>
              </a:defRPr>
            </a:lvl8pPr>
            <a:lvl9pPr algn="l">
              <a:defRPr sz="2700" b="1">
                <a:solidFill>
                  <a:srgbClr val="16243A"/>
                </a:solidFill>
                <a:latin typeface="Noto Serif SC"/>
                <a:ea typeface="Noto Serif SC"/>
                <a:cs typeface="Noto Serif SC"/>
              </a:defRPr>
            </a:lvl9pPr>
          </a:lstStyle>
          <a:p xmlns:a="http://schemas.openxmlformats.org/drawingml/2006/main">
            <a:pPr algn="l">
              <a:defRPr sz="2700" b="1">
                <a:solidFill>
                  <a:srgbClr val="16243A"/>
                </a:solidFill>
                <a:latin typeface="Noto Serif SC"/>
                <a:ea typeface="Noto Serif SC"/>
                <a:cs typeface="Noto Serif SC"/>
              </a:defRPr>
            </a:pPr>
            <a:r>
              <a:rPr sz="2700" b="1">
                <a:solidFill>
                  <a:srgbClr val="16243A"/>
                </a:solidFill>
                <a:latin typeface="Noto Serif SC"/>
                <a:ea typeface="Noto Serif SC"/>
                <a:cs typeface="Noto Serif SC"/>
              </a:rPr>
              <a:t>现有辅助评估返回请求内资源状态与缺口</a:t>
            </a:r>
          </a:p>
        </p:txBody>
      </p:sp>
      <p:sp>
        <p:nvSpPr>
          <p:cNvPr id="3" name="line-2">
            <a:extLst xmlns:a="http://schemas.openxmlformats.org/drawingml/2006/main">
              <a:ext uri="{FF2B5EF4-FFF2-40B4-BE49-F238E27FC236}">
                <a16:creationId xmlns:a16="http://schemas.microsoft.com/office/drawing/2014/main" id="{ADB6A0B8-4317-4FF9-BA83-61014FAC5B6B}"/>
              </a:ext>
            </a:extLst>
          </p:cNvPr>
          <p:cNvSpPr>
            <a:spLocks xmlns:a="http://schemas.openxmlformats.org/drawingml/2006/main" noGrp="1"/>
          </p:cNvSpPr>
          <p:nvPr/>
        </p:nvSpPr>
        <p:spPr>
          <a:xfrm xmlns:a="http://schemas.openxmlformats.org/drawingml/2006/main" flipV="0">
            <a:off x="609600" y="1200150"/>
            <a:ext cx="10972800" cy="953"/>
          </a:xfrm>
          <a:prstGeom xmlns:a="http://schemas.openxmlformats.org/drawingml/2006/main" prst="line">
            <a:avLst/>
          </a:prstGeom>
          <a:noFill xmlns:a="http://schemas.openxmlformats.org/drawingml/2006/main"/>
          <a:ln xmlns:a="http://schemas.openxmlformats.org/drawingml/2006/main" w="14288">
            <a:solidFill>
              <a:srgbClr val="D5DAE0"/>
            </a:solidFill>
            <a:prstDash val="solid"/>
          </a:ln>
        </p:spPr>
      </p:sp>
      <p:sp>
        <p:nvSpPr>
          <p:cNvPr id="4" name="o3">
            <a:extLst xmlns:a="http://schemas.openxmlformats.org/drawingml/2006/main">
              <a:ext uri="{FF2B5EF4-FFF2-40B4-BE49-F238E27FC236}">
                <a16:creationId xmlns:a16="http://schemas.microsoft.com/office/drawing/2014/main" id="{CD9BBDDB-A8D7-45B2-8CCD-4CC482C14446}"/>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00" b="0">
                <a:solidFill>
                  <a:srgbClr val="6B7689"/>
                </a:solidFill>
                <a:latin typeface="Noto Sans SC"/>
                <a:ea typeface="Noto Sans SC"/>
                <a:cs typeface="Noto Sans SC"/>
              </a:defRPr>
            </a:defPPr>
            <a:lvl1pPr algn="l">
              <a:defRPr sz="900" b="0">
                <a:solidFill>
                  <a:srgbClr val="6B7689"/>
                </a:solidFill>
                <a:latin typeface="Noto Sans SC"/>
                <a:ea typeface="Noto Sans SC"/>
                <a:cs typeface="Noto Sans SC"/>
              </a:defRPr>
            </a:lvl1pPr>
            <a:lvl2pPr algn="l">
              <a:defRPr sz="900" b="0">
                <a:solidFill>
                  <a:srgbClr val="6B7689"/>
                </a:solidFill>
                <a:latin typeface="Noto Sans SC"/>
                <a:ea typeface="Noto Sans SC"/>
                <a:cs typeface="Noto Sans SC"/>
              </a:defRPr>
            </a:lvl2pPr>
            <a:lvl3pPr algn="l">
              <a:defRPr sz="900" b="0">
                <a:solidFill>
                  <a:srgbClr val="6B7689"/>
                </a:solidFill>
                <a:latin typeface="Noto Sans SC"/>
                <a:ea typeface="Noto Sans SC"/>
                <a:cs typeface="Noto Sans SC"/>
              </a:defRPr>
            </a:lvl3pPr>
            <a:lvl4pPr algn="l">
              <a:defRPr sz="900" b="0">
                <a:solidFill>
                  <a:srgbClr val="6B7689"/>
                </a:solidFill>
                <a:latin typeface="Noto Sans SC"/>
                <a:ea typeface="Noto Sans SC"/>
                <a:cs typeface="Noto Sans SC"/>
              </a:defRPr>
            </a:lvl4pPr>
            <a:lvl5pPr algn="l">
              <a:defRPr sz="900" b="0">
                <a:solidFill>
                  <a:srgbClr val="6B7689"/>
                </a:solidFill>
                <a:latin typeface="Noto Sans SC"/>
                <a:ea typeface="Noto Sans SC"/>
                <a:cs typeface="Noto Sans SC"/>
              </a:defRPr>
            </a:lvl5pPr>
            <a:lvl6pPr algn="l">
              <a:defRPr sz="900" b="0">
                <a:solidFill>
                  <a:srgbClr val="6B7689"/>
                </a:solidFill>
                <a:latin typeface="Noto Sans SC"/>
                <a:ea typeface="Noto Sans SC"/>
                <a:cs typeface="Noto Sans SC"/>
              </a:defRPr>
            </a:lvl6pPr>
            <a:lvl7pPr algn="l">
              <a:defRPr sz="900" b="0">
                <a:solidFill>
                  <a:srgbClr val="6B7689"/>
                </a:solidFill>
                <a:latin typeface="Noto Sans SC"/>
                <a:ea typeface="Noto Sans SC"/>
                <a:cs typeface="Noto Sans SC"/>
              </a:defRPr>
            </a:lvl7pPr>
            <a:lvl8pPr algn="l">
              <a:defRPr sz="900" b="0">
                <a:solidFill>
                  <a:srgbClr val="6B7689"/>
                </a:solidFill>
                <a:latin typeface="Noto Sans SC"/>
                <a:ea typeface="Noto Sans SC"/>
                <a:cs typeface="Noto Sans SC"/>
              </a:defRPr>
            </a:lvl8pPr>
            <a:lvl9pPr algn="l">
              <a:defRPr sz="900" b="0">
                <a:solidFill>
                  <a:srgbClr val="6B7689"/>
                </a:solidFill>
                <a:latin typeface="Noto Sans SC"/>
                <a:ea typeface="Noto Sans SC"/>
                <a:cs typeface="Noto Sans SC"/>
              </a:defRPr>
            </a:lvl9pPr>
          </a:lstStyle>
          <a:p xmlns:a="http://schemas.openxmlformats.org/drawingml/2006/main">
            <a:pPr algn="l">
              <a:defRPr sz="900" b="0">
                <a:solidFill>
                  <a:srgbClr val="6B7689"/>
                </a:solidFill>
                <a:latin typeface="Noto Sans SC"/>
                <a:ea typeface="Noto Sans SC"/>
                <a:cs typeface="Noto Sans SC"/>
              </a:defRPr>
            </a:pPr>
            <a:r>
              <a:rPr sz="900" b="0">
                <a:solidFill>
                  <a:srgbClr val="6B7689"/>
                </a:solidFill>
                <a:latin typeface="Noto Sans SC"/>
                <a:ea typeface="Noto Sans SC"/>
                <a:cs typeface="Noto Sans SC"/>
              </a:rPr>
              <a:t>project_reference §10.3、§16.14；defense_analysis.py；补充夹具</a:t>
            </a:r>
          </a:p>
        </p:txBody>
      </p:sp>
      <p:sp>
        <p:nvSpPr>
          <p:cNvPr id="5" name="o4">
            <a:extLst xmlns:a="http://schemas.openxmlformats.org/drawingml/2006/main">
              <a:ext uri="{FF2B5EF4-FFF2-40B4-BE49-F238E27FC236}">
                <a16:creationId xmlns:a16="http://schemas.microsoft.com/office/drawing/2014/main" id="{0918F4EF-C051-4290-8145-6E4E779184B4}"/>
              </a:ext>
            </a:extLst>
          </p:cNvPr>
          <p:cNvSpPr>
            <a:spLocks xmlns:a="http://schemas.openxmlformats.org/drawingml/2006/main" noGrp="1"/>
          </p:cNvSpPr>
          <p:nvPr/>
        </p:nvSpPr>
        <p:spPr>
          <a:xfrm xmlns:a="http://schemas.openxmlformats.org/drawingml/2006/main">
            <a:off x="10896600" y="6505575"/>
            <a:ext cx="68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6B7689"/>
                </a:solidFill>
                <a:latin typeface="Noto Sans SC"/>
                <a:ea typeface="Noto Sans SC"/>
                <a:cs typeface="Noto Sans SC"/>
              </a:defRPr>
            </a:defPPr>
            <a:lvl1pPr algn="r">
              <a:defRPr sz="1200" b="0">
                <a:solidFill>
                  <a:srgbClr val="6B7689"/>
                </a:solidFill>
                <a:latin typeface="Noto Sans SC"/>
                <a:ea typeface="Noto Sans SC"/>
                <a:cs typeface="Noto Sans SC"/>
              </a:defRPr>
            </a:lvl1pPr>
            <a:lvl2pPr algn="r">
              <a:defRPr sz="1200" b="0">
                <a:solidFill>
                  <a:srgbClr val="6B7689"/>
                </a:solidFill>
                <a:latin typeface="Noto Sans SC"/>
                <a:ea typeface="Noto Sans SC"/>
                <a:cs typeface="Noto Sans SC"/>
              </a:defRPr>
            </a:lvl2pPr>
            <a:lvl3pPr algn="r">
              <a:defRPr sz="1200" b="0">
                <a:solidFill>
                  <a:srgbClr val="6B7689"/>
                </a:solidFill>
                <a:latin typeface="Noto Sans SC"/>
                <a:ea typeface="Noto Sans SC"/>
                <a:cs typeface="Noto Sans SC"/>
              </a:defRPr>
            </a:lvl3pPr>
            <a:lvl4pPr algn="r">
              <a:defRPr sz="1200" b="0">
                <a:solidFill>
                  <a:srgbClr val="6B7689"/>
                </a:solidFill>
                <a:latin typeface="Noto Sans SC"/>
                <a:ea typeface="Noto Sans SC"/>
                <a:cs typeface="Noto Sans SC"/>
              </a:defRPr>
            </a:lvl4pPr>
            <a:lvl5pPr algn="r">
              <a:defRPr sz="1200" b="0">
                <a:solidFill>
                  <a:srgbClr val="6B7689"/>
                </a:solidFill>
                <a:latin typeface="Noto Sans SC"/>
                <a:ea typeface="Noto Sans SC"/>
                <a:cs typeface="Noto Sans SC"/>
              </a:defRPr>
            </a:lvl5pPr>
            <a:lvl6pPr algn="r">
              <a:defRPr sz="1200" b="0">
                <a:solidFill>
                  <a:srgbClr val="6B7689"/>
                </a:solidFill>
                <a:latin typeface="Noto Sans SC"/>
                <a:ea typeface="Noto Sans SC"/>
                <a:cs typeface="Noto Sans SC"/>
              </a:defRPr>
            </a:lvl6pPr>
            <a:lvl7pPr algn="r">
              <a:defRPr sz="1200" b="0">
                <a:solidFill>
                  <a:srgbClr val="6B7689"/>
                </a:solidFill>
                <a:latin typeface="Noto Sans SC"/>
                <a:ea typeface="Noto Sans SC"/>
                <a:cs typeface="Noto Sans SC"/>
              </a:defRPr>
            </a:lvl7pPr>
            <a:lvl8pPr algn="r">
              <a:defRPr sz="1200" b="0">
                <a:solidFill>
                  <a:srgbClr val="6B7689"/>
                </a:solidFill>
                <a:latin typeface="Noto Sans SC"/>
                <a:ea typeface="Noto Sans SC"/>
                <a:cs typeface="Noto Sans SC"/>
              </a:defRPr>
            </a:lvl8pPr>
            <a:lvl9pPr algn="r">
              <a:defRPr sz="1200" b="0">
                <a:solidFill>
                  <a:srgbClr val="6B7689"/>
                </a:solidFill>
                <a:latin typeface="Noto Sans SC"/>
                <a:ea typeface="Noto Sans SC"/>
                <a:cs typeface="Noto Sans SC"/>
              </a:defRPr>
            </a:lvl9pPr>
          </a:lstStyle>
          <a:p xmlns:a="http://schemas.openxmlformats.org/drawingml/2006/main">
            <a:pPr algn="r">
              <a:defRPr sz="1200" b="0">
                <a:solidFill>
                  <a:srgbClr val="6B7689"/>
                </a:solidFill>
                <a:latin typeface="Noto Sans SC"/>
                <a:ea typeface="Noto Sans SC"/>
                <a:cs typeface="Noto Sans SC"/>
              </a:defRPr>
            </a:pPr>
            <a:r>
              <a:rPr sz="1200" b="0">
                <a:solidFill>
                  <a:srgbClr val="6B7689"/>
                </a:solidFill>
                <a:latin typeface="Noto Sans SC"/>
                <a:ea typeface="Noto Sans SC"/>
                <a:cs typeface="Noto Sans SC"/>
              </a:rPr>
              <a:t>25 / 39</a:t>
            </a:r>
          </a:p>
        </p:txBody>
      </p:sp>
      <p:sp>
        <p:nvSpPr>
          <p:cNvPr id="6" name="o5">
            <a:extLst xmlns:a="http://schemas.openxmlformats.org/drawingml/2006/main">
              <a:ext uri="{FF2B5EF4-FFF2-40B4-BE49-F238E27FC236}">
                <a16:creationId xmlns:a16="http://schemas.microsoft.com/office/drawing/2014/main" id="{1B7F3F20-7849-4B7E-9735-0447D23C0716}"/>
              </a:ext>
            </a:extLst>
          </p:cNvPr>
          <p:cNvSpPr>
            <a:spLocks xmlns:a="http://schemas.openxmlformats.org/drawingml/2006/main" noGrp="1"/>
          </p:cNvSpPr>
          <p:nvPr/>
        </p:nvSpPr>
        <p:spPr>
          <a:xfrm xmlns:a="http://schemas.openxmlformats.org/drawingml/2006/main">
            <a:off x="609600" y="5981700"/>
            <a:ext cx="10972800" cy="428625"/>
          </a:xfrm>
          <a:prstGeom xmlns:a="http://schemas.openxmlformats.org/drawingml/2006/main" prst="roundRect">
            <a:avLst>
              <a:gd name="adj" fmla="val 17778"/>
            </a:avLst>
          </a:prstGeom>
          <a:solidFill xmlns:a="http://schemas.openxmlformats.org/drawingml/2006/main">
            <a:srgbClr val="D6E6E5"/>
          </a:solidFill>
          <a:ln xmlns:a="http://schemas.openxmlformats.org/drawingml/2006/main" w="0">
            <a:noFill/>
            <a:prstDash val="solid"/>
          </a:ln>
        </p:spPr>
      </p:sp>
      <p:sp>
        <p:nvSpPr>
          <p:cNvPr id="7" name="o6">
            <a:extLst xmlns:a="http://schemas.openxmlformats.org/drawingml/2006/main">
              <a:ext uri="{FF2B5EF4-FFF2-40B4-BE49-F238E27FC236}">
                <a16:creationId xmlns:a16="http://schemas.microsoft.com/office/drawing/2014/main" id="{D159669F-F265-4E8B-AB99-C6157D377ABF}"/>
              </a:ext>
            </a:extLst>
          </p:cNvPr>
          <p:cNvSpPr>
            <a:spLocks xmlns:a="http://schemas.openxmlformats.org/drawingml/2006/main" noGrp="1"/>
          </p:cNvSpPr>
          <p:nvPr/>
        </p:nvSpPr>
        <p:spPr>
          <a:xfrm xmlns:a="http://schemas.openxmlformats.org/drawingml/2006/main">
            <a:off x="781050" y="6029325"/>
            <a:ext cx="10629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75" b="1">
                <a:solidFill>
                  <a:srgbClr val="0F6E73"/>
                </a:solidFill>
                <a:latin typeface="Noto Sans SC"/>
                <a:ea typeface="Noto Sans SC"/>
                <a:cs typeface="Noto Sans SC"/>
              </a:defRPr>
            </a:defPPr>
            <a:lvl1pPr algn="l">
              <a:defRPr sz="1575" b="1">
                <a:solidFill>
                  <a:srgbClr val="0F6E73"/>
                </a:solidFill>
                <a:latin typeface="Noto Sans SC"/>
                <a:ea typeface="Noto Sans SC"/>
                <a:cs typeface="Noto Sans SC"/>
              </a:defRPr>
            </a:lvl1pPr>
            <a:lvl2pPr algn="l">
              <a:defRPr sz="1575" b="1">
                <a:solidFill>
                  <a:srgbClr val="0F6E73"/>
                </a:solidFill>
                <a:latin typeface="Noto Sans SC"/>
                <a:ea typeface="Noto Sans SC"/>
                <a:cs typeface="Noto Sans SC"/>
              </a:defRPr>
            </a:lvl2pPr>
            <a:lvl3pPr algn="l">
              <a:defRPr sz="1575" b="1">
                <a:solidFill>
                  <a:srgbClr val="0F6E73"/>
                </a:solidFill>
                <a:latin typeface="Noto Sans SC"/>
                <a:ea typeface="Noto Sans SC"/>
                <a:cs typeface="Noto Sans SC"/>
              </a:defRPr>
            </a:lvl3pPr>
            <a:lvl4pPr algn="l">
              <a:defRPr sz="1575" b="1">
                <a:solidFill>
                  <a:srgbClr val="0F6E73"/>
                </a:solidFill>
                <a:latin typeface="Noto Sans SC"/>
                <a:ea typeface="Noto Sans SC"/>
                <a:cs typeface="Noto Sans SC"/>
              </a:defRPr>
            </a:lvl4pPr>
            <a:lvl5pPr algn="l">
              <a:defRPr sz="1575" b="1">
                <a:solidFill>
                  <a:srgbClr val="0F6E73"/>
                </a:solidFill>
                <a:latin typeface="Noto Sans SC"/>
                <a:ea typeface="Noto Sans SC"/>
                <a:cs typeface="Noto Sans SC"/>
              </a:defRPr>
            </a:lvl5pPr>
            <a:lvl6pPr algn="l">
              <a:defRPr sz="1575" b="1">
                <a:solidFill>
                  <a:srgbClr val="0F6E73"/>
                </a:solidFill>
                <a:latin typeface="Noto Sans SC"/>
                <a:ea typeface="Noto Sans SC"/>
                <a:cs typeface="Noto Sans SC"/>
              </a:defRPr>
            </a:lvl6pPr>
            <a:lvl7pPr algn="l">
              <a:defRPr sz="1575" b="1">
                <a:solidFill>
                  <a:srgbClr val="0F6E73"/>
                </a:solidFill>
                <a:latin typeface="Noto Sans SC"/>
                <a:ea typeface="Noto Sans SC"/>
                <a:cs typeface="Noto Sans SC"/>
              </a:defRPr>
            </a:lvl7pPr>
            <a:lvl8pPr algn="l">
              <a:defRPr sz="1575" b="1">
                <a:solidFill>
                  <a:srgbClr val="0F6E73"/>
                </a:solidFill>
                <a:latin typeface="Noto Sans SC"/>
                <a:ea typeface="Noto Sans SC"/>
                <a:cs typeface="Noto Sans SC"/>
              </a:defRPr>
            </a:lvl8pPr>
            <a:lvl9pPr algn="l">
              <a:defRPr sz="1575" b="1">
                <a:solidFill>
                  <a:srgbClr val="0F6E73"/>
                </a:solidFill>
                <a:latin typeface="Noto Sans SC"/>
                <a:ea typeface="Noto Sans SC"/>
                <a:cs typeface="Noto Sans SC"/>
              </a:defRPr>
            </a:lvl9pPr>
          </a:lstStyle>
          <a:p xmlns:a="http://schemas.openxmlformats.org/drawingml/2006/main">
            <a:pPr algn="l">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这是既有启发式辅助评估；没有跨请求库存事务或真实装备控制。</a:t>
            </a:r>
          </a:p>
        </p:txBody>
      </p:sp>
      <p:sp>
        <p:nvSpPr>
          <p:cNvPr id="8" name="o7">
            <a:extLst xmlns:a="http://schemas.openxmlformats.org/drawingml/2006/main">
              <a:ext uri="{FF2B5EF4-FFF2-40B4-BE49-F238E27FC236}">
                <a16:creationId xmlns:a16="http://schemas.microsoft.com/office/drawing/2014/main" id="{F4E8D7D5-2CF2-40DC-9E66-DF3ED8B3507C}"/>
              </a:ext>
            </a:extLst>
          </p:cNvPr>
          <p:cNvSpPr>
            <a:spLocks xmlns:a="http://schemas.openxmlformats.org/drawingml/2006/main" noGrp="1"/>
          </p:cNvSpPr>
          <p:nvPr/>
        </p:nvSpPr>
        <p:spPr>
          <a:xfrm xmlns:a="http://schemas.openxmlformats.org/drawingml/2006/main">
            <a:off x="609600" y="1495425"/>
            <a:ext cx="2557463" cy="742950"/>
          </a:xfrm>
          <a:prstGeom xmlns:a="http://schemas.openxmlformats.org/drawingml/2006/main" prst="roundRect">
            <a:avLst>
              <a:gd name="adj" fmla="val 10256"/>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读取本次资源</a:t>
            </a:r>
          </a:p>
        </p:txBody>
      </p:sp>
      <p:sp>
        <p:nvSpPr>
          <p:cNvPr id="9" name="line-7">
            <a:extLst xmlns:a="http://schemas.openxmlformats.org/drawingml/2006/main">
              <a:ext uri="{FF2B5EF4-FFF2-40B4-BE49-F238E27FC236}">
                <a16:creationId xmlns:a16="http://schemas.microsoft.com/office/drawing/2014/main" id="{1D74F68E-98C9-4D07-B818-D5A8C9BEBF64}"/>
              </a:ext>
            </a:extLst>
          </p:cNvPr>
          <p:cNvSpPr>
            <a:spLocks xmlns:a="http://schemas.openxmlformats.org/drawingml/2006/main" noGrp="1"/>
          </p:cNvSpPr>
          <p:nvPr/>
        </p:nvSpPr>
        <p:spPr>
          <a:xfrm xmlns:a="http://schemas.openxmlformats.org/drawingml/2006/main" flipV="0">
            <a:off x="3195638" y="1866900"/>
            <a:ext cx="180975"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0" name="line-7">
            <a:extLst xmlns:a="http://schemas.openxmlformats.org/drawingml/2006/main">
              <a:ext uri="{FF2B5EF4-FFF2-40B4-BE49-F238E27FC236}">
                <a16:creationId xmlns:a16="http://schemas.microsoft.com/office/drawing/2014/main" id="{4985B111-E5FF-4B06-8FF5-31590D8C4CB7}"/>
              </a:ext>
            </a:extLst>
          </p:cNvPr>
          <p:cNvSpPr>
            <a:spLocks xmlns:a="http://schemas.openxmlformats.org/drawingml/2006/main" noGrp="1"/>
          </p:cNvSpPr>
          <p:nvPr/>
        </p:nvSpPr>
        <p:spPr>
          <a:xfrm xmlns:a="http://schemas.openxmlformats.org/drawingml/2006/main" flipV="1">
            <a:off x="3301382" y="1866900"/>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1" name="line-7">
            <a:extLst xmlns:a="http://schemas.openxmlformats.org/drawingml/2006/main">
              <a:ext uri="{FF2B5EF4-FFF2-40B4-BE49-F238E27FC236}">
                <a16:creationId xmlns:a16="http://schemas.microsoft.com/office/drawing/2014/main" id="{3769D0AB-57B0-42E1-B0CF-28D9875ED1A7}"/>
              </a:ext>
            </a:extLst>
          </p:cNvPr>
          <p:cNvSpPr>
            <a:spLocks xmlns:a="http://schemas.openxmlformats.org/drawingml/2006/main" noGrp="1"/>
          </p:cNvSpPr>
          <p:nvPr/>
        </p:nvSpPr>
        <p:spPr>
          <a:xfrm xmlns:a="http://schemas.openxmlformats.org/drawingml/2006/main" flipV="0">
            <a:off x="3301382" y="1825801"/>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2" name="o11">
            <a:extLst xmlns:a="http://schemas.openxmlformats.org/drawingml/2006/main">
              <a:ext uri="{FF2B5EF4-FFF2-40B4-BE49-F238E27FC236}">
                <a16:creationId xmlns:a16="http://schemas.microsoft.com/office/drawing/2014/main" id="{81D4DE8A-3832-4FC8-9C08-B7195E326686}"/>
              </a:ext>
            </a:extLst>
          </p:cNvPr>
          <p:cNvSpPr>
            <a:spLocks xmlns:a="http://schemas.openxmlformats.org/drawingml/2006/main" noGrp="1"/>
          </p:cNvSpPr>
          <p:nvPr/>
        </p:nvSpPr>
        <p:spPr>
          <a:xfrm xmlns:a="http://schemas.openxmlformats.org/drawingml/2006/main">
            <a:off x="3414713" y="1495425"/>
            <a:ext cx="2557463" cy="742950"/>
          </a:xfrm>
          <a:prstGeom xmlns:a="http://schemas.openxmlformats.org/drawingml/2006/main" prst="roundRect">
            <a:avLst>
              <a:gd name="adj" fmla="val 10256"/>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条件筛选与排序</a:t>
            </a:r>
          </a:p>
        </p:txBody>
      </p:sp>
      <p:sp>
        <p:nvSpPr>
          <p:cNvPr id="13" name="line-8">
            <a:extLst xmlns:a="http://schemas.openxmlformats.org/drawingml/2006/main">
              <a:ext uri="{FF2B5EF4-FFF2-40B4-BE49-F238E27FC236}">
                <a16:creationId xmlns:a16="http://schemas.microsoft.com/office/drawing/2014/main" id="{A37DC207-778D-4693-B4F8-65B25AB8F15F}"/>
              </a:ext>
            </a:extLst>
          </p:cNvPr>
          <p:cNvSpPr>
            <a:spLocks xmlns:a="http://schemas.openxmlformats.org/drawingml/2006/main" noGrp="1"/>
          </p:cNvSpPr>
          <p:nvPr/>
        </p:nvSpPr>
        <p:spPr>
          <a:xfrm xmlns:a="http://schemas.openxmlformats.org/drawingml/2006/main" flipV="0">
            <a:off x="6000750" y="1866900"/>
            <a:ext cx="180975"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4" name="line-8">
            <a:extLst xmlns:a="http://schemas.openxmlformats.org/drawingml/2006/main">
              <a:ext uri="{FF2B5EF4-FFF2-40B4-BE49-F238E27FC236}">
                <a16:creationId xmlns:a16="http://schemas.microsoft.com/office/drawing/2014/main" id="{1EF770E4-92AB-48E8-A394-CCD413C0A1D6}"/>
              </a:ext>
            </a:extLst>
          </p:cNvPr>
          <p:cNvSpPr>
            <a:spLocks xmlns:a="http://schemas.openxmlformats.org/drawingml/2006/main" noGrp="1"/>
          </p:cNvSpPr>
          <p:nvPr/>
        </p:nvSpPr>
        <p:spPr>
          <a:xfrm xmlns:a="http://schemas.openxmlformats.org/drawingml/2006/main" flipV="1">
            <a:off x="6106494" y="1866900"/>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5" name="line-8">
            <a:extLst xmlns:a="http://schemas.openxmlformats.org/drawingml/2006/main">
              <a:ext uri="{FF2B5EF4-FFF2-40B4-BE49-F238E27FC236}">
                <a16:creationId xmlns:a16="http://schemas.microsoft.com/office/drawing/2014/main" id="{3E7596BD-2DFE-44F2-A7AF-CC7F79A8A0C8}"/>
              </a:ext>
            </a:extLst>
          </p:cNvPr>
          <p:cNvSpPr>
            <a:spLocks xmlns:a="http://schemas.openxmlformats.org/drawingml/2006/main" noGrp="1"/>
          </p:cNvSpPr>
          <p:nvPr/>
        </p:nvSpPr>
        <p:spPr>
          <a:xfrm xmlns:a="http://schemas.openxmlformats.org/drawingml/2006/main" flipV="0">
            <a:off x="6106494" y="1825801"/>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6" name="o15">
            <a:extLst xmlns:a="http://schemas.openxmlformats.org/drawingml/2006/main">
              <a:ext uri="{FF2B5EF4-FFF2-40B4-BE49-F238E27FC236}">
                <a16:creationId xmlns:a16="http://schemas.microsoft.com/office/drawing/2014/main" id="{E06FD354-9E20-4265-9D71-BD1CD18E7E27}"/>
              </a:ext>
            </a:extLst>
          </p:cNvPr>
          <p:cNvSpPr>
            <a:spLocks xmlns:a="http://schemas.openxmlformats.org/drawingml/2006/main" noGrp="1"/>
          </p:cNvSpPr>
          <p:nvPr/>
        </p:nvSpPr>
        <p:spPr>
          <a:xfrm xmlns:a="http://schemas.openxmlformats.org/drawingml/2006/main">
            <a:off x="6219825" y="1495425"/>
            <a:ext cx="2557463" cy="742950"/>
          </a:xfrm>
          <a:prstGeom xmlns:a="http://schemas.openxmlformats.org/drawingml/2006/main" prst="roundRect">
            <a:avLst>
              <a:gd name="adj" fmla="val 10256"/>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数量及余量更新</a:t>
            </a:r>
          </a:p>
        </p:txBody>
      </p:sp>
      <p:sp>
        <p:nvSpPr>
          <p:cNvPr id="17" name="line-9">
            <a:extLst xmlns:a="http://schemas.openxmlformats.org/drawingml/2006/main">
              <a:ext uri="{FF2B5EF4-FFF2-40B4-BE49-F238E27FC236}">
                <a16:creationId xmlns:a16="http://schemas.microsoft.com/office/drawing/2014/main" id="{E8146788-EF0A-4CAB-99BD-C7E29BBAD320}"/>
              </a:ext>
            </a:extLst>
          </p:cNvPr>
          <p:cNvSpPr>
            <a:spLocks xmlns:a="http://schemas.openxmlformats.org/drawingml/2006/main" noGrp="1"/>
          </p:cNvSpPr>
          <p:nvPr/>
        </p:nvSpPr>
        <p:spPr>
          <a:xfrm xmlns:a="http://schemas.openxmlformats.org/drawingml/2006/main" flipV="0">
            <a:off x="8805863" y="1866900"/>
            <a:ext cx="180975"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8" name="line-9">
            <a:extLst xmlns:a="http://schemas.openxmlformats.org/drawingml/2006/main">
              <a:ext uri="{FF2B5EF4-FFF2-40B4-BE49-F238E27FC236}">
                <a16:creationId xmlns:a16="http://schemas.microsoft.com/office/drawing/2014/main" id="{9ED67CE1-8883-4C92-8E7E-EF525CEE5103}"/>
              </a:ext>
            </a:extLst>
          </p:cNvPr>
          <p:cNvSpPr>
            <a:spLocks xmlns:a="http://schemas.openxmlformats.org/drawingml/2006/main" noGrp="1"/>
          </p:cNvSpPr>
          <p:nvPr/>
        </p:nvSpPr>
        <p:spPr>
          <a:xfrm xmlns:a="http://schemas.openxmlformats.org/drawingml/2006/main" flipV="1">
            <a:off x="8911607" y="1866900"/>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9" name="line-9">
            <a:extLst xmlns:a="http://schemas.openxmlformats.org/drawingml/2006/main">
              <a:ext uri="{FF2B5EF4-FFF2-40B4-BE49-F238E27FC236}">
                <a16:creationId xmlns:a16="http://schemas.microsoft.com/office/drawing/2014/main" id="{FFB4FA16-8DDF-4454-9383-11F399E1B7B9}"/>
              </a:ext>
            </a:extLst>
          </p:cNvPr>
          <p:cNvSpPr>
            <a:spLocks xmlns:a="http://schemas.openxmlformats.org/drawingml/2006/main" noGrp="1"/>
          </p:cNvSpPr>
          <p:nvPr/>
        </p:nvSpPr>
        <p:spPr>
          <a:xfrm xmlns:a="http://schemas.openxmlformats.org/drawingml/2006/main" flipV="0">
            <a:off x="8911607" y="1825801"/>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20" name="o19">
            <a:extLst xmlns:a="http://schemas.openxmlformats.org/drawingml/2006/main">
              <a:ext uri="{FF2B5EF4-FFF2-40B4-BE49-F238E27FC236}">
                <a16:creationId xmlns:a16="http://schemas.microsoft.com/office/drawing/2014/main" id="{0550CD45-D4FE-4535-87A8-85A983D60144}"/>
              </a:ext>
            </a:extLst>
          </p:cNvPr>
          <p:cNvSpPr>
            <a:spLocks xmlns:a="http://schemas.openxmlformats.org/drawingml/2006/main" noGrp="1"/>
          </p:cNvSpPr>
          <p:nvPr/>
        </p:nvSpPr>
        <p:spPr>
          <a:xfrm xmlns:a="http://schemas.openxmlformats.org/drawingml/2006/main">
            <a:off x="9024938" y="1495425"/>
            <a:ext cx="2557463" cy="742950"/>
          </a:xfrm>
          <a:prstGeom xmlns:a="http://schemas.openxmlformats.org/drawingml/2006/main" prst="roundRect">
            <a:avLst>
              <a:gd name="adj" fmla="val 10256"/>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状态与缺口输出</a:t>
            </a:r>
          </a:p>
        </p:txBody>
      </p:sp>
      <p:sp>
        <p:nvSpPr>
          <p:cNvPr id="21" name="o20">
            <a:extLst xmlns:a="http://schemas.openxmlformats.org/drawingml/2006/main">
              <a:ext uri="{FF2B5EF4-FFF2-40B4-BE49-F238E27FC236}">
                <a16:creationId xmlns:a16="http://schemas.microsoft.com/office/drawing/2014/main" id="{949B9BA8-F799-4C29-9A5B-7D0F6E17DC26}"/>
              </a:ext>
            </a:extLst>
          </p:cNvPr>
          <p:cNvSpPr>
            <a:spLocks xmlns:a="http://schemas.openxmlformats.org/drawingml/2006/main" noGrp="1"/>
          </p:cNvSpPr>
          <p:nvPr/>
        </p:nvSpPr>
        <p:spPr>
          <a:xfrm xmlns:a="http://schemas.openxmlformats.org/drawingml/2006/main">
            <a:off x="609600" y="2609850"/>
            <a:ext cx="10972800" cy="1028700"/>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22" name="line-11">
            <a:extLst xmlns:a="http://schemas.openxmlformats.org/drawingml/2006/main">
              <a:ext uri="{FF2B5EF4-FFF2-40B4-BE49-F238E27FC236}">
                <a16:creationId xmlns:a16="http://schemas.microsoft.com/office/drawing/2014/main" id="{A3762D68-BE0F-491E-8776-93894B14973B}"/>
              </a:ext>
            </a:extLst>
          </p:cNvPr>
          <p:cNvSpPr>
            <a:spLocks xmlns:a="http://schemas.openxmlformats.org/drawingml/2006/main" noGrp="1"/>
          </p:cNvSpPr>
          <p:nvPr/>
        </p:nvSpPr>
        <p:spPr>
          <a:xfrm xmlns:a="http://schemas.openxmlformats.org/drawingml/2006/main" flipV="0">
            <a:off x="609600" y="2609850"/>
            <a:ext cx="10972800" cy="953"/>
          </a:xfrm>
          <a:prstGeom xmlns:a="http://schemas.openxmlformats.org/drawingml/2006/main" prst="line">
            <a:avLst/>
          </a:prstGeom>
          <a:noFill xmlns:a="http://schemas.openxmlformats.org/drawingml/2006/main"/>
          <a:ln xmlns:a="http://schemas.openxmlformats.org/drawingml/2006/main" w="28575">
            <a:solidFill>
              <a:srgbClr val="32668E"/>
            </a:solidFill>
            <a:prstDash val="solid"/>
          </a:ln>
        </p:spPr>
      </p:sp>
      <p:sp>
        <p:nvSpPr>
          <p:cNvPr id="23" name="o22">
            <a:extLst xmlns:a="http://schemas.openxmlformats.org/drawingml/2006/main">
              <a:ext uri="{FF2B5EF4-FFF2-40B4-BE49-F238E27FC236}">
                <a16:creationId xmlns:a16="http://schemas.microsoft.com/office/drawing/2014/main" id="{9BEAEC5D-2EF2-4CBC-ADEC-81FBC6C66A82}"/>
              </a:ext>
            </a:extLst>
          </p:cNvPr>
          <p:cNvSpPr>
            <a:spLocks xmlns:a="http://schemas.openxmlformats.org/drawingml/2006/main" noGrp="1"/>
          </p:cNvSpPr>
          <p:nvPr/>
        </p:nvSpPr>
        <p:spPr>
          <a:xfrm xmlns:a="http://schemas.openxmlformats.org/drawingml/2006/main">
            <a:off x="762000" y="2705100"/>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32668E"/>
                </a:solidFill>
                <a:latin typeface="Noto Sans SC"/>
                <a:ea typeface="Noto Sans SC"/>
                <a:cs typeface="Noto Sans SC"/>
              </a:defRPr>
            </a:defPPr>
            <a:lvl1pPr algn="l">
              <a:defRPr sz="1650" b="1">
                <a:solidFill>
                  <a:srgbClr val="32668E"/>
                </a:solidFill>
                <a:latin typeface="Noto Sans SC"/>
                <a:ea typeface="Noto Sans SC"/>
                <a:cs typeface="Noto Sans SC"/>
              </a:defRPr>
            </a:lvl1pPr>
            <a:lvl2pPr algn="l">
              <a:defRPr sz="1650" b="1">
                <a:solidFill>
                  <a:srgbClr val="32668E"/>
                </a:solidFill>
                <a:latin typeface="Noto Sans SC"/>
                <a:ea typeface="Noto Sans SC"/>
                <a:cs typeface="Noto Sans SC"/>
              </a:defRPr>
            </a:lvl2pPr>
            <a:lvl3pPr algn="l">
              <a:defRPr sz="1650" b="1">
                <a:solidFill>
                  <a:srgbClr val="32668E"/>
                </a:solidFill>
                <a:latin typeface="Noto Sans SC"/>
                <a:ea typeface="Noto Sans SC"/>
                <a:cs typeface="Noto Sans SC"/>
              </a:defRPr>
            </a:lvl3pPr>
            <a:lvl4pPr algn="l">
              <a:defRPr sz="1650" b="1">
                <a:solidFill>
                  <a:srgbClr val="32668E"/>
                </a:solidFill>
                <a:latin typeface="Noto Sans SC"/>
                <a:ea typeface="Noto Sans SC"/>
                <a:cs typeface="Noto Sans SC"/>
              </a:defRPr>
            </a:lvl4pPr>
            <a:lvl5pPr algn="l">
              <a:defRPr sz="1650" b="1">
                <a:solidFill>
                  <a:srgbClr val="32668E"/>
                </a:solidFill>
                <a:latin typeface="Noto Sans SC"/>
                <a:ea typeface="Noto Sans SC"/>
                <a:cs typeface="Noto Sans SC"/>
              </a:defRPr>
            </a:lvl5pPr>
            <a:lvl6pPr algn="l">
              <a:defRPr sz="1650" b="1">
                <a:solidFill>
                  <a:srgbClr val="32668E"/>
                </a:solidFill>
                <a:latin typeface="Noto Sans SC"/>
                <a:ea typeface="Noto Sans SC"/>
                <a:cs typeface="Noto Sans SC"/>
              </a:defRPr>
            </a:lvl6pPr>
            <a:lvl7pPr algn="l">
              <a:defRPr sz="1650" b="1">
                <a:solidFill>
                  <a:srgbClr val="32668E"/>
                </a:solidFill>
                <a:latin typeface="Noto Sans SC"/>
                <a:ea typeface="Noto Sans SC"/>
                <a:cs typeface="Noto Sans SC"/>
              </a:defRPr>
            </a:lvl7pPr>
            <a:lvl8pPr algn="l">
              <a:defRPr sz="1650" b="1">
                <a:solidFill>
                  <a:srgbClr val="32668E"/>
                </a:solidFill>
                <a:latin typeface="Noto Sans SC"/>
                <a:ea typeface="Noto Sans SC"/>
                <a:cs typeface="Noto Sans SC"/>
              </a:defRPr>
            </a:lvl8pPr>
            <a:lvl9pPr algn="l">
              <a:defRPr sz="1650" b="1">
                <a:solidFill>
                  <a:srgbClr val="32668E"/>
                </a:solidFill>
                <a:latin typeface="Noto Sans SC"/>
                <a:ea typeface="Noto Sans SC"/>
                <a:cs typeface="Noto Sans SC"/>
              </a:defRPr>
            </a:lvl9pPr>
          </a:lstStyle>
          <a:p xmlns:a="http://schemas.openxmlformats.org/drawingml/2006/main">
            <a:pPr algn="l">
              <a:defRPr sz="1650" b="1">
                <a:solidFill>
                  <a:srgbClr val="32668E"/>
                </a:solidFill>
                <a:latin typeface="Noto Sans SC"/>
                <a:ea typeface="Noto Sans SC"/>
                <a:cs typeface="Noto Sans SC"/>
              </a:defRPr>
            </a:pPr>
            <a:r>
              <a:rPr sz="1650" b="1">
                <a:solidFill>
                  <a:srgbClr val="32668E"/>
                </a:solidFill>
                <a:latin typeface="Noto Sans SC"/>
                <a:ea typeface="Noto Sans SC"/>
                <a:cs typeface="Noto Sans SC"/>
              </a:rPr>
              <a:t>条件与作用域</a:t>
            </a:r>
          </a:p>
        </p:txBody>
      </p:sp>
      <p:sp>
        <p:nvSpPr>
          <p:cNvPr id="24" name="o23">
            <a:extLst xmlns:a="http://schemas.openxmlformats.org/drawingml/2006/main">
              <a:ext uri="{FF2B5EF4-FFF2-40B4-BE49-F238E27FC236}">
                <a16:creationId xmlns:a16="http://schemas.microsoft.com/office/drawing/2014/main" id="{5E55F9F9-C4B1-48FF-B95A-77DE9EB6B703}"/>
              </a:ext>
            </a:extLst>
          </p:cNvPr>
          <p:cNvSpPr>
            <a:spLocks xmlns:a="http://schemas.openxmlformats.org/drawingml/2006/main" noGrp="1"/>
          </p:cNvSpPr>
          <p:nvPr/>
        </p:nvSpPr>
        <p:spPr>
          <a:xfrm xmlns:a="http://schemas.openxmlformats.org/drawingml/2006/main">
            <a:off x="762000" y="3057525"/>
            <a:ext cx="106680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36A"/>
                </a:solidFill>
                <a:latin typeface="Noto Sans SC"/>
                <a:ea typeface="Noto Sans SC"/>
                <a:cs typeface="Noto Sans SC"/>
              </a:defRPr>
            </a:defPPr>
            <a:lvl1pPr algn="l">
              <a:defRPr sz="1425" b="0">
                <a:solidFill>
                  <a:srgbClr val="46536A"/>
                </a:solidFill>
                <a:latin typeface="Noto Sans SC"/>
                <a:ea typeface="Noto Sans SC"/>
                <a:cs typeface="Noto Sans SC"/>
              </a:defRPr>
            </a:lvl1pPr>
            <a:lvl2pPr algn="l">
              <a:defRPr sz="1425" b="0">
                <a:solidFill>
                  <a:srgbClr val="46536A"/>
                </a:solidFill>
                <a:latin typeface="Noto Sans SC"/>
                <a:ea typeface="Noto Sans SC"/>
                <a:cs typeface="Noto Sans SC"/>
              </a:defRPr>
            </a:lvl2pPr>
            <a:lvl3pPr algn="l">
              <a:defRPr sz="1425" b="0">
                <a:solidFill>
                  <a:srgbClr val="46536A"/>
                </a:solidFill>
                <a:latin typeface="Noto Sans SC"/>
                <a:ea typeface="Noto Sans SC"/>
                <a:cs typeface="Noto Sans SC"/>
              </a:defRPr>
            </a:lvl3pPr>
            <a:lvl4pPr algn="l">
              <a:defRPr sz="1425" b="0">
                <a:solidFill>
                  <a:srgbClr val="46536A"/>
                </a:solidFill>
                <a:latin typeface="Noto Sans SC"/>
                <a:ea typeface="Noto Sans SC"/>
                <a:cs typeface="Noto Sans SC"/>
              </a:defRPr>
            </a:lvl4pPr>
            <a:lvl5pPr algn="l">
              <a:defRPr sz="1425" b="0">
                <a:solidFill>
                  <a:srgbClr val="46536A"/>
                </a:solidFill>
                <a:latin typeface="Noto Sans SC"/>
                <a:ea typeface="Noto Sans SC"/>
                <a:cs typeface="Noto Sans SC"/>
              </a:defRPr>
            </a:lvl5pPr>
            <a:lvl6pPr algn="l">
              <a:defRPr sz="1425" b="0">
                <a:solidFill>
                  <a:srgbClr val="46536A"/>
                </a:solidFill>
                <a:latin typeface="Noto Sans SC"/>
                <a:ea typeface="Noto Sans SC"/>
                <a:cs typeface="Noto Sans SC"/>
              </a:defRPr>
            </a:lvl6pPr>
            <a:lvl7pPr algn="l">
              <a:defRPr sz="1425" b="0">
                <a:solidFill>
                  <a:srgbClr val="46536A"/>
                </a:solidFill>
                <a:latin typeface="Noto Sans SC"/>
                <a:ea typeface="Noto Sans SC"/>
                <a:cs typeface="Noto Sans SC"/>
              </a:defRPr>
            </a:lvl7pPr>
            <a:lvl8pPr algn="l">
              <a:defRPr sz="1425" b="0">
                <a:solidFill>
                  <a:srgbClr val="46536A"/>
                </a:solidFill>
                <a:latin typeface="Noto Sans SC"/>
                <a:ea typeface="Noto Sans SC"/>
                <a:cs typeface="Noto Sans SC"/>
              </a:defRPr>
            </a:lvl8pPr>
            <a:lvl9pPr algn="l">
              <a:defRPr sz="1425" b="0">
                <a:solidFill>
                  <a:srgbClr val="46536A"/>
                </a:solidFill>
                <a:latin typeface="Noto Sans SC"/>
                <a:ea typeface="Noto Sans SC"/>
                <a:cs typeface="Noto Sans SC"/>
              </a:defRPr>
            </a:lvl9pPr>
          </a:lstStyle>
          <a:p xmlns:a="http://schemas.openxmlformats.org/drawingml/2006/main">
            <a:pPr algn="l">
              <a:defRPr sz="1425" b="0">
                <a:solidFill>
                  <a:srgbClr val="46536A"/>
                </a:solidFill>
                <a:latin typeface="Noto Sans SC"/>
                <a:ea typeface="Noto Sans SC"/>
                <a:cs typeface="Noto Sans SC"/>
              </a:defRPr>
            </a:pPr>
            <a:r>
              <a:rPr sz="1425" b="0">
                <a:solidFill>
                  <a:srgbClr val="46536A"/>
                </a:solidFill>
                <a:latin typeface="Noto Sans SC"/>
                <a:ea typeface="Noto Sans SC"/>
                <a:cs typeface="Noto Sans SC"/>
              </a:rPr>
              <a:t>启用、范围、数量与有效 ETA 响应条件</a:t>
            </a:r>
          </a:p>
          <a:p xmlns:a="http://schemas.openxmlformats.org/drawingml/2006/main">
            <a:pPr algn="l">
              <a:defRPr sz="1425" b="0">
                <a:solidFill>
                  <a:srgbClr val="46536A"/>
                </a:solidFill>
                <a:latin typeface="Noto Sans SC"/>
                <a:ea typeface="Noto Sans SC"/>
                <a:cs typeface="Noto Sans SC"/>
              </a:defRPr>
            </a:pPr>
            <a:r>
              <a:rPr sz="1425" b="0">
                <a:solidFill>
                  <a:srgbClr val="46536A"/>
                </a:solidFill>
                <a:latin typeface="Noto Sans SC"/>
                <a:ea typeface="Noto Sans SC"/>
                <a:cs typeface="Noto Sans SC"/>
              </a:rPr>
              <a:t>现有顺序处理，余量仅在本次请求内更新</a:t>
            </a:r>
          </a:p>
        </p:txBody>
      </p:sp>
      <p:sp>
        <p:nvSpPr>
          <p:cNvPr id="25" name="o24">
            <a:extLst xmlns:a="http://schemas.openxmlformats.org/drawingml/2006/main">
              <a:ext uri="{FF2B5EF4-FFF2-40B4-BE49-F238E27FC236}">
                <a16:creationId xmlns:a16="http://schemas.microsoft.com/office/drawing/2014/main" id="{C7110F90-E258-4660-803F-979DE647BF64}"/>
              </a:ext>
            </a:extLst>
          </p:cNvPr>
          <p:cNvSpPr>
            <a:spLocks xmlns:a="http://schemas.openxmlformats.org/drawingml/2006/main" noGrp="1"/>
          </p:cNvSpPr>
          <p:nvPr/>
        </p:nvSpPr>
        <p:spPr>
          <a:xfrm xmlns:a="http://schemas.openxmlformats.org/drawingml/2006/main">
            <a:off x="609600" y="4000500"/>
            <a:ext cx="5238750" cy="1714500"/>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26" name="line-14">
            <a:extLst xmlns:a="http://schemas.openxmlformats.org/drawingml/2006/main">
              <a:ext uri="{FF2B5EF4-FFF2-40B4-BE49-F238E27FC236}">
                <a16:creationId xmlns:a16="http://schemas.microsoft.com/office/drawing/2014/main" id="{BD5E63E3-B980-4CFB-97FD-F597DC16FB81}"/>
              </a:ext>
            </a:extLst>
          </p:cNvPr>
          <p:cNvSpPr>
            <a:spLocks xmlns:a="http://schemas.openxmlformats.org/drawingml/2006/main" noGrp="1"/>
          </p:cNvSpPr>
          <p:nvPr/>
        </p:nvSpPr>
        <p:spPr>
          <a:xfrm xmlns:a="http://schemas.openxmlformats.org/drawingml/2006/main" flipV="0">
            <a:off x="609600" y="4000500"/>
            <a:ext cx="5238750" cy="953"/>
          </a:xfrm>
          <a:prstGeom xmlns:a="http://schemas.openxmlformats.org/drawingml/2006/main" prst="line">
            <a:avLst/>
          </a:prstGeom>
          <a:noFill xmlns:a="http://schemas.openxmlformats.org/drawingml/2006/main"/>
          <a:ln xmlns:a="http://schemas.openxmlformats.org/drawingml/2006/main" w="28575">
            <a:solidFill>
              <a:srgbClr val="0F6E73"/>
            </a:solidFill>
            <a:prstDash val="solid"/>
          </a:ln>
        </p:spPr>
      </p:sp>
      <p:sp>
        <p:nvSpPr>
          <p:cNvPr id="27" name="o26">
            <a:extLst xmlns:a="http://schemas.openxmlformats.org/drawingml/2006/main">
              <a:ext uri="{FF2B5EF4-FFF2-40B4-BE49-F238E27FC236}">
                <a16:creationId xmlns:a16="http://schemas.microsoft.com/office/drawing/2014/main" id="{7156539F-A0FB-4869-B653-F447E0B39DF4}"/>
              </a:ext>
            </a:extLst>
          </p:cNvPr>
          <p:cNvSpPr>
            <a:spLocks xmlns:a="http://schemas.openxmlformats.org/drawingml/2006/main" noGrp="1"/>
          </p:cNvSpPr>
          <p:nvPr/>
        </p:nvSpPr>
        <p:spPr>
          <a:xfrm xmlns:a="http://schemas.openxmlformats.org/drawingml/2006/main">
            <a:off x="762000" y="4095750"/>
            <a:ext cx="4933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0F6E73"/>
                </a:solidFill>
                <a:latin typeface="Noto Sans SC"/>
                <a:ea typeface="Noto Sans SC"/>
                <a:cs typeface="Noto Sans SC"/>
              </a:defRPr>
            </a:defPPr>
            <a:lvl1pPr algn="l">
              <a:defRPr sz="1800" b="1">
                <a:solidFill>
                  <a:srgbClr val="0F6E73"/>
                </a:solidFill>
                <a:latin typeface="Noto Sans SC"/>
                <a:ea typeface="Noto Sans SC"/>
                <a:cs typeface="Noto Sans SC"/>
              </a:defRPr>
            </a:lvl1pPr>
            <a:lvl2pPr algn="l">
              <a:defRPr sz="1800" b="1">
                <a:solidFill>
                  <a:srgbClr val="0F6E73"/>
                </a:solidFill>
                <a:latin typeface="Noto Sans SC"/>
                <a:ea typeface="Noto Sans SC"/>
                <a:cs typeface="Noto Sans SC"/>
              </a:defRPr>
            </a:lvl2pPr>
            <a:lvl3pPr algn="l">
              <a:defRPr sz="1800" b="1">
                <a:solidFill>
                  <a:srgbClr val="0F6E73"/>
                </a:solidFill>
                <a:latin typeface="Noto Sans SC"/>
                <a:ea typeface="Noto Sans SC"/>
                <a:cs typeface="Noto Sans SC"/>
              </a:defRPr>
            </a:lvl3pPr>
            <a:lvl4pPr algn="l">
              <a:defRPr sz="1800" b="1">
                <a:solidFill>
                  <a:srgbClr val="0F6E73"/>
                </a:solidFill>
                <a:latin typeface="Noto Sans SC"/>
                <a:ea typeface="Noto Sans SC"/>
                <a:cs typeface="Noto Sans SC"/>
              </a:defRPr>
            </a:lvl4pPr>
            <a:lvl5pPr algn="l">
              <a:defRPr sz="1800" b="1">
                <a:solidFill>
                  <a:srgbClr val="0F6E73"/>
                </a:solidFill>
                <a:latin typeface="Noto Sans SC"/>
                <a:ea typeface="Noto Sans SC"/>
                <a:cs typeface="Noto Sans SC"/>
              </a:defRPr>
            </a:lvl5pPr>
            <a:lvl6pPr algn="l">
              <a:defRPr sz="1800" b="1">
                <a:solidFill>
                  <a:srgbClr val="0F6E73"/>
                </a:solidFill>
                <a:latin typeface="Noto Sans SC"/>
                <a:ea typeface="Noto Sans SC"/>
                <a:cs typeface="Noto Sans SC"/>
              </a:defRPr>
            </a:lvl6pPr>
            <a:lvl7pPr algn="l">
              <a:defRPr sz="1800" b="1">
                <a:solidFill>
                  <a:srgbClr val="0F6E73"/>
                </a:solidFill>
                <a:latin typeface="Noto Sans SC"/>
                <a:ea typeface="Noto Sans SC"/>
                <a:cs typeface="Noto Sans SC"/>
              </a:defRPr>
            </a:lvl7pPr>
            <a:lvl8pPr algn="l">
              <a:defRPr sz="1800" b="1">
                <a:solidFill>
                  <a:srgbClr val="0F6E73"/>
                </a:solidFill>
                <a:latin typeface="Noto Sans SC"/>
                <a:ea typeface="Noto Sans SC"/>
                <a:cs typeface="Noto Sans SC"/>
              </a:defRPr>
            </a:lvl8pPr>
            <a:lvl9pPr algn="l">
              <a:defRPr sz="1800" b="1">
                <a:solidFill>
                  <a:srgbClr val="0F6E73"/>
                </a:solidFill>
                <a:latin typeface="Noto Sans SC"/>
                <a:ea typeface="Noto Sans SC"/>
                <a:cs typeface="Noto Sans SC"/>
              </a:defRPr>
            </a:lvl9pPr>
          </a:lstStyle>
          <a:p xmlns:a="http://schemas.openxmlformats.org/drawingml/2006/main">
            <a:pPr algn="l">
              <a:defRPr sz="1800" b="1">
                <a:solidFill>
                  <a:srgbClr val="0F6E73"/>
                </a:solidFill>
                <a:latin typeface="Noto Sans SC"/>
                <a:ea typeface="Noto Sans SC"/>
                <a:cs typeface="Noto Sans SC"/>
              </a:defRPr>
            </a:pPr>
            <a:r>
              <a:rPr sz="1800" b="1">
                <a:solidFill>
                  <a:srgbClr val="0F6E73"/>
                </a:solidFill>
                <a:latin typeface="Noto Sans SC"/>
                <a:ea typeface="Noto Sans SC"/>
                <a:cs typeface="Noto Sans SC"/>
              </a:rPr>
              <a:t>完整输入夹具的实际输出</a:t>
            </a:r>
          </a:p>
        </p:txBody>
      </p:sp>
      <p:sp>
        <p:nvSpPr>
          <p:cNvPr id="28" name="o27">
            <a:extLst xmlns:a="http://schemas.openxmlformats.org/drawingml/2006/main">
              <a:ext uri="{FF2B5EF4-FFF2-40B4-BE49-F238E27FC236}">
                <a16:creationId xmlns:a16="http://schemas.microsoft.com/office/drawing/2014/main" id="{ABB7575C-40FC-434B-8AC5-98EB7407996F}"/>
              </a:ext>
            </a:extLst>
          </p:cNvPr>
          <p:cNvSpPr>
            <a:spLocks xmlns:a="http://schemas.openxmlformats.org/drawingml/2006/main" noGrp="1"/>
          </p:cNvSpPr>
          <p:nvPr/>
        </p:nvSpPr>
        <p:spPr>
          <a:xfrm xmlns:a="http://schemas.openxmlformats.org/drawingml/2006/main">
            <a:off x="762000" y="4552950"/>
            <a:ext cx="49339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46536A"/>
                </a:solidFill>
                <a:latin typeface="Noto Sans SC"/>
                <a:ea typeface="Noto Sans SC"/>
                <a:cs typeface="Noto Sans SC"/>
              </a:defRPr>
            </a:defPPr>
            <a:lvl1pPr algn="l">
              <a:defRPr sz="1575" b="0">
                <a:solidFill>
                  <a:srgbClr val="46536A"/>
                </a:solidFill>
                <a:latin typeface="Noto Sans SC"/>
                <a:ea typeface="Noto Sans SC"/>
                <a:cs typeface="Noto Sans SC"/>
              </a:defRPr>
            </a:lvl1pPr>
            <a:lvl2pPr algn="l">
              <a:defRPr sz="1575" b="0">
                <a:solidFill>
                  <a:srgbClr val="46536A"/>
                </a:solidFill>
                <a:latin typeface="Noto Sans SC"/>
                <a:ea typeface="Noto Sans SC"/>
                <a:cs typeface="Noto Sans SC"/>
              </a:defRPr>
            </a:lvl2pPr>
            <a:lvl3pPr algn="l">
              <a:defRPr sz="1575" b="0">
                <a:solidFill>
                  <a:srgbClr val="46536A"/>
                </a:solidFill>
                <a:latin typeface="Noto Sans SC"/>
                <a:ea typeface="Noto Sans SC"/>
                <a:cs typeface="Noto Sans SC"/>
              </a:defRPr>
            </a:lvl3pPr>
            <a:lvl4pPr algn="l">
              <a:defRPr sz="1575" b="0">
                <a:solidFill>
                  <a:srgbClr val="46536A"/>
                </a:solidFill>
                <a:latin typeface="Noto Sans SC"/>
                <a:ea typeface="Noto Sans SC"/>
                <a:cs typeface="Noto Sans SC"/>
              </a:defRPr>
            </a:lvl4pPr>
            <a:lvl5pPr algn="l">
              <a:defRPr sz="1575" b="0">
                <a:solidFill>
                  <a:srgbClr val="46536A"/>
                </a:solidFill>
                <a:latin typeface="Noto Sans SC"/>
                <a:ea typeface="Noto Sans SC"/>
                <a:cs typeface="Noto Sans SC"/>
              </a:defRPr>
            </a:lvl5pPr>
            <a:lvl6pPr algn="l">
              <a:defRPr sz="1575" b="0">
                <a:solidFill>
                  <a:srgbClr val="46536A"/>
                </a:solidFill>
                <a:latin typeface="Noto Sans SC"/>
                <a:ea typeface="Noto Sans SC"/>
                <a:cs typeface="Noto Sans SC"/>
              </a:defRPr>
            </a:lvl6pPr>
            <a:lvl7pPr algn="l">
              <a:defRPr sz="1575" b="0">
                <a:solidFill>
                  <a:srgbClr val="46536A"/>
                </a:solidFill>
                <a:latin typeface="Noto Sans SC"/>
                <a:ea typeface="Noto Sans SC"/>
                <a:cs typeface="Noto Sans SC"/>
              </a:defRPr>
            </a:lvl7pPr>
            <a:lvl8pPr algn="l">
              <a:defRPr sz="1575" b="0">
                <a:solidFill>
                  <a:srgbClr val="46536A"/>
                </a:solidFill>
                <a:latin typeface="Noto Sans SC"/>
                <a:ea typeface="Noto Sans SC"/>
                <a:cs typeface="Noto Sans SC"/>
              </a:defRPr>
            </a:lvl8pPr>
            <a:lvl9pPr algn="l">
              <a:defRPr sz="1575" b="0">
                <a:solidFill>
                  <a:srgbClr val="46536A"/>
                </a:solidFill>
                <a:latin typeface="Noto Sans SC"/>
                <a:ea typeface="Noto Sans SC"/>
                <a:cs typeface="Noto Sans SC"/>
              </a:defRPr>
            </a:lvl9pPr>
          </a:lstStyle>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available</a:t>
            </a:r>
          </a:p>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allocatedCount = 1</a:t>
            </a:r>
          </a:p>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remainingCount = 2</a:t>
            </a:r>
          </a:p>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响应时间字段 = 0 秒</a:t>
            </a:r>
          </a:p>
        </p:txBody>
      </p:sp>
      <p:sp>
        <p:nvSpPr>
          <p:cNvPr id="29" name="o28">
            <a:extLst xmlns:a="http://schemas.openxmlformats.org/drawingml/2006/main">
              <a:ext uri="{FF2B5EF4-FFF2-40B4-BE49-F238E27FC236}">
                <a16:creationId xmlns:a16="http://schemas.microsoft.com/office/drawing/2014/main" id="{EAF2A993-7DE2-4A43-BF9B-D6C261C6460C}"/>
              </a:ext>
            </a:extLst>
          </p:cNvPr>
          <p:cNvSpPr>
            <a:spLocks xmlns:a="http://schemas.openxmlformats.org/drawingml/2006/main" noGrp="1"/>
          </p:cNvSpPr>
          <p:nvPr/>
        </p:nvSpPr>
        <p:spPr>
          <a:xfrm xmlns:a="http://schemas.openxmlformats.org/drawingml/2006/main">
            <a:off x="6286500" y="4000500"/>
            <a:ext cx="5295900" cy="1714500"/>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30" name="line-17">
            <a:extLst xmlns:a="http://schemas.openxmlformats.org/drawingml/2006/main">
              <a:ext uri="{FF2B5EF4-FFF2-40B4-BE49-F238E27FC236}">
                <a16:creationId xmlns:a16="http://schemas.microsoft.com/office/drawing/2014/main" id="{2B9A197A-F3D6-40DB-84A4-1D27692B255A}"/>
              </a:ext>
            </a:extLst>
          </p:cNvPr>
          <p:cNvSpPr>
            <a:spLocks xmlns:a="http://schemas.openxmlformats.org/drawingml/2006/main" noGrp="1"/>
          </p:cNvSpPr>
          <p:nvPr/>
        </p:nvSpPr>
        <p:spPr>
          <a:xfrm xmlns:a="http://schemas.openxmlformats.org/drawingml/2006/main" flipV="0">
            <a:off x="6286500" y="4000500"/>
            <a:ext cx="5295900" cy="953"/>
          </a:xfrm>
          <a:prstGeom xmlns:a="http://schemas.openxmlformats.org/drawingml/2006/main" prst="line">
            <a:avLst/>
          </a:prstGeom>
          <a:noFill xmlns:a="http://schemas.openxmlformats.org/drawingml/2006/main"/>
          <a:ln xmlns:a="http://schemas.openxmlformats.org/drawingml/2006/main" w="28575">
            <a:solidFill>
              <a:srgbClr val="B85A1E"/>
            </a:solidFill>
            <a:prstDash val="solid"/>
          </a:ln>
        </p:spPr>
      </p:sp>
      <p:sp>
        <p:nvSpPr>
          <p:cNvPr id="31" name="o30">
            <a:extLst xmlns:a="http://schemas.openxmlformats.org/drawingml/2006/main">
              <a:ext uri="{FF2B5EF4-FFF2-40B4-BE49-F238E27FC236}">
                <a16:creationId xmlns:a16="http://schemas.microsoft.com/office/drawing/2014/main" id="{5F40BF78-EAC6-4DB0-B32E-5D4C8AB6C0DD}"/>
              </a:ext>
            </a:extLst>
          </p:cNvPr>
          <p:cNvSpPr>
            <a:spLocks xmlns:a="http://schemas.openxmlformats.org/drawingml/2006/main" noGrp="1"/>
          </p:cNvSpPr>
          <p:nvPr/>
        </p:nvSpPr>
        <p:spPr>
          <a:xfrm xmlns:a="http://schemas.openxmlformats.org/drawingml/2006/main">
            <a:off x="6438900" y="4095750"/>
            <a:ext cx="4991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B85A1E"/>
                </a:solidFill>
                <a:latin typeface="Noto Sans SC"/>
                <a:ea typeface="Noto Sans SC"/>
                <a:cs typeface="Noto Sans SC"/>
              </a:defRPr>
            </a:defPPr>
            <a:lvl1pPr algn="l">
              <a:defRPr sz="1800" b="1">
                <a:solidFill>
                  <a:srgbClr val="B85A1E"/>
                </a:solidFill>
                <a:latin typeface="Noto Sans SC"/>
                <a:ea typeface="Noto Sans SC"/>
                <a:cs typeface="Noto Sans SC"/>
              </a:defRPr>
            </a:lvl1pPr>
            <a:lvl2pPr algn="l">
              <a:defRPr sz="1800" b="1">
                <a:solidFill>
                  <a:srgbClr val="B85A1E"/>
                </a:solidFill>
                <a:latin typeface="Noto Sans SC"/>
                <a:ea typeface="Noto Sans SC"/>
                <a:cs typeface="Noto Sans SC"/>
              </a:defRPr>
            </a:lvl2pPr>
            <a:lvl3pPr algn="l">
              <a:defRPr sz="1800" b="1">
                <a:solidFill>
                  <a:srgbClr val="B85A1E"/>
                </a:solidFill>
                <a:latin typeface="Noto Sans SC"/>
                <a:ea typeface="Noto Sans SC"/>
                <a:cs typeface="Noto Sans SC"/>
              </a:defRPr>
            </a:lvl3pPr>
            <a:lvl4pPr algn="l">
              <a:defRPr sz="1800" b="1">
                <a:solidFill>
                  <a:srgbClr val="B85A1E"/>
                </a:solidFill>
                <a:latin typeface="Noto Sans SC"/>
                <a:ea typeface="Noto Sans SC"/>
                <a:cs typeface="Noto Sans SC"/>
              </a:defRPr>
            </a:lvl4pPr>
            <a:lvl5pPr algn="l">
              <a:defRPr sz="1800" b="1">
                <a:solidFill>
                  <a:srgbClr val="B85A1E"/>
                </a:solidFill>
                <a:latin typeface="Noto Sans SC"/>
                <a:ea typeface="Noto Sans SC"/>
                <a:cs typeface="Noto Sans SC"/>
              </a:defRPr>
            </a:lvl5pPr>
            <a:lvl6pPr algn="l">
              <a:defRPr sz="1800" b="1">
                <a:solidFill>
                  <a:srgbClr val="B85A1E"/>
                </a:solidFill>
                <a:latin typeface="Noto Sans SC"/>
                <a:ea typeface="Noto Sans SC"/>
                <a:cs typeface="Noto Sans SC"/>
              </a:defRPr>
            </a:lvl6pPr>
            <a:lvl7pPr algn="l">
              <a:defRPr sz="1800" b="1">
                <a:solidFill>
                  <a:srgbClr val="B85A1E"/>
                </a:solidFill>
                <a:latin typeface="Noto Sans SC"/>
                <a:ea typeface="Noto Sans SC"/>
                <a:cs typeface="Noto Sans SC"/>
              </a:defRPr>
            </a:lvl7pPr>
            <a:lvl8pPr algn="l">
              <a:defRPr sz="1800" b="1">
                <a:solidFill>
                  <a:srgbClr val="B85A1E"/>
                </a:solidFill>
                <a:latin typeface="Noto Sans SC"/>
                <a:ea typeface="Noto Sans SC"/>
                <a:cs typeface="Noto Sans SC"/>
              </a:defRPr>
            </a:lvl8pPr>
            <a:lvl9pPr algn="l">
              <a:defRPr sz="1800" b="1">
                <a:solidFill>
                  <a:srgbClr val="B85A1E"/>
                </a:solidFill>
                <a:latin typeface="Noto Sans SC"/>
                <a:ea typeface="Noto Sans SC"/>
                <a:cs typeface="Noto Sans SC"/>
              </a:defRPr>
            </a:lvl9pPr>
          </a:lstStyle>
          <a:p xmlns:a="http://schemas.openxmlformats.org/drawingml/2006/main">
            <a:pPr algn="l">
              <a:defRPr sz="1800" b="1">
                <a:solidFill>
                  <a:srgbClr val="B85A1E"/>
                </a:solidFill>
                <a:latin typeface="Noto Sans SC"/>
                <a:ea typeface="Noto Sans SC"/>
                <a:cs typeface="Noto Sans SC"/>
              </a:defRPr>
            </a:pPr>
            <a:r>
              <a:rPr sz="1800" b="1">
                <a:solidFill>
                  <a:srgbClr val="B85A1E"/>
                </a:solidFill>
                <a:latin typeface="Noto Sans SC"/>
                <a:ea typeface="Noto Sans SC"/>
                <a:cs typeface="Noto Sans SC"/>
              </a:rPr>
              <a:t>同条件缺少能力输入</a:t>
            </a:r>
          </a:p>
        </p:txBody>
      </p:sp>
      <p:sp>
        <p:nvSpPr>
          <p:cNvPr id="32" name="o31">
            <a:extLst xmlns:a="http://schemas.openxmlformats.org/drawingml/2006/main">
              <a:ext uri="{FF2B5EF4-FFF2-40B4-BE49-F238E27FC236}">
                <a16:creationId xmlns:a16="http://schemas.microsoft.com/office/drawing/2014/main" id="{48689E1C-3FFF-4A25-BD77-6F6BE3203E02}"/>
              </a:ext>
            </a:extLst>
          </p:cNvPr>
          <p:cNvSpPr>
            <a:spLocks xmlns:a="http://schemas.openxmlformats.org/drawingml/2006/main" noGrp="1"/>
          </p:cNvSpPr>
          <p:nvPr/>
        </p:nvSpPr>
        <p:spPr>
          <a:xfrm xmlns:a="http://schemas.openxmlformats.org/drawingml/2006/main">
            <a:off x="6438900" y="4552950"/>
            <a:ext cx="49911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46536A"/>
                </a:solidFill>
                <a:latin typeface="Noto Sans SC"/>
                <a:ea typeface="Noto Sans SC"/>
                <a:cs typeface="Noto Sans SC"/>
              </a:defRPr>
            </a:defPPr>
            <a:lvl1pPr algn="l">
              <a:defRPr sz="1575" b="0">
                <a:solidFill>
                  <a:srgbClr val="46536A"/>
                </a:solidFill>
                <a:latin typeface="Noto Sans SC"/>
                <a:ea typeface="Noto Sans SC"/>
                <a:cs typeface="Noto Sans SC"/>
              </a:defRPr>
            </a:lvl1pPr>
            <a:lvl2pPr algn="l">
              <a:defRPr sz="1575" b="0">
                <a:solidFill>
                  <a:srgbClr val="46536A"/>
                </a:solidFill>
                <a:latin typeface="Noto Sans SC"/>
                <a:ea typeface="Noto Sans SC"/>
                <a:cs typeface="Noto Sans SC"/>
              </a:defRPr>
            </a:lvl2pPr>
            <a:lvl3pPr algn="l">
              <a:defRPr sz="1575" b="0">
                <a:solidFill>
                  <a:srgbClr val="46536A"/>
                </a:solidFill>
                <a:latin typeface="Noto Sans SC"/>
                <a:ea typeface="Noto Sans SC"/>
                <a:cs typeface="Noto Sans SC"/>
              </a:defRPr>
            </a:lvl3pPr>
            <a:lvl4pPr algn="l">
              <a:defRPr sz="1575" b="0">
                <a:solidFill>
                  <a:srgbClr val="46536A"/>
                </a:solidFill>
                <a:latin typeface="Noto Sans SC"/>
                <a:ea typeface="Noto Sans SC"/>
                <a:cs typeface="Noto Sans SC"/>
              </a:defRPr>
            </a:lvl4pPr>
            <a:lvl5pPr algn="l">
              <a:defRPr sz="1575" b="0">
                <a:solidFill>
                  <a:srgbClr val="46536A"/>
                </a:solidFill>
                <a:latin typeface="Noto Sans SC"/>
                <a:ea typeface="Noto Sans SC"/>
                <a:cs typeface="Noto Sans SC"/>
              </a:defRPr>
            </a:lvl5pPr>
            <a:lvl6pPr algn="l">
              <a:defRPr sz="1575" b="0">
                <a:solidFill>
                  <a:srgbClr val="46536A"/>
                </a:solidFill>
                <a:latin typeface="Noto Sans SC"/>
                <a:ea typeface="Noto Sans SC"/>
                <a:cs typeface="Noto Sans SC"/>
              </a:defRPr>
            </a:lvl6pPr>
            <a:lvl7pPr algn="l">
              <a:defRPr sz="1575" b="0">
                <a:solidFill>
                  <a:srgbClr val="46536A"/>
                </a:solidFill>
                <a:latin typeface="Noto Sans SC"/>
                <a:ea typeface="Noto Sans SC"/>
                <a:cs typeface="Noto Sans SC"/>
              </a:defRPr>
            </a:lvl7pPr>
            <a:lvl8pPr algn="l">
              <a:defRPr sz="1575" b="0">
                <a:solidFill>
                  <a:srgbClr val="46536A"/>
                </a:solidFill>
                <a:latin typeface="Noto Sans SC"/>
                <a:ea typeface="Noto Sans SC"/>
                <a:cs typeface="Noto Sans SC"/>
              </a:defRPr>
            </a:lvl8pPr>
            <a:lvl9pPr algn="l">
              <a:defRPr sz="1575" b="0">
                <a:solidFill>
                  <a:srgbClr val="46536A"/>
                </a:solidFill>
                <a:latin typeface="Noto Sans SC"/>
                <a:ea typeface="Noto Sans SC"/>
                <a:cs typeface="Noto Sans SC"/>
              </a:defRPr>
            </a:lvl9pPr>
          </a:lstStyle>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unavailable</a:t>
            </a:r>
          </a:p>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successRate = null</a:t>
            </a:r>
          </a:p>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探测可用性 = null</a:t>
            </a:r>
          </a:p>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缺失字段列表明确返回</a:t>
            </a:r>
          </a:p>
        </p:txBody>
      </p:sp>
    </p:spTree>
    <p:extLst>
      <p:ext uri="{BB962C8B-B14F-4D97-AF65-F5344CB8AC3E}">
        <p14:creationId xmlns:p14="http://schemas.microsoft.com/office/powerpoint/2010/main" val="2009266161"/>
      </p:ext>
    </p:extLst>
  </p:cSld>
</p:sld>
</file>

<file path=ppt/slides/slide26.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30" name="o0">
            <a:extLst xmlns:a="http://schemas.openxmlformats.org/drawingml/2006/main">
              <a:ext uri="{FF2B5EF4-FFF2-40B4-BE49-F238E27FC236}">
                <a16:creationId xmlns:a16="http://schemas.microsoft.com/office/drawing/2014/main" id="{71119808-7D88-40A8-B8B3-DA53413CEB71}"/>
              </a:ext>
            </a:extLst>
          </p:cNvPr>
          <p:cNvSpPr>
            <a:spLocks xmlns:a="http://schemas.openxmlformats.org/drawingml/2006/main" noGrp="1"/>
          </p:cNvSpPr>
          <p:nvPr/>
        </p:nvSpPr>
        <p:spPr>
          <a:xfrm xmlns:a="http://schemas.openxmlformats.org/drawingml/2006/main">
            <a:off x="609600" y="219075"/>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B85A1E"/>
                </a:solidFill>
                <a:latin typeface="Noto Sans SC"/>
                <a:ea typeface="Noto Sans SC"/>
                <a:cs typeface="Noto Sans SC"/>
              </a:defRPr>
            </a:defPPr>
            <a:lvl1pPr algn="l">
              <a:defRPr sz="1275" b="1">
                <a:solidFill>
                  <a:srgbClr val="B85A1E"/>
                </a:solidFill>
                <a:latin typeface="Noto Sans SC"/>
                <a:ea typeface="Noto Sans SC"/>
                <a:cs typeface="Noto Sans SC"/>
              </a:defRPr>
            </a:lvl1pPr>
            <a:lvl2pPr algn="l">
              <a:defRPr sz="1275" b="1">
                <a:solidFill>
                  <a:srgbClr val="B85A1E"/>
                </a:solidFill>
                <a:latin typeface="Noto Sans SC"/>
                <a:ea typeface="Noto Sans SC"/>
                <a:cs typeface="Noto Sans SC"/>
              </a:defRPr>
            </a:lvl2pPr>
            <a:lvl3pPr algn="l">
              <a:defRPr sz="1275" b="1">
                <a:solidFill>
                  <a:srgbClr val="B85A1E"/>
                </a:solidFill>
                <a:latin typeface="Noto Sans SC"/>
                <a:ea typeface="Noto Sans SC"/>
                <a:cs typeface="Noto Sans SC"/>
              </a:defRPr>
            </a:lvl3pPr>
            <a:lvl4pPr algn="l">
              <a:defRPr sz="1275" b="1">
                <a:solidFill>
                  <a:srgbClr val="B85A1E"/>
                </a:solidFill>
                <a:latin typeface="Noto Sans SC"/>
                <a:ea typeface="Noto Sans SC"/>
                <a:cs typeface="Noto Sans SC"/>
              </a:defRPr>
            </a:lvl4pPr>
            <a:lvl5pPr algn="l">
              <a:defRPr sz="1275" b="1">
                <a:solidFill>
                  <a:srgbClr val="B85A1E"/>
                </a:solidFill>
                <a:latin typeface="Noto Sans SC"/>
                <a:ea typeface="Noto Sans SC"/>
                <a:cs typeface="Noto Sans SC"/>
              </a:defRPr>
            </a:lvl5pPr>
            <a:lvl6pPr algn="l">
              <a:defRPr sz="1275" b="1">
                <a:solidFill>
                  <a:srgbClr val="B85A1E"/>
                </a:solidFill>
                <a:latin typeface="Noto Sans SC"/>
                <a:ea typeface="Noto Sans SC"/>
                <a:cs typeface="Noto Sans SC"/>
              </a:defRPr>
            </a:lvl6pPr>
            <a:lvl7pPr algn="l">
              <a:defRPr sz="1275" b="1">
                <a:solidFill>
                  <a:srgbClr val="B85A1E"/>
                </a:solidFill>
                <a:latin typeface="Noto Sans SC"/>
                <a:ea typeface="Noto Sans SC"/>
                <a:cs typeface="Noto Sans SC"/>
              </a:defRPr>
            </a:lvl7pPr>
            <a:lvl8pPr algn="l">
              <a:defRPr sz="1275" b="1">
                <a:solidFill>
                  <a:srgbClr val="B85A1E"/>
                </a:solidFill>
                <a:latin typeface="Noto Sans SC"/>
                <a:ea typeface="Noto Sans SC"/>
                <a:cs typeface="Noto Sans SC"/>
              </a:defRPr>
            </a:lvl8pPr>
            <a:lvl9pPr algn="l">
              <a:defRPr sz="1275" b="1">
                <a:solidFill>
                  <a:srgbClr val="B85A1E"/>
                </a:solidFill>
                <a:latin typeface="Noto Sans SC"/>
                <a:ea typeface="Noto Sans SC"/>
                <a:cs typeface="Noto Sans SC"/>
              </a:defRPr>
            </a:lvl9pPr>
          </a:lstStyle>
          <a:p xmlns:a="http://schemas.openxmlformats.org/drawingml/2006/main">
            <a:pPr algn="l">
              <a:defRPr sz="1275" b="1">
                <a:solidFill>
                  <a:srgbClr val="B85A1E"/>
                </a:solidFill>
                <a:latin typeface="Noto Sans SC"/>
                <a:ea typeface="Noto Sans SC"/>
                <a:cs typeface="Noto Sans SC"/>
              </a:defRPr>
            </a:pPr>
            <a:r>
              <a:rPr sz="1275" b="1">
                <a:solidFill>
                  <a:srgbClr val="B85A1E"/>
                </a:solidFill>
                <a:latin typeface="Noto Sans SC"/>
                <a:ea typeface="Noto Sans SC"/>
                <a:cs typeface="Noto Sans SC"/>
              </a:rPr>
              <a:t>输出 · 中间结果到公共响应</a:t>
            </a:r>
          </a:p>
        </p:txBody>
      </p:sp>
      <p:sp>
        <p:nvSpPr>
          <p:cNvPr id="2" name="o1">
            <a:extLst xmlns:a="http://schemas.openxmlformats.org/drawingml/2006/main">
              <a:ext uri="{FF2B5EF4-FFF2-40B4-BE49-F238E27FC236}">
                <a16:creationId xmlns:a16="http://schemas.microsoft.com/office/drawing/2014/main" id="{62907736-5FC4-4241-9FEA-0C67317A3C6A}"/>
              </a:ext>
            </a:extLst>
          </p:cNvPr>
          <p:cNvSpPr>
            <a:spLocks xmlns:a="http://schemas.openxmlformats.org/drawingml/2006/main" noGrp="1"/>
          </p:cNvSpPr>
          <p:nvPr/>
        </p:nvSpPr>
        <p:spPr>
          <a:xfrm xmlns:a="http://schemas.openxmlformats.org/drawingml/2006/main">
            <a:off x="609600" y="6000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700" b="1">
                <a:solidFill>
                  <a:srgbClr val="16243A"/>
                </a:solidFill>
                <a:latin typeface="Noto Serif SC"/>
                <a:ea typeface="Noto Serif SC"/>
                <a:cs typeface="Noto Serif SC"/>
              </a:defRPr>
            </a:defPPr>
            <a:lvl1pPr algn="l">
              <a:defRPr sz="2700" b="1">
                <a:solidFill>
                  <a:srgbClr val="16243A"/>
                </a:solidFill>
                <a:latin typeface="Noto Serif SC"/>
                <a:ea typeface="Noto Serif SC"/>
                <a:cs typeface="Noto Serif SC"/>
              </a:defRPr>
            </a:lvl1pPr>
            <a:lvl2pPr algn="l">
              <a:defRPr sz="2700" b="1">
                <a:solidFill>
                  <a:srgbClr val="16243A"/>
                </a:solidFill>
                <a:latin typeface="Noto Serif SC"/>
                <a:ea typeface="Noto Serif SC"/>
                <a:cs typeface="Noto Serif SC"/>
              </a:defRPr>
            </a:lvl2pPr>
            <a:lvl3pPr algn="l">
              <a:defRPr sz="2700" b="1">
                <a:solidFill>
                  <a:srgbClr val="16243A"/>
                </a:solidFill>
                <a:latin typeface="Noto Serif SC"/>
                <a:ea typeface="Noto Serif SC"/>
                <a:cs typeface="Noto Serif SC"/>
              </a:defRPr>
            </a:lvl3pPr>
            <a:lvl4pPr algn="l">
              <a:defRPr sz="2700" b="1">
                <a:solidFill>
                  <a:srgbClr val="16243A"/>
                </a:solidFill>
                <a:latin typeface="Noto Serif SC"/>
                <a:ea typeface="Noto Serif SC"/>
                <a:cs typeface="Noto Serif SC"/>
              </a:defRPr>
            </a:lvl4pPr>
            <a:lvl5pPr algn="l">
              <a:defRPr sz="2700" b="1">
                <a:solidFill>
                  <a:srgbClr val="16243A"/>
                </a:solidFill>
                <a:latin typeface="Noto Serif SC"/>
                <a:ea typeface="Noto Serif SC"/>
                <a:cs typeface="Noto Serif SC"/>
              </a:defRPr>
            </a:lvl5pPr>
            <a:lvl6pPr algn="l">
              <a:defRPr sz="2700" b="1">
                <a:solidFill>
                  <a:srgbClr val="16243A"/>
                </a:solidFill>
                <a:latin typeface="Noto Serif SC"/>
                <a:ea typeface="Noto Serif SC"/>
                <a:cs typeface="Noto Serif SC"/>
              </a:defRPr>
            </a:lvl6pPr>
            <a:lvl7pPr algn="l">
              <a:defRPr sz="2700" b="1">
                <a:solidFill>
                  <a:srgbClr val="16243A"/>
                </a:solidFill>
                <a:latin typeface="Noto Serif SC"/>
                <a:ea typeface="Noto Serif SC"/>
                <a:cs typeface="Noto Serif SC"/>
              </a:defRPr>
            </a:lvl7pPr>
            <a:lvl8pPr algn="l">
              <a:defRPr sz="2700" b="1">
                <a:solidFill>
                  <a:srgbClr val="16243A"/>
                </a:solidFill>
                <a:latin typeface="Noto Serif SC"/>
                <a:ea typeface="Noto Serif SC"/>
                <a:cs typeface="Noto Serif SC"/>
              </a:defRPr>
            </a:lvl8pPr>
            <a:lvl9pPr algn="l">
              <a:defRPr sz="2700" b="1">
                <a:solidFill>
                  <a:srgbClr val="16243A"/>
                </a:solidFill>
                <a:latin typeface="Noto Serif SC"/>
                <a:ea typeface="Noto Serif SC"/>
                <a:cs typeface="Noto Serif SC"/>
              </a:defRPr>
            </a:lvl9pPr>
          </a:lstStyle>
          <a:p xmlns:a="http://schemas.openxmlformats.org/drawingml/2006/main">
            <a:pPr algn="l">
              <a:defRPr sz="2700" b="1">
                <a:solidFill>
                  <a:srgbClr val="16243A"/>
                </a:solidFill>
                <a:latin typeface="Noto Serif SC"/>
                <a:ea typeface="Noto Serif SC"/>
                <a:cs typeface="Noto Serif SC"/>
              </a:defRPr>
            </a:pPr>
            <a:r>
              <a:rPr sz="2700" b="1">
                <a:solidFill>
                  <a:srgbClr val="16243A"/>
                </a:solidFill>
                <a:latin typeface="Noto Serif SC"/>
                <a:ea typeface="Noto Serif SC"/>
                <a:cs typeface="Noto Serif SC"/>
              </a:rPr>
              <a:t>最终响应保留判断、证据与不可用原因</a:t>
            </a:r>
          </a:p>
        </p:txBody>
      </p:sp>
      <p:sp>
        <p:nvSpPr>
          <p:cNvPr id="3" name="line-2">
            <a:extLst xmlns:a="http://schemas.openxmlformats.org/drawingml/2006/main">
              <a:ext uri="{FF2B5EF4-FFF2-40B4-BE49-F238E27FC236}">
                <a16:creationId xmlns:a16="http://schemas.microsoft.com/office/drawing/2014/main" id="{90ADA9F0-55FA-4D40-8791-B2827B8093D4}"/>
              </a:ext>
            </a:extLst>
          </p:cNvPr>
          <p:cNvSpPr>
            <a:spLocks xmlns:a="http://schemas.openxmlformats.org/drawingml/2006/main" noGrp="1"/>
          </p:cNvSpPr>
          <p:nvPr/>
        </p:nvSpPr>
        <p:spPr>
          <a:xfrm xmlns:a="http://schemas.openxmlformats.org/drawingml/2006/main" flipV="0">
            <a:off x="609600" y="1200150"/>
            <a:ext cx="10972800" cy="953"/>
          </a:xfrm>
          <a:prstGeom xmlns:a="http://schemas.openxmlformats.org/drawingml/2006/main" prst="line">
            <a:avLst/>
          </a:prstGeom>
          <a:noFill xmlns:a="http://schemas.openxmlformats.org/drawingml/2006/main"/>
          <a:ln xmlns:a="http://schemas.openxmlformats.org/drawingml/2006/main" w="14288">
            <a:solidFill>
              <a:srgbClr val="D5DAE0"/>
            </a:solidFill>
            <a:prstDash val="solid"/>
          </a:ln>
        </p:spPr>
      </p:sp>
      <p:sp>
        <p:nvSpPr>
          <p:cNvPr id="4" name="o3">
            <a:extLst xmlns:a="http://schemas.openxmlformats.org/drawingml/2006/main">
              <a:ext uri="{FF2B5EF4-FFF2-40B4-BE49-F238E27FC236}">
                <a16:creationId xmlns:a16="http://schemas.microsoft.com/office/drawing/2014/main" id="{A8D15AF4-36D9-4190-945B-CB50282D13CB}"/>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00" b="0">
                <a:solidFill>
                  <a:srgbClr val="6B7689"/>
                </a:solidFill>
                <a:latin typeface="Noto Sans SC"/>
                <a:ea typeface="Noto Sans SC"/>
                <a:cs typeface="Noto Sans SC"/>
              </a:defRPr>
            </a:defPPr>
            <a:lvl1pPr algn="l">
              <a:defRPr sz="900" b="0">
                <a:solidFill>
                  <a:srgbClr val="6B7689"/>
                </a:solidFill>
                <a:latin typeface="Noto Sans SC"/>
                <a:ea typeface="Noto Sans SC"/>
                <a:cs typeface="Noto Sans SC"/>
              </a:defRPr>
            </a:lvl1pPr>
            <a:lvl2pPr algn="l">
              <a:defRPr sz="900" b="0">
                <a:solidFill>
                  <a:srgbClr val="6B7689"/>
                </a:solidFill>
                <a:latin typeface="Noto Sans SC"/>
                <a:ea typeface="Noto Sans SC"/>
                <a:cs typeface="Noto Sans SC"/>
              </a:defRPr>
            </a:lvl2pPr>
            <a:lvl3pPr algn="l">
              <a:defRPr sz="900" b="0">
                <a:solidFill>
                  <a:srgbClr val="6B7689"/>
                </a:solidFill>
                <a:latin typeface="Noto Sans SC"/>
                <a:ea typeface="Noto Sans SC"/>
                <a:cs typeface="Noto Sans SC"/>
              </a:defRPr>
            </a:lvl3pPr>
            <a:lvl4pPr algn="l">
              <a:defRPr sz="900" b="0">
                <a:solidFill>
                  <a:srgbClr val="6B7689"/>
                </a:solidFill>
                <a:latin typeface="Noto Sans SC"/>
                <a:ea typeface="Noto Sans SC"/>
                <a:cs typeface="Noto Sans SC"/>
              </a:defRPr>
            </a:lvl4pPr>
            <a:lvl5pPr algn="l">
              <a:defRPr sz="900" b="0">
                <a:solidFill>
                  <a:srgbClr val="6B7689"/>
                </a:solidFill>
                <a:latin typeface="Noto Sans SC"/>
                <a:ea typeface="Noto Sans SC"/>
                <a:cs typeface="Noto Sans SC"/>
              </a:defRPr>
            </a:lvl5pPr>
            <a:lvl6pPr algn="l">
              <a:defRPr sz="900" b="0">
                <a:solidFill>
                  <a:srgbClr val="6B7689"/>
                </a:solidFill>
                <a:latin typeface="Noto Sans SC"/>
                <a:ea typeface="Noto Sans SC"/>
                <a:cs typeface="Noto Sans SC"/>
              </a:defRPr>
            </a:lvl6pPr>
            <a:lvl7pPr algn="l">
              <a:defRPr sz="900" b="0">
                <a:solidFill>
                  <a:srgbClr val="6B7689"/>
                </a:solidFill>
                <a:latin typeface="Noto Sans SC"/>
                <a:ea typeface="Noto Sans SC"/>
                <a:cs typeface="Noto Sans SC"/>
              </a:defRPr>
            </a:lvl7pPr>
            <a:lvl8pPr algn="l">
              <a:defRPr sz="900" b="0">
                <a:solidFill>
                  <a:srgbClr val="6B7689"/>
                </a:solidFill>
                <a:latin typeface="Noto Sans SC"/>
                <a:ea typeface="Noto Sans SC"/>
                <a:cs typeface="Noto Sans SC"/>
              </a:defRPr>
            </a:lvl8pPr>
            <a:lvl9pPr algn="l">
              <a:defRPr sz="900" b="0">
                <a:solidFill>
                  <a:srgbClr val="6B7689"/>
                </a:solidFill>
                <a:latin typeface="Noto Sans SC"/>
                <a:ea typeface="Noto Sans SC"/>
                <a:cs typeface="Noto Sans SC"/>
              </a:defRPr>
            </a:lvl9pPr>
          </a:lstStyle>
          <a:p xmlns:a="http://schemas.openxmlformats.org/drawingml/2006/main">
            <a:pPr algn="l">
              <a:defRPr sz="900" b="0">
                <a:solidFill>
                  <a:srgbClr val="6B7689"/>
                </a:solidFill>
                <a:latin typeface="Noto Sans SC"/>
                <a:ea typeface="Noto Sans SC"/>
                <a:cs typeface="Noto Sans SC"/>
              </a:defRPr>
            </a:pPr>
            <a:r>
              <a:rPr sz="900" b="0">
                <a:solidFill>
                  <a:srgbClr val="6B7689"/>
                </a:solidFill>
                <a:latin typeface="Noto Sans SC"/>
                <a:ea typeface="Noto Sans SC"/>
                <a:cs typeface="Noto Sans SC"/>
              </a:rPr>
              <a:t>project_reference §11.1；v32_gateway.py:decorate_v32_response</a:t>
            </a:r>
          </a:p>
        </p:txBody>
      </p:sp>
      <p:sp>
        <p:nvSpPr>
          <p:cNvPr id="5" name="o4">
            <a:extLst xmlns:a="http://schemas.openxmlformats.org/drawingml/2006/main">
              <a:ext uri="{FF2B5EF4-FFF2-40B4-BE49-F238E27FC236}">
                <a16:creationId xmlns:a16="http://schemas.microsoft.com/office/drawing/2014/main" id="{2A77E787-D033-467A-A7A2-BBAD4F33E294}"/>
              </a:ext>
            </a:extLst>
          </p:cNvPr>
          <p:cNvSpPr>
            <a:spLocks xmlns:a="http://schemas.openxmlformats.org/drawingml/2006/main" noGrp="1"/>
          </p:cNvSpPr>
          <p:nvPr/>
        </p:nvSpPr>
        <p:spPr>
          <a:xfrm xmlns:a="http://schemas.openxmlformats.org/drawingml/2006/main">
            <a:off x="10896600" y="6505575"/>
            <a:ext cx="68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6B7689"/>
                </a:solidFill>
                <a:latin typeface="Noto Sans SC"/>
                <a:ea typeface="Noto Sans SC"/>
                <a:cs typeface="Noto Sans SC"/>
              </a:defRPr>
            </a:defPPr>
            <a:lvl1pPr algn="r">
              <a:defRPr sz="1200" b="0">
                <a:solidFill>
                  <a:srgbClr val="6B7689"/>
                </a:solidFill>
                <a:latin typeface="Noto Sans SC"/>
                <a:ea typeface="Noto Sans SC"/>
                <a:cs typeface="Noto Sans SC"/>
              </a:defRPr>
            </a:lvl1pPr>
            <a:lvl2pPr algn="r">
              <a:defRPr sz="1200" b="0">
                <a:solidFill>
                  <a:srgbClr val="6B7689"/>
                </a:solidFill>
                <a:latin typeface="Noto Sans SC"/>
                <a:ea typeface="Noto Sans SC"/>
                <a:cs typeface="Noto Sans SC"/>
              </a:defRPr>
            </a:lvl2pPr>
            <a:lvl3pPr algn="r">
              <a:defRPr sz="1200" b="0">
                <a:solidFill>
                  <a:srgbClr val="6B7689"/>
                </a:solidFill>
                <a:latin typeface="Noto Sans SC"/>
                <a:ea typeface="Noto Sans SC"/>
                <a:cs typeface="Noto Sans SC"/>
              </a:defRPr>
            </a:lvl3pPr>
            <a:lvl4pPr algn="r">
              <a:defRPr sz="1200" b="0">
                <a:solidFill>
                  <a:srgbClr val="6B7689"/>
                </a:solidFill>
                <a:latin typeface="Noto Sans SC"/>
                <a:ea typeface="Noto Sans SC"/>
                <a:cs typeface="Noto Sans SC"/>
              </a:defRPr>
            </a:lvl4pPr>
            <a:lvl5pPr algn="r">
              <a:defRPr sz="1200" b="0">
                <a:solidFill>
                  <a:srgbClr val="6B7689"/>
                </a:solidFill>
                <a:latin typeface="Noto Sans SC"/>
                <a:ea typeface="Noto Sans SC"/>
                <a:cs typeface="Noto Sans SC"/>
              </a:defRPr>
            </a:lvl5pPr>
            <a:lvl6pPr algn="r">
              <a:defRPr sz="1200" b="0">
                <a:solidFill>
                  <a:srgbClr val="6B7689"/>
                </a:solidFill>
                <a:latin typeface="Noto Sans SC"/>
                <a:ea typeface="Noto Sans SC"/>
                <a:cs typeface="Noto Sans SC"/>
              </a:defRPr>
            </a:lvl6pPr>
            <a:lvl7pPr algn="r">
              <a:defRPr sz="1200" b="0">
                <a:solidFill>
                  <a:srgbClr val="6B7689"/>
                </a:solidFill>
                <a:latin typeface="Noto Sans SC"/>
                <a:ea typeface="Noto Sans SC"/>
                <a:cs typeface="Noto Sans SC"/>
              </a:defRPr>
            </a:lvl7pPr>
            <a:lvl8pPr algn="r">
              <a:defRPr sz="1200" b="0">
                <a:solidFill>
                  <a:srgbClr val="6B7689"/>
                </a:solidFill>
                <a:latin typeface="Noto Sans SC"/>
                <a:ea typeface="Noto Sans SC"/>
                <a:cs typeface="Noto Sans SC"/>
              </a:defRPr>
            </a:lvl8pPr>
            <a:lvl9pPr algn="r">
              <a:defRPr sz="1200" b="0">
                <a:solidFill>
                  <a:srgbClr val="6B7689"/>
                </a:solidFill>
                <a:latin typeface="Noto Sans SC"/>
                <a:ea typeface="Noto Sans SC"/>
                <a:cs typeface="Noto Sans SC"/>
              </a:defRPr>
            </a:lvl9pPr>
          </a:lstStyle>
          <a:p xmlns:a="http://schemas.openxmlformats.org/drawingml/2006/main">
            <a:pPr algn="r">
              <a:defRPr sz="1200" b="0">
                <a:solidFill>
                  <a:srgbClr val="6B7689"/>
                </a:solidFill>
                <a:latin typeface="Noto Sans SC"/>
                <a:ea typeface="Noto Sans SC"/>
                <a:cs typeface="Noto Sans SC"/>
              </a:defRPr>
            </a:pPr>
            <a:r>
              <a:rPr sz="1200" b="0">
                <a:solidFill>
                  <a:srgbClr val="6B7689"/>
                </a:solidFill>
                <a:latin typeface="Noto Sans SC"/>
                <a:ea typeface="Noto Sans SC"/>
                <a:cs typeface="Noto Sans SC"/>
              </a:rPr>
              <a:t>26 / 39</a:t>
            </a:r>
          </a:p>
        </p:txBody>
      </p:sp>
      <p:sp>
        <p:nvSpPr>
          <p:cNvPr id="6" name="o5">
            <a:extLst xmlns:a="http://schemas.openxmlformats.org/drawingml/2006/main">
              <a:ext uri="{FF2B5EF4-FFF2-40B4-BE49-F238E27FC236}">
                <a16:creationId xmlns:a16="http://schemas.microsoft.com/office/drawing/2014/main" id="{249725A4-E942-4B30-B4AE-8B19F6E575D4}"/>
              </a:ext>
            </a:extLst>
          </p:cNvPr>
          <p:cNvSpPr>
            <a:spLocks xmlns:a="http://schemas.openxmlformats.org/drawingml/2006/main" noGrp="1"/>
          </p:cNvSpPr>
          <p:nvPr/>
        </p:nvSpPr>
        <p:spPr>
          <a:xfrm xmlns:a="http://schemas.openxmlformats.org/drawingml/2006/main">
            <a:off x="609600" y="5981700"/>
            <a:ext cx="10972800" cy="428625"/>
          </a:xfrm>
          <a:prstGeom xmlns:a="http://schemas.openxmlformats.org/drawingml/2006/main" prst="roundRect">
            <a:avLst>
              <a:gd name="adj" fmla="val 17778"/>
            </a:avLst>
          </a:prstGeom>
          <a:solidFill xmlns:a="http://schemas.openxmlformats.org/drawingml/2006/main">
            <a:srgbClr val="D6E6E5"/>
          </a:solidFill>
          <a:ln xmlns:a="http://schemas.openxmlformats.org/drawingml/2006/main" w="0">
            <a:noFill/>
            <a:prstDash val="solid"/>
          </a:ln>
        </p:spPr>
      </p:sp>
      <p:sp>
        <p:nvSpPr>
          <p:cNvPr id="7" name="o6">
            <a:extLst xmlns:a="http://schemas.openxmlformats.org/drawingml/2006/main">
              <a:ext uri="{FF2B5EF4-FFF2-40B4-BE49-F238E27FC236}">
                <a16:creationId xmlns:a16="http://schemas.microsoft.com/office/drawing/2014/main" id="{7F21D37E-C1BB-4375-83BD-8D276AFE5458}"/>
              </a:ext>
            </a:extLst>
          </p:cNvPr>
          <p:cNvSpPr>
            <a:spLocks xmlns:a="http://schemas.openxmlformats.org/drawingml/2006/main" noGrp="1"/>
          </p:cNvSpPr>
          <p:nvPr/>
        </p:nvSpPr>
        <p:spPr>
          <a:xfrm xmlns:a="http://schemas.openxmlformats.org/drawingml/2006/main">
            <a:off x="781050" y="6029325"/>
            <a:ext cx="10629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75" b="1">
                <a:solidFill>
                  <a:srgbClr val="0F6E73"/>
                </a:solidFill>
                <a:latin typeface="Noto Sans SC"/>
                <a:ea typeface="Noto Sans SC"/>
                <a:cs typeface="Noto Sans SC"/>
              </a:defRPr>
            </a:defPPr>
            <a:lvl1pPr algn="l">
              <a:defRPr sz="1575" b="1">
                <a:solidFill>
                  <a:srgbClr val="0F6E73"/>
                </a:solidFill>
                <a:latin typeface="Noto Sans SC"/>
                <a:ea typeface="Noto Sans SC"/>
                <a:cs typeface="Noto Sans SC"/>
              </a:defRPr>
            </a:lvl1pPr>
            <a:lvl2pPr algn="l">
              <a:defRPr sz="1575" b="1">
                <a:solidFill>
                  <a:srgbClr val="0F6E73"/>
                </a:solidFill>
                <a:latin typeface="Noto Sans SC"/>
                <a:ea typeface="Noto Sans SC"/>
                <a:cs typeface="Noto Sans SC"/>
              </a:defRPr>
            </a:lvl2pPr>
            <a:lvl3pPr algn="l">
              <a:defRPr sz="1575" b="1">
                <a:solidFill>
                  <a:srgbClr val="0F6E73"/>
                </a:solidFill>
                <a:latin typeface="Noto Sans SC"/>
                <a:ea typeface="Noto Sans SC"/>
                <a:cs typeface="Noto Sans SC"/>
              </a:defRPr>
            </a:lvl3pPr>
            <a:lvl4pPr algn="l">
              <a:defRPr sz="1575" b="1">
                <a:solidFill>
                  <a:srgbClr val="0F6E73"/>
                </a:solidFill>
                <a:latin typeface="Noto Sans SC"/>
                <a:ea typeface="Noto Sans SC"/>
                <a:cs typeface="Noto Sans SC"/>
              </a:defRPr>
            </a:lvl4pPr>
            <a:lvl5pPr algn="l">
              <a:defRPr sz="1575" b="1">
                <a:solidFill>
                  <a:srgbClr val="0F6E73"/>
                </a:solidFill>
                <a:latin typeface="Noto Sans SC"/>
                <a:ea typeface="Noto Sans SC"/>
                <a:cs typeface="Noto Sans SC"/>
              </a:defRPr>
            </a:lvl5pPr>
            <a:lvl6pPr algn="l">
              <a:defRPr sz="1575" b="1">
                <a:solidFill>
                  <a:srgbClr val="0F6E73"/>
                </a:solidFill>
                <a:latin typeface="Noto Sans SC"/>
                <a:ea typeface="Noto Sans SC"/>
                <a:cs typeface="Noto Sans SC"/>
              </a:defRPr>
            </a:lvl6pPr>
            <a:lvl7pPr algn="l">
              <a:defRPr sz="1575" b="1">
                <a:solidFill>
                  <a:srgbClr val="0F6E73"/>
                </a:solidFill>
                <a:latin typeface="Noto Sans SC"/>
                <a:ea typeface="Noto Sans SC"/>
                <a:cs typeface="Noto Sans SC"/>
              </a:defRPr>
            </a:lvl7pPr>
            <a:lvl8pPr algn="l">
              <a:defRPr sz="1575" b="1">
                <a:solidFill>
                  <a:srgbClr val="0F6E73"/>
                </a:solidFill>
                <a:latin typeface="Noto Sans SC"/>
                <a:ea typeface="Noto Sans SC"/>
                <a:cs typeface="Noto Sans SC"/>
              </a:defRPr>
            </a:lvl8pPr>
            <a:lvl9pPr algn="l">
              <a:defRPr sz="1575" b="1">
                <a:solidFill>
                  <a:srgbClr val="0F6E73"/>
                </a:solidFill>
                <a:latin typeface="Noto Sans SC"/>
                <a:ea typeface="Noto Sans SC"/>
                <a:cs typeface="Noto Sans SC"/>
              </a:defRPr>
            </a:lvl9pPr>
          </a:lstStyle>
          <a:p xmlns:a="http://schemas.openxmlformats.org/drawingml/2006/main">
            <a:pPr algn="l">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输出不仅给结论，还保留每个输入目标的状态、依据与诊断。</a:t>
            </a:r>
          </a:p>
        </p:txBody>
      </p:sp>
      <p:sp>
        <p:nvSpPr>
          <p:cNvPr id="8" name="o7">
            <a:extLst xmlns:a="http://schemas.openxmlformats.org/drawingml/2006/main">
              <a:ext uri="{FF2B5EF4-FFF2-40B4-BE49-F238E27FC236}">
                <a16:creationId xmlns:a16="http://schemas.microsoft.com/office/drawing/2014/main" id="{81C250FE-FDE0-4E8E-A4E8-35E944C4C9BB}"/>
              </a:ext>
            </a:extLst>
          </p:cNvPr>
          <p:cNvSpPr>
            <a:spLocks xmlns:a="http://schemas.openxmlformats.org/drawingml/2006/main" noGrp="1"/>
          </p:cNvSpPr>
          <p:nvPr/>
        </p:nvSpPr>
        <p:spPr>
          <a:xfrm xmlns:a="http://schemas.openxmlformats.org/drawingml/2006/main">
            <a:off x="609600" y="1533525"/>
            <a:ext cx="3333750" cy="666750"/>
          </a:xfrm>
          <a:prstGeom xmlns:a="http://schemas.openxmlformats.org/drawingml/2006/main" prst="roundRect">
            <a:avLst>
              <a:gd name="adj" fmla="val 11429"/>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650" b="1">
                <a:solidFill>
                  <a:srgbClr val="0F6E73"/>
                </a:solidFill>
                <a:latin typeface="Noto Sans SC"/>
                <a:ea typeface="Noto Sans SC"/>
                <a:cs typeface="Noto Sans SC"/>
              </a:defRPr>
            </a:defPPr>
            <a:lvl1pPr algn="ctr">
              <a:defRPr sz="1650" b="1">
                <a:solidFill>
                  <a:srgbClr val="0F6E73"/>
                </a:solidFill>
                <a:latin typeface="Noto Sans SC"/>
                <a:ea typeface="Noto Sans SC"/>
                <a:cs typeface="Noto Sans SC"/>
              </a:defRPr>
            </a:lvl1pPr>
            <a:lvl2pPr algn="ctr">
              <a:defRPr sz="1650" b="1">
                <a:solidFill>
                  <a:srgbClr val="0F6E73"/>
                </a:solidFill>
                <a:latin typeface="Noto Sans SC"/>
                <a:ea typeface="Noto Sans SC"/>
                <a:cs typeface="Noto Sans SC"/>
              </a:defRPr>
            </a:lvl2pPr>
            <a:lvl3pPr algn="ctr">
              <a:defRPr sz="1650" b="1">
                <a:solidFill>
                  <a:srgbClr val="0F6E73"/>
                </a:solidFill>
                <a:latin typeface="Noto Sans SC"/>
                <a:ea typeface="Noto Sans SC"/>
                <a:cs typeface="Noto Sans SC"/>
              </a:defRPr>
            </a:lvl3pPr>
            <a:lvl4pPr algn="ctr">
              <a:defRPr sz="1650" b="1">
                <a:solidFill>
                  <a:srgbClr val="0F6E73"/>
                </a:solidFill>
                <a:latin typeface="Noto Sans SC"/>
                <a:ea typeface="Noto Sans SC"/>
                <a:cs typeface="Noto Sans SC"/>
              </a:defRPr>
            </a:lvl4pPr>
            <a:lvl5pPr algn="ctr">
              <a:defRPr sz="1650" b="1">
                <a:solidFill>
                  <a:srgbClr val="0F6E73"/>
                </a:solidFill>
                <a:latin typeface="Noto Sans SC"/>
                <a:ea typeface="Noto Sans SC"/>
                <a:cs typeface="Noto Sans SC"/>
              </a:defRPr>
            </a:lvl5pPr>
            <a:lvl6pPr algn="ctr">
              <a:defRPr sz="1650" b="1">
                <a:solidFill>
                  <a:srgbClr val="0F6E73"/>
                </a:solidFill>
                <a:latin typeface="Noto Sans SC"/>
                <a:ea typeface="Noto Sans SC"/>
                <a:cs typeface="Noto Sans SC"/>
              </a:defRPr>
            </a:lvl6pPr>
            <a:lvl7pPr algn="ctr">
              <a:defRPr sz="1650" b="1">
                <a:solidFill>
                  <a:srgbClr val="0F6E73"/>
                </a:solidFill>
                <a:latin typeface="Noto Sans SC"/>
                <a:ea typeface="Noto Sans SC"/>
                <a:cs typeface="Noto Sans SC"/>
              </a:defRPr>
            </a:lvl7pPr>
            <a:lvl8pPr algn="ctr">
              <a:defRPr sz="1650" b="1">
                <a:solidFill>
                  <a:srgbClr val="0F6E73"/>
                </a:solidFill>
                <a:latin typeface="Noto Sans SC"/>
                <a:ea typeface="Noto Sans SC"/>
                <a:cs typeface="Noto Sans SC"/>
              </a:defRPr>
            </a:lvl8pPr>
            <a:lvl9pPr algn="ctr">
              <a:defRPr sz="1650" b="1">
                <a:solidFill>
                  <a:srgbClr val="0F6E73"/>
                </a:solidFill>
                <a:latin typeface="Noto Sans SC"/>
                <a:ea typeface="Noto Sans SC"/>
                <a:cs typeface="Noto Sans SC"/>
              </a:defRPr>
            </a:lvl9pPr>
          </a:lstStyle>
          <a:p xmlns:a="http://schemas.openxmlformats.org/drawingml/2006/main">
            <a:pPr algn="ctr">
              <a:defRPr sz="1650" b="1">
                <a:solidFill>
                  <a:srgbClr val="0F6E73"/>
                </a:solidFill>
                <a:latin typeface="Noto Sans SC"/>
                <a:ea typeface="Noto Sans SC"/>
                <a:cs typeface="Noto Sans SC"/>
              </a:defRPr>
            </a:pPr>
            <a:r>
              <a:rPr sz="1650" b="1">
                <a:solidFill>
                  <a:srgbClr val="0F6E73"/>
                </a:solidFill>
                <a:latin typeface="Noto Sans SC"/>
                <a:ea typeface="Noto Sans SC"/>
                <a:cs typeface="Noto Sans SC"/>
              </a:rPr>
              <a:t>空间上下文</a:t>
            </a:r>
          </a:p>
        </p:txBody>
      </p:sp>
      <p:sp>
        <p:nvSpPr>
          <p:cNvPr id="9" name="line-7">
            <a:extLst xmlns:a="http://schemas.openxmlformats.org/drawingml/2006/main">
              <a:ext uri="{FF2B5EF4-FFF2-40B4-BE49-F238E27FC236}">
                <a16:creationId xmlns:a16="http://schemas.microsoft.com/office/drawing/2014/main" id="{F4A90687-399F-42E4-ADB2-DE286D2BC8D9}"/>
              </a:ext>
            </a:extLst>
          </p:cNvPr>
          <p:cNvSpPr>
            <a:spLocks xmlns:a="http://schemas.openxmlformats.org/drawingml/2006/main" noGrp="1"/>
          </p:cNvSpPr>
          <p:nvPr/>
        </p:nvSpPr>
        <p:spPr>
          <a:xfrm xmlns:a="http://schemas.openxmlformats.org/drawingml/2006/main" flipV="0">
            <a:off x="3943350" y="1866900"/>
            <a:ext cx="952500"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0" name="line-7">
            <a:extLst xmlns:a="http://schemas.openxmlformats.org/drawingml/2006/main">
              <a:ext uri="{FF2B5EF4-FFF2-40B4-BE49-F238E27FC236}">
                <a16:creationId xmlns:a16="http://schemas.microsoft.com/office/drawing/2014/main" id="{FD65DD4F-6799-43A5-8F15-01ED0728C052}"/>
              </a:ext>
            </a:extLst>
          </p:cNvPr>
          <p:cNvSpPr>
            <a:spLocks xmlns:a="http://schemas.openxmlformats.org/drawingml/2006/main" noGrp="1"/>
          </p:cNvSpPr>
          <p:nvPr/>
        </p:nvSpPr>
        <p:spPr>
          <a:xfrm xmlns:a="http://schemas.openxmlformats.org/drawingml/2006/main" flipV="1">
            <a:off x="4820619" y="1866900"/>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1" name="line-7">
            <a:extLst xmlns:a="http://schemas.openxmlformats.org/drawingml/2006/main">
              <a:ext uri="{FF2B5EF4-FFF2-40B4-BE49-F238E27FC236}">
                <a16:creationId xmlns:a16="http://schemas.microsoft.com/office/drawing/2014/main" id="{DB7C1CE9-BD11-4FCA-8E23-15BE24FBB1A1}"/>
              </a:ext>
            </a:extLst>
          </p:cNvPr>
          <p:cNvSpPr>
            <a:spLocks xmlns:a="http://schemas.openxmlformats.org/drawingml/2006/main" noGrp="1"/>
          </p:cNvSpPr>
          <p:nvPr/>
        </p:nvSpPr>
        <p:spPr>
          <a:xfrm xmlns:a="http://schemas.openxmlformats.org/drawingml/2006/main" flipV="0">
            <a:off x="4820619" y="1825801"/>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2" name="o11">
            <a:extLst xmlns:a="http://schemas.openxmlformats.org/drawingml/2006/main">
              <a:ext uri="{FF2B5EF4-FFF2-40B4-BE49-F238E27FC236}">
                <a16:creationId xmlns:a16="http://schemas.microsoft.com/office/drawing/2014/main" id="{2FC8D0C0-7CD9-4B1A-BFE7-E684DF2D0071}"/>
              </a:ext>
            </a:extLst>
          </p:cNvPr>
          <p:cNvSpPr>
            <a:spLocks xmlns:a="http://schemas.openxmlformats.org/drawingml/2006/main" noGrp="1"/>
          </p:cNvSpPr>
          <p:nvPr/>
        </p:nvSpPr>
        <p:spPr>
          <a:xfrm xmlns:a="http://schemas.openxmlformats.org/drawingml/2006/main">
            <a:off x="4895850" y="1533525"/>
            <a:ext cx="4667250" cy="666750"/>
          </a:xfrm>
          <a:prstGeom xmlns:a="http://schemas.openxmlformats.org/drawingml/2006/main" prst="roundRect">
            <a:avLst>
              <a:gd name="adj" fmla="val 11429"/>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650" b="1">
                <a:solidFill>
                  <a:srgbClr val="0F6E73"/>
                </a:solidFill>
                <a:latin typeface="Noto Sans SC"/>
                <a:ea typeface="Noto Sans SC"/>
                <a:cs typeface="Noto Sans SC"/>
              </a:defRPr>
            </a:defPPr>
            <a:lvl1pPr algn="ctr">
              <a:defRPr sz="1650" b="1">
                <a:solidFill>
                  <a:srgbClr val="0F6E73"/>
                </a:solidFill>
                <a:latin typeface="Noto Sans SC"/>
                <a:ea typeface="Noto Sans SC"/>
                <a:cs typeface="Noto Sans SC"/>
              </a:defRPr>
            </a:lvl1pPr>
            <a:lvl2pPr algn="ctr">
              <a:defRPr sz="1650" b="1">
                <a:solidFill>
                  <a:srgbClr val="0F6E73"/>
                </a:solidFill>
                <a:latin typeface="Noto Sans SC"/>
                <a:ea typeface="Noto Sans SC"/>
                <a:cs typeface="Noto Sans SC"/>
              </a:defRPr>
            </a:lvl2pPr>
            <a:lvl3pPr algn="ctr">
              <a:defRPr sz="1650" b="1">
                <a:solidFill>
                  <a:srgbClr val="0F6E73"/>
                </a:solidFill>
                <a:latin typeface="Noto Sans SC"/>
                <a:ea typeface="Noto Sans SC"/>
                <a:cs typeface="Noto Sans SC"/>
              </a:defRPr>
            </a:lvl3pPr>
            <a:lvl4pPr algn="ctr">
              <a:defRPr sz="1650" b="1">
                <a:solidFill>
                  <a:srgbClr val="0F6E73"/>
                </a:solidFill>
                <a:latin typeface="Noto Sans SC"/>
                <a:ea typeface="Noto Sans SC"/>
                <a:cs typeface="Noto Sans SC"/>
              </a:defRPr>
            </a:lvl4pPr>
            <a:lvl5pPr algn="ctr">
              <a:defRPr sz="1650" b="1">
                <a:solidFill>
                  <a:srgbClr val="0F6E73"/>
                </a:solidFill>
                <a:latin typeface="Noto Sans SC"/>
                <a:ea typeface="Noto Sans SC"/>
                <a:cs typeface="Noto Sans SC"/>
              </a:defRPr>
            </a:lvl5pPr>
            <a:lvl6pPr algn="ctr">
              <a:defRPr sz="1650" b="1">
                <a:solidFill>
                  <a:srgbClr val="0F6E73"/>
                </a:solidFill>
                <a:latin typeface="Noto Sans SC"/>
                <a:ea typeface="Noto Sans SC"/>
                <a:cs typeface="Noto Sans SC"/>
              </a:defRPr>
            </a:lvl6pPr>
            <a:lvl7pPr algn="ctr">
              <a:defRPr sz="1650" b="1">
                <a:solidFill>
                  <a:srgbClr val="0F6E73"/>
                </a:solidFill>
                <a:latin typeface="Noto Sans SC"/>
                <a:ea typeface="Noto Sans SC"/>
                <a:cs typeface="Noto Sans SC"/>
              </a:defRPr>
            </a:lvl7pPr>
            <a:lvl8pPr algn="ctr">
              <a:defRPr sz="1650" b="1">
                <a:solidFill>
                  <a:srgbClr val="0F6E73"/>
                </a:solidFill>
                <a:latin typeface="Noto Sans SC"/>
                <a:ea typeface="Noto Sans SC"/>
                <a:cs typeface="Noto Sans SC"/>
              </a:defRPr>
            </a:lvl8pPr>
            <a:lvl9pPr algn="ctr">
              <a:defRPr sz="1650" b="1">
                <a:solidFill>
                  <a:srgbClr val="0F6E73"/>
                </a:solidFill>
                <a:latin typeface="Noto Sans SC"/>
                <a:ea typeface="Noto Sans SC"/>
                <a:cs typeface="Noto Sans SC"/>
              </a:defRPr>
            </a:lvl9pPr>
          </a:lstStyle>
          <a:p xmlns:a="http://schemas.openxmlformats.org/drawingml/2006/main">
            <a:pPr algn="ctr">
              <a:defRPr sz="1650" b="1">
                <a:solidFill>
                  <a:srgbClr val="0F6E73"/>
                </a:solidFill>
                <a:latin typeface="Noto Sans SC"/>
                <a:ea typeface="Noto Sans SC"/>
                <a:cs typeface="Noto Sans SC"/>
              </a:defRPr>
            </a:pPr>
            <a:r>
              <a:rPr sz="1650" b="1">
                <a:solidFill>
                  <a:srgbClr val="0F6E73"/>
                </a:solidFill>
                <a:latin typeface="Noto Sans SC"/>
                <a:ea typeface="Noto Sans SC"/>
                <a:cs typeface="Noto Sans SC"/>
              </a:rPr>
              <a:t>targetAirspaceResults</a:t>
            </a:r>
          </a:p>
        </p:txBody>
      </p:sp>
      <p:sp>
        <p:nvSpPr>
          <p:cNvPr id="13" name="o12">
            <a:extLst xmlns:a="http://schemas.openxmlformats.org/drawingml/2006/main">
              <a:ext uri="{FF2B5EF4-FFF2-40B4-BE49-F238E27FC236}">
                <a16:creationId xmlns:a16="http://schemas.microsoft.com/office/drawing/2014/main" id="{3634F917-B72A-403C-8573-275FA685E04D}"/>
              </a:ext>
            </a:extLst>
          </p:cNvPr>
          <p:cNvSpPr>
            <a:spLocks xmlns:a="http://schemas.openxmlformats.org/drawingml/2006/main" noGrp="1"/>
          </p:cNvSpPr>
          <p:nvPr/>
        </p:nvSpPr>
        <p:spPr>
          <a:xfrm xmlns:a="http://schemas.openxmlformats.org/drawingml/2006/main">
            <a:off x="609600" y="2486025"/>
            <a:ext cx="3333750" cy="666750"/>
          </a:xfrm>
          <a:prstGeom xmlns:a="http://schemas.openxmlformats.org/drawingml/2006/main" prst="roundRect">
            <a:avLst>
              <a:gd name="adj" fmla="val 11429"/>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650" b="1">
                <a:solidFill>
                  <a:srgbClr val="32668E"/>
                </a:solidFill>
                <a:latin typeface="Noto Sans SC"/>
                <a:ea typeface="Noto Sans SC"/>
                <a:cs typeface="Noto Sans SC"/>
              </a:defRPr>
            </a:defPPr>
            <a:lvl1pPr algn="ctr">
              <a:defRPr sz="1650" b="1">
                <a:solidFill>
                  <a:srgbClr val="32668E"/>
                </a:solidFill>
                <a:latin typeface="Noto Sans SC"/>
                <a:ea typeface="Noto Sans SC"/>
                <a:cs typeface="Noto Sans SC"/>
              </a:defRPr>
            </a:lvl1pPr>
            <a:lvl2pPr algn="ctr">
              <a:defRPr sz="1650" b="1">
                <a:solidFill>
                  <a:srgbClr val="32668E"/>
                </a:solidFill>
                <a:latin typeface="Noto Sans SC"/>
                <a:ea typeface="Noto Sans SC"/>
                <a:cs typeface="Noto Sans SC"/>
              </a:defRPr>
            </a:lvl2pPr>
            <a:lvl3pPr algn="ctr">
              <a:defRPr sz="1650" b="1">
                <a:solidFill>
                  <a:srgbClr val="32668E"/>
                </a:solidFill>
                <a:latin typeface="Noto Sans SC"/>
                <a:ea typeface="Noto Sans SC"/>
                <a:cs typeface="Noto Sans SC"/>
              </a:defRPr>
            </a:lvl3pPr>
            <a:lvl4pPr algn="ctr">
              <a:defRPr sz="1650" b="1">
                <a:solidFill>
                  <a:srgbClr val="32668E"/>
                </a:solidFill>
                <a:latin typeface="Noto Sans SC"/>
                <a:ea typeface="Noto Sans SC"/>
                <a:cs typeface="Noto Sans SC"/>
              </a:defRPr>
            </a:lvl4pPr>
            <a:lvl5pPr algn="ctr">
              <a:defRPr sz="1650" b="1">
                <a:solidFill>
                  <a:srgbClr val="32668E"/>
                </a:solidFill>
                <a:latin typeface="Noto Sans SC"/>
                <a:ea typeface="Noto Sans SC"/>
                <a:cs typeface="Noto Sans SC"/>
              </a:defRPr>
            </a:lvl5pPr>
            <a:lvl6pPr algn="ctr">
              <a:defRPr sz="1650" b="1">
                <a:solidFill>
                  <a:srgbClr val="32668E"/>
                </a:solidFill>
                <a:latin typeface="Noto Sans SC"/>
                <a:ea typeface="Noto Sans SC"/>
                <a:cs typeface="Noto Sans SC"/>
              </a:defRPr>
            </a:lvl6pPr>
            <a:lvl7pPr algn="ctr">
              <a:defRPr sz="1650" b="1">
                <a:solidFill>
                  <a:srgbClr val="32668E"/>
                </a:solidFill>
                <a:latin typeface="Noto Sans SC"/>
                <a:ea typeface="Noto Sans SC"/>
                <a:cs typeface="Noto Sans SC"/>
              </a:defRPr>
            </a:lvl7pPr>
            <a:lvl8pPr algn="ctr">
              <a:defRPr sz="1650" b="1">
                <a:solidFill>
                  <a:srgbClr val="32668E"/>
                </a:solidFill>
                <a:latin typeface="Noto Sans SC"/>
                <a:ea typeface="Noto Sans SC"/>
                <a:cs typeface="Noto Sans SC"/>
              </a:defRPr>
            </a:lvl8pPr>
            <a:lvl9pPr algn="ctr">
              <a:defRPr sz="1650" b="1">
                <a:solidFill>
                  <a:srgbClr val="32668E"/>
                </a:solidFill>
                <a:latin typeface="Noto Sans SC"/>
                <a:ea typeface="Noto Sans SC"/>
                <a:cs typeface="Noto Sans SC"/>
              </a:defRPr>
            </a:lvl9pPr>
          </a:lstStyle>
          <a:p xmlns:a="http://schemas.openxmlformats.org/drawingml/2006/main">
            <a:pPr algn="ctr">
              <a:defRPr sz="1650" b="1">
                <a:solidFill>
                  <a:srgbClr val="32668E"/>
                </a:solidFill>
                <a:latin typeface="Noto Sans SC"/>
                <a:ea typeface="Noto Sans SC"/>
                <a:cs typeface="Noto Sans SC"/>
              </a:defRPr>
            </a:pPr>
            <a:r>
              <a:rPr sz="1650" b="1">
                <a:solidFill>
                  <a:srgbClr val="32668E"/>
                </a:solidFill>
                <a:latin typeface="Noto Sans SC"/>
                <a:ea typeface="Noto Sans SC"/>
                <a:cs typeface="Noto Sans SC"/>
              </a:rPr>
              <a:t>成员独立判断</a:t>
            </a:r>
          </a:p>
        </p:txBody>
      </p:sp>
      <p:sp>
        <p:nvSpPr>
          <p:cNvPr id="14" name="line-9">
            <a:extLst xmlns:a="http://schemas.openxmlformats.org/drawingml/2006/main">
              <a:ext uri="{FF2B5EF4-FFF2-40B4-BE49-F238E27FC236}">
                <a16:creationId xmlns:a16="http://schemas.microsoft.com/office/drawing/2014/main" id="{B6287821-3F15-4E6C-A8B8-E4DF1F4E13DB}"/>
              </a:ext>
            </a:extLst>
          </p:cNvPr>
          <p:cNvSpPr>
            <a:spLocks xmlns:a="http://schemas.openxmlformats.org/drawingml/2006/main" noGrp="1"/>
          </p:cNvSpPr>
          <p:nvPr/>
        </p:nvSpPr>
        <p:spPr>
          <a:xfrm xmlns:a="http://schemas.openxmlformats.org/drawingml/2006/main" flipV="0">
            <a:off x="3943350" y="2819400"/>
            <a:ext cx="952500"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5" name="line-9">
            <a:extLst xmlns:a="http://schemas.openxmlformats.org/drawingml/2006/main">
              <a:ext uri="{FF2B5EF4-FFF2-40B4-BE49-F238E27FC236}">
                <a16:creationId xmlns:a16="http://schemas.microsoft.com/office/drawing/2014/main" id="{A47439BC-B328-494B-9FB7-D2FA88F27C7D}"/>
              </a:ext>
            </a:extLst>
          </p:cNvPr>
          <p:cNvSpPr>
            <a:spLocks xmlns:a="http://schemas.openxmlformats.org/drawingml/2006/main" noGrp="1"/>
          </p:cNvSpPr>
          <p:nvPr/>
        </p:nvSpPr>
        <p:spPr>
          <a:xfrm xmlns:a="http://schemas.openxmlformats.org/drawingml/2006/main" flipV="1">
            <a:off x="4820619" y="2819400"/>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6" name="line-9">
            <a:extLst xmlns:a="http://schemas.openxmlformats.org/drawingml/2006/main">
              <a:ext uri="{FF2B5EF4-FFF2-40B4-BE49-F238E27FC236}">
                <a16:creationId xmlns:a16="http://schemas.microsoft.com/office/drawing/2014/main" id="{15DCC1FD-165A-4126-873D-3A8C762C39D0}"/>
              </a:ext>
            </a:extLst>
          </p:cNvPr>
          <p:cNvSpPr>
            <a:spLocks xmlns:a="http://schemas.openxmlformats.org/drawingml/2006/main" noGrp="1"/>
          </p:cNvSpPr>
          <p:nvPr/>
        </p:nvSpPr>
        <p:spPr>
          <a:xfrm xmlns:a="http://schemas.openxmlformats.org/drawingml/2006/main" flipV="0">
            <a:off x="4820619" y="2778301"/>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7" name="o16">
            <a:extLst xmlns:a="http://schemas.openxmlformats.org/drawingml/2006/main">
              <a:ext uri="{FF2B5EF4-FFF2-40B4-BE49-F238E27FC236}">
                <a16:creationId xmlns:a16="http://schemas.microsoft.com/office/drawing/2014/main" id="{7B450EA8-C407-4F58-A8CB-9E541371E66B}"/>
              </a:ext>
            </a:extLst>
          </p:cNvPr>
          <p:cNvSpPr>
            <a:spLocks xmlns:a="http://schemas.openxmlformats.org/drawingml/2006/main" noGrp="1"/>
          </p:cNvSpPr>
          <p:nvPr/>
        </p:nvSpPr>
        <p:spPr>
          <a:xfrm xmlns:a="http://schemas.openxmlformats.org/drawingml/2006/main">
            <a:off x="4895850" y="2486025"/>
            <a:ext cx="4667250" cy="666750"/>
          </a:xfrm>
          <a:prstGeom xmlns:a="http://schemas.openxmlformats.org/drawingml/2006/main" prst="roundRect">
            <a:avLst>
              <a:gd name="adj" fmla="val 11429"/>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650" b="1">
                <a:solidFill>
                  <a:srgbClr val="32668E"/>
                </a:solidFill>
                <a:latin typeface="Noto Sans SC"/>
                <a:ea typeface="Noto Sans SC"/>
                <a:cs typeface="Noto Sans SC"/>
              </a:defRPr>
            </a:defPPr>
            <a:lvl1pPr algn="ctr">
              <a:defRPr sz="1650" b="1">
                <a:solidFill>
                  <a:srgbClr val="32668E"/>
                </a:solidFill>
                <a:latin typeface="Noto Sans SC"/>
                <a:ea typeface="Noto Sans SC"/>
                <a:cs typeface="Noto Sans SC"/>
              </a:defRPr>
            </a:lvl1pPr>
            <a:lvl2pPr algn="ctr">
              <a:defRPr sz="1650" b="1">
                <a:solidFill>
                  <a:srgbClr val="32668E"/>
                </a:solidFill>
                <a:latin typeface="Noto Sans SC"/>
                <a:ea typeface="Noto Sans SC"/>
                <a:cs typeface="Noto Sans SC"/>
              </a:defRPr>
            </a:lvl2pPr>
            <a:lvl3pPr algn="ctr">
              <a:defRPr sz="1650" b="1">
                <a:solidFill>
                  <a:srgbClr val="32668E"/>
                </a:solidFill>
                <a:latin typeface="Noto Sans SC"/>
                <a:ea typeface="Noto Sans SC"/>
                <a:cs typeface="Noto Sans SC"/>
              </a:defRPr>
            </a:lvl3pPr>
            <a:lvl4pPr algn="ctr">
              <a:defRPr sz="1650" b="1">
                <a:solidFill>
                  <a:srgbClr val="32668E"/>
                </a:solidFill>
                <a:latin typeface="Noto Sans SC"/>
                <a:ea typeface="Noto Sans SC"/>
                <a:cs typeface="Noto Sans SC"/>
              </a:defRPr>
            </a:lvl4pPr>
            <a:lvl5pPr algn="ctr">
              <a:defRPr sz="1650" b="1">
                <a:solidFill>
                  <a:srgbClr val="32668E"/>
                </a:solidFill>
                <a:latin typeface="Noto Sans SC"/>
                <a:ea typeface="Noto Sans SC"/>
                <a:cs typeface="Noto Sans SC"/>
              </a:defRPr>
            </a:lvl5pPr>
            <a:lvl6pPr algn="ctr">
              <a:defRPr sz="1650" b="1">
                <a:solidFill>
                  <a:srgbClr val="32668E"/>
                </a:solidFill>
                <a:latin typeface="Noto Sans SC"/>
                <a:ea typeface="Noto Sans SC"/>
                <a:cs typeface="Noto Sans SC"/>
              </a:defRPr>
            </a:lvl6pPr>
            <a:lvl7pPr algn="ctr">
              <a:defRPr sz="1650" b="1">
                <a:solidFill>
                  <a:srgbClr val="32668E"/>
                </a:solidFill>
                <a:latin typeface="Noto Sans SC"/>
                <a:ea typeface="Noto Sans SC"/>
                <a:cs typeface="Noto Sans SC"/>
              </a:defRPr>
            </a:lvl7pPr>
            <a:lvl8pPr algn="ctr">
              <a:defRPr sz="1650" b="1">
                <a:solidFill>
                  <a:srgbClr val="32668E"/>
                </a:solidFill>
                <a:latin typeface="Noto Sans SC"/>
                <a:ea typeface="Noto Sans SC"/>
                <a:cs typeface="Noto Sans SC"/>
              </a:defRPr>
            </a:lvl8pPr>
            <a:lvl9pPr algn="ctr">
              <a:defRPr sz="1650" b="1">
                <a:solidFill>
                  <a:srgbClr val="32668E"/>
                </a:solidFill>
                <a:latin typeface="Noto Sans SC"/>
                <a:ea typeface="Noto Sans SC"/>
                <a:cs typeface="Noto Sans SC"/>
              </a:defRPr>
            </a:lvl9pPr>
          </a:lstStyle>
          <a:p xmlns:a="http://schemas.openxmlformats.org/drawingml/2006/main">
            <a:pPr algn="ctr">
              <a:defRPr sz="1650" b="1">
                <a:solidFill>
                  <a:srgbClr val="32668E"/>
                </a:solidFill>
                <a:latin typeface="Noto Sans SC"/>
                <a:ea typeface="Noto Sans SC"/>
                <a:cs typeface="Noto Sans SC"/>
              </a:defRPr>
            </a:pPr>
            <a:r>
              <a:rPr sz="1650" b="1">
                <a:solidFill>
                  <a:srgbClr val="32668E"/>
                </a:solidFill>
                <a:latin typeface="Noto Sans SC"/>
                <a:ea typeface="Noto Sans SC"/>
                <a:cs typeface="Noto Sans SC"/>
              </a:rPr>
              <a:t>targetIntentResults</a:t>
            </a:r>
          </a:p>
        </p:txBody>
      </p:sp>
      <p:sp>
        <p:nvSpPr>
          <p:cNvPr id="18" name="o17">
            <a:extLst xmlns:a="http://schemas.openxmlformats.org/drawingml/2006/main">
              <a:ext uri="{FF2B5EF4-FFF2-40B4-BE49-F238E27FC236}">
                <a16:creationId xmlns:a16="http://schemas.microsoft.com/office/drawing/2014/main" id="{3CB1A2DC-746F-4FD7-A97D-2DACA7D9546B}"/>
              </a:ext>
            </a:extLst>
          </p:cNvPr>
          <p:cNvSpPr>
            <a:spLocks xmlns:a="http://schemas.openxmlformats.org/drawingml/2006/main" noGrp="1"/>
          </p:cNvSpPr>
          <p:nvPr/>
        </p:nvSpPr>
        <p:spPr>
          <a:xfrm xmlns:a="http://schemas.openxmlformats.org/drawingml/2006/main">
            <a:off x="609600" y="3438525"/>
            <a:ext cx="3333750" cy="666750"/>
          </a:xfrm>
          <a:prstGeom xmlns:a="http://schemas.openxmlformats.org/drawingml/2006/main" prst="roundRect">
            <a:avLst>
              <a:gd name="adj" fmla="val 11429"/>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650" b="1">
                <a:solidFill>
                  <a:srgbClr val="0F6E73"/>
                </a:solidFill>
                <a:latin typeface="Noto Sans SC"/>
                <a:ea typeface="Noto Sans SC"/>
                <a:cs typeface="Noto Sans SC"/>
              </a:defRPr>
            </a:defPPr>
            <a:lvl1pPr algn="ctr">
              <a:defRPr sz="1650" b="1">
                <a:solidFill>
                  <a:srgbClr val="0F6E73"/>
                </a:solidFill>
                <a:latin typeface="Noto Sans SC"/>
                <a:ea typeface="Noto Sans SC"/>
                <a:cs typeface="Noto Sans SC"/>
              </a:defRPr>
            </a:lvl1pPr>
            <a:lvl2pPr algn="ctr">
              <a:defRPr sz="1650" b="1">
                <a:solidFill>
                  <a:srgbClr val="0F6E73"/>
                </a:solidFill>
                <a:latin typeface="Noto Sans SC"/>
                <a:ea typeface="Noto Sans SC"/>
                <a:cs typeface="Noto Sans SC"/>
              </a:defRPr>
            </a:lvl2pPr>
            <a:lvl3pPr algn="ctr">
              <a:defRPr sz="1650" b="1">
                <a:solidFill>
                  <a:srgbClr val="0F6E73"/>
                </a:solidFill>
                <a:latin typeface="Noto Sans SC"/>
                <a:ea typeface="Noto Sans SC"/>
                <a:cs typeface="Noto Sans SC"/>
              </a:defRPr>
            </a:lvl3pPr>
            <a:lvl4pPr algn="ctr">
              <a:defRPr sz="1650" b="1">
                <a:solidFill>
                  <a:srgbClr val="0F6E73"/>
                </a:solidFill>
                <a:latin typeface="Noto Sans SC"/>
                <a:ea typeface="Noto Sans SC"/>
                <a:cs typeface="Noto Sans SC"/>
              </a:defRPr>
            </a:lvl4pPr>
            <a:lvl5pPr algn="ctr">
              <a:defRPr sz="1650" b="1">
                <a:solidFill>
                  <a:srgbClr val="0F6E73"/>
                </a:solidFill>
                <a:latin typeface="Noto Sans SC"/>
                <a:ea typeface="Noto Sans SC"/>
                <a:cs typeface="Noto Sans SC"/>
              </a:defRPr>
            </a:lvl5pPr>
            <a:lvl6pPr algn="ctr">
              <a:defRPr sz="1650" b="1">
                <a:solidFill>
                  <a:srgbClr val="0F6E73"/>
                </a:solidFill>
                <a:latin typeface="Noto Sans SC"/>
                <a:ea typeface="Noto Sans SC"/>
                <a:cs typeface="Noto Sans SC"/>
              </a:defRPr>
            </a:lvl6pPr>
            <a:lvl7pPr algn="ctr">
              <a:defRPr sz="1650" b="1">
                <a:solidFill>
                  <a:srgbClr val="0F6E73"/>
                </a:solidFill>
                <a:latin typeface="Noto Sans SC"/>
                <a:ea typeface="Noto Sans SC"/>
                <a:cs typeface="Noto Sans SC"/>
              </a:defRPr>
            </a:lvl7pPr>
            <a:lvl8pPr algn="ctr">
              <a:defRPr sz="1650" b="1">
                <a:solidFill>
                  <a:srgbClr val="0F6E73"/>
                </a:solidFill>
                <a:latin typeface="Noto Sans SC"/>
                <a:ea typeface="Noto Sans SC"/>
                <a:cs typeface="Noto Sans SC"/>
              </a:defRPr>
            </a:lvl8pPr>
            <a:lvl9pPr algn="ctr">
              <a:defRPr sz="1650" b="1">
                <a:solidFill>
                  <a:srgbClr val="0F6E73"/>
                </a:solidFill>
                <a:latin typeface="Noto Sans SC"/>
                <a:ea typeface="Noto Sans SC"/>
                <a:cs typeface="Noto Sans SC"/>
              </a:defRPr>
            </a:lvl9pPr>
          </a:lstStyle>
          <a:p xmlns:a="http://schemas.openxmlformats.org/drawingml/2006/main">
            <a:pPr algn="ctr">
              <a:defRPr sz="1650" b="1">
                <a:solidFill>
                  <a:srgbClr val="0F6E73"/>
                </a:solidFill>
                <a:latin typeface="Noto Sans SC"/>
                <a:ea typeface="Noto Sans SC"/>
                <a:cs typeface="Noto Sans SC"/>
              </a:defRPr>
            </a:pPr>
            <a:r>
              <a:rPr sz="1650" b="1">
                <a:solidFill>
                  <a:srgbClr val="0F6E73"/>
                </a:solidFill>
                <a:latin typeface="Noto Sans SC"/>
                <a:ea typeface="Noto Sans SC"/>
                <a:cs typeface="Noto Sans SC"/>
              </a:rPr>
              <a:t>集群判读</a:t>
            </a:r>
          </a:p>
        </p:txBody>
      </p:sp>
      <p:sp>
        <p:nvSpPr>
          <p:cNvPr id="19" name="line-11">
            <a:extLst xmlns:a="http://schemas.openxmlformats.org/drawingml/2006/main">
              <a:ext uri="{FF2B5EF4-FFF2-40B4-BE49-F238E27FC236}">
                <a16:creationId xmlns:a16="http://schemas.microsoft.com/office/drawing/2014/main" id="{AA71679E-00E3-4838-AFC9-5FEFCFADAEAA}"/>
              </a:ext>
            </a:extLst>
          </p:cNvPr>
          <p:cNvSpPr>
            <a:spLocks xmlns:a="http://schemas.openxmlformats.org/drawingml/2006/main" noGrp="1"/>
          </p:cNvSpPr>
          <p:nvPr/>
        </p:nvSpPr>
        <p:spPr>
          <a:xfrm xmlns:a="http://schemas.openxmlformats.org/drawingml/2006/main" flipV="0">
            <a:off x="3943350" y="3771900"/>
            <a:ext cx="952500"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20" name="line-11">
            <a:extLst xmlns:a="http://schemas.openxmlformats.org/drawingml/2006/main">
              <a:ext uri="{FF2B5EF4-FFF2-40B4-BE49-F238E27FC236}">
                <a16:creationId xmlns:a16="http://schemas.microsoft.com/office/drawing/2014/main" id="{2B5F5D5D-8743-4785-B92B-690FF02DCC0A}"/>
              </a:ext>
            </a:extLst>
          </p:cNvPr>
          <p:cNvSpPr>
            <a:spLocks xmlns:a="http://schemas.openxmlformats.org/drawingml/2006/main" noGrp="1"/>
          </p:cNvSpPr>
          <p:nvPr/>
        </p:nvSpPr>
        <p:spPr>
          <a:xfrm xmlns:a="http://schemas.openxmlformats.org/drawingml/2006/main" flipV="1">
            <a:off x="4820619" y="3771900"/>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21" name="line-11">
            <a:extLst xmlns:a="http://schemas.openxmlformats.org/drawingml/2006/main">
              <a:ext uri="{FF2B5EF4-FFF2-40B4-BE49-F238E27FC236}">
                <a16:creationId xmlns:a16="http://schemas.microsoft.com/office/drawing/2014/main" id="{6E04FA59-61CA-4834-83E8-E32E10DF1B85}"/>
              </a:ext>
            </a:extLst>
          </p:cNvPr>
          <p:cNvSpPr>
            <a:spLocks xmlns:a="http://schemas.openxmlformats.org/drawingml/2006/main" noGrp="1"/>
          </p:cNvSpPr>
          <p:nvPr/>
        </p:nvSpPr>
        <p:spPr>
          <a:xfrm xmlns:a="http://schemas.openxmlformats.org/drawingml/2006/main" flipV="0">
            <a:off x="4820619" y="3730801"/>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22" name="o21">
            <a:extLst xmlns:a="http://schemas.openxmlformats.org/drawingml/2006/main">
              <a:ext uri="{FF2B5EF4-FFF2-40B4-BE49-F238E27FC236}">
                <a16:creationId xmlns:a16="http://schemas.microsoft.com/office/drawing/2014/main" id="{04C78F20-E385-4671-9C85-8AA9D5BE024E}"/>
              </a:ext>
            </a:extLst>
          </p:cNvPr>
          <p:cNvSpPr>
            <a:spLocks xmlns:a="http://schemas.openxmlformats.org/drawingml/2006/main" noGrp="1"/>
          </p:cNvSpPr>
          <p:nvPr/>
        </p:nvSpPr>
        <p:spPr>
          <a:xfrm xmlns:a="http://schemas.openxmlformats.org/drawingml/2006/main">
            <a:off x="4895850" y="3438525"/>
            <a:ext cx="4667250" cy="666750"/>
          </a:xfrm>
          <a:prstGeom xmlns:a="http://schemas.openxmlformats.org/drawingml/2006/main" prst="roundRect">
            <a:avLst>
              <a:gd name="adj" fmla="val 11429"/>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650" b="1">
                <a:solidFill>
                  <a:srgbClr val="0F6E73"/>
                </a:solidFill>
                <a:latin typeface="Noto Sans SC"/>
                <a:ea typeface="Noto Sans SC"/>
                <a:cs typeface="Noto Sans SC"/>
              </a:defRPr>
            </a:defPPr>
            <a:lvl1pPr algn="ctr">
              <a:defRPr sz="1650" b="1">
                <a:solidFill>
                  <a:srgbClr val="0F6E73"/>
                </a:solidFill>
                <a:latin typeface="Noto Sans SC"/>
                <a:ea typeface="Noto Sans SC"/>
                <a:cs typeface="Noto Sans SC"/>
              </a:defRPr>
            </a:lvl1pPr>
            <a:lvl2pPr algn="ctr">
              <a:defRPr sz="1650" b="1">
                <a:solidFill>
                  <a:srgbClr val="0F6E73"/>
                </a:solidFill>
                <a:latin typeface="Noto Sans SC"/>
                <a:ea typeface="Noto Sans SC"/>
                <a:cs typeface="Noto Sans SC"/>
              </a:defRPr>
            </a:lvl2pPr>
            <a:lvl3pPr algn="ctr">
              <a:defRPr sz="1650" b="1">
                <a:solidFill>
                  <a:srgbClr val="0F6E73"/>
                </a:solidFill>
                <a:latin typeface="Noto Sans SC"/>
                <a:ea typeface="Noto Sans SC"/>
                <a:cs typeface="Noto Sans SC"/>
              </a:defRPr>
            </a:lvl3pPr>
            <a:lvl4pPr algn="ctr">
              <a:defRPr sz="1650" b="1">
                <a:solidFill>
                  <a:srgbClr val="0F6E73"/>
                </a:solidFill>
                <a:latin typeface="Noto Sans SC"/>
                <a:ea typeface="Noto Sans SC"/>
                <a:cs typeface="Noto Sans SC"/>
              </a:defRPr>
            </a:lvl4pPr>
            <a:lvl5pPr algn="ctr">
              <a:defRPr sz="1650" b="1">
                <a:solidFill>
                  <a:srgbClr val="0F6E73"/>
                </a:solidFill>
                <a:latin typeface="Noto Sans SC"/>
                <a:ea typeface="Noto Sans SC"/>
                <a:cs typeface="Noto Sans SC"/>
              </a:defRPr>
            </a:lvl5pPr>
            <a:lvl6pPr algn="ctr">
              <a:defRPr sz="1650" b="1">
                <a:solidFill>
                  <a:srgbClr val="0F6E73"/>
                </a:solidFill>
                <a:latin typeface="Noto Sans SC"/>
                <a:ea typeface="Noto Sans SC"/>
                <a:cs typeface="Noto Sans SC"/>
              </a:defRPr>
            </a:lvl6pPr>
            <a:lvl7pPr algn="ctr">
              <a:defRPr sz="1650" b="1">
                <a:solidFill>
                  <a:srgbClr val="0F6E73"/>
                </a:solidFill>
                <a:latin typeface="Noto Sans SC"/>
                <a:ea typeface="Noto Sans SC"/>
                <a:cs typeface="Noto Sans SC"/>
              </a:defRPr>
            </a:lvl7pPr>
            <a:lvl8pPr algn="ctr">
              <a:defRPr sz="1650" b="1">
                <a:solidFill>
                  <a:srgbClr val="0F6E73"/>
                </a:solidFill>
                <a:latin typeface="Noto Sans SC"/>
                <a:ea typeface="Noto Sans SC"/>
                <a:cs typeface="Noto Sans SC"/>
              </a:defRPr>
            </a:lvl8pPr>
            <a:lvl9pPr algn="ctr">
              <a:defRPr sz="1650" b="1">
                <a:solidFill>
                  <a:srgbClr val="0F6E73"/>
                </a:solidFill>
                <a:latin typeface="Noto Sans SC"/>
                <a:ea typeface="Noto Sans SC"/>
                <a:cs typeface="Noto Sans SC"/>
              </a:defRPr>
            </a:lvl9pPr>
          </a:lstStyle>
          <a:p xmlns:a="http://schemas.openxmlformats.org/drawingml/2006/main">
            <a:pPr algn="ctr">
              <a:defRPr sz="1650" b="1">
                <a:solidFill>
                  <a:srgbClr val="0F6E73"/>
                </a:solidFill>
                <a:latin typeface="Noto Sans SC"/>
                <a:ea typeface="Noto Sans SC"/>
                <a:cs typeface="Noto Sans SC"/>
              </a:defRPr>
            </a:pPr>
            <a:r>
              <a:rPr sz="1650" b="1">
                <a:solidFill>
                  <a:srgbClr val="0F6E73"/>
                </a:solidFill>
                <a:latin typeface="Noto Sans SC"/>
                <a:ea typeface="Noto Sans SC"/>
                <a:cs typeface="Noto Sans SC"/>
              </a:rPr>
              <a:t>clusterDtoList</a:t>
            </a:r>
          </a:p>
        </p:txBody>
      </p:sp>
      <p:sp>
        <p:nvSpPr>
          <p:cNvPr id="23" name="o22">
            <a:extLst xmlns:a="http://schemas.openxmlformats.org/drawingml/2006/main">
              <a:ext uri="{FF2B5EF4-FFF2-40B4-BE49-F238E27FC236}">
                <a16:creationId xmlns:a16="http://schemas.microsoft.com/office/drawing/2014/main" id="{8F75965A-4B4E-407F-84F2-222DB4922172}"/>
              </a:ext>
            </a:extLst>
          </p:cNvPr>
          <p:cNvSpPr>
            <a:spLocks xmlns:a="http://schemas.openxmlformats.org/drawingml/2006/main" noGrp="1"/>
          </p:cNvSpPr>
          <p:nvPr/>
        </p:nvSpPr>
        <p:spPr>
          <a:xfrm xmlns:a="http://schemas.openxmlformats.org/drawingml/2006/main">
            <a:off x="609600" y="4391025"/>
            <a:ext cx="3333750" cy="666750"/>
          </a:xfrm>
          <a:prstGeom xmlns:a="http://schemas.openxmlformats.org/drawingml/2006/main" prst="roundRect">
            <a:avLst>
              <a:gd name="adj" fmla="val 11429"/>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650" b="1">
                <a:solidFill>
                  <a:srgbClr val="B85A1E"/>
                </a:solidFill>
                <a:latin typeface="Noto Sans SC"/>
                <a:ea typeface="Noto Sans SC"/>
                <a:cs typeface="Noto Sans SC"/>
              </a:defRPr>
            </a:defPPr>
            <a:lvl1pPr algn="ctr">
              <a:defRPr sz="1650" b="1">
                <a:solidFill>
                  <a:srgbClr val="B85A1E"/>
                </a:solidFill>
                <a:latin typeface="Noto Sans SC"/>
                <a:ea typeface="Noto Sans SC"/>
                <a:cs typeface="Noto Sans SC"/>
              </a:defRPr>
            </a:lvl1pPr>
            <a:lvl2pPr algn="ctr">
              <a:defRPr sz="1650" b="1">
                <a:solidFill>
                  <a:srgbClr val="B85A1E"/>
                </a:solidFill>
                <a:latin typeface="Noto Sans SC"/>
                <a:ea typeface="Noto Sans SC"/>
                <a:cs typeface="Noto Sans SC"/>
              </a:defRPr>
            </a:lvl2pPr>
            <a:lvl3pPr algn="ctr">
              <a:defRPr sz="1650" b="1">
                <a:solidFill>
                  <a:srgbClr val="B85A1E"/>
                </a:solidFill>
                <a:latin typeface="Noto Sans SC"/>
                <a:ea typeface="Noto Sans SC"/>
                <a:cs typeface="Noto Sans SC"/>
              </a:defRPr>
            </a:lvl3pPr>
            <a:lvl4pPr algn="ctr">
              <a:defRPr sz="1650" b="1">
                <a:solidFill>
                  <a:srgbClr val="B85A1E"/>
                </a:solidFill>
                <a:latin typeface="Noto Sans SC"/>
                <a:ea typeface="Noto Sans SC"/>
                <a:cs typeface="Noto Sans SC"/>
              </a:defRPr>
            </a:lvl4pPr>
            <a:lvl5pPr algn="ctr">
              <a:defRPr sz="1650" b="1">
                <a:solidFill>
                  <a:srgbClr val="B85A1E"/>
                </a:solidFill>
                <a:latin typeface="Noto Sans SC"/>
                <a:ea typeface="Noto Sans SC"/>
                <a:cs typeface="Noto Sans SC"/>
              </a:defRPr>
            </a:lvl5pPr>
            <a:lvl6pPr algn="ctr">
              <a:defRPr sz="1650" b="1">
                <a:solidFill>
                  <a:srgbClr val="B85A1E"/>
                </a:solidFill>
                <a:latin typeface="Noto Sans SC"/>
                <a:ea typeface="Noto Sans SC"/>
                <a:cs typeface="Noto Sans SC"/>
              </a:defRPr>
            </a:lvl6pPr>
            <a:lvl7pPr algn="ctr">
              <a:defRPr sz="1650" b="1">
                <a:solidFill>
                  <a:srgbClr val="B85A1E"/>
                </a:solidFill>
                <a:latin typeface="Noto Sans SC"/>
                <a:ea typeface="Noto Sans SC"/>
                <a:cs typeface="Noto Sans SC"/>
              </a:defRPr>
            </a:lvl7pPr>
            <a:lvl8pPr algn="ctr">
              <a:defRPr sz="1650" b="1">
                <a:solidFill>
                  <a:srgbClr val="B85A1E"/>
                </a:solidFill>
                <a:latin typeface="Noto Sans SC"/>
                <a:ea typeface="Noto Sans SC"/>
                <a:cs typeface="Noto Sans SC"/>
              </a:defRPr>
            </a:lvl8pPr>
            <a:lvl9pPr algn="ctr">
              <a:defRPr sz="1650" b="1">
                <a:solidFill>
                  <a:srgbClr val="B85A1E"/>
                </a:solidFill>
                <a:latin typeface="Noto Sans SC"/>
                <a:ea typeface="Noto Sans SC"/>
                <a:cs typeface="Noto Sans SC"/>
              </a:defRPr>
            </a:lvl9pPr>
          </a:lstStyle>
          <a:p xmlns:a="http://schemas.openxmlformats.org/drawingml/2006/main">
            <a:pPr algn="ctr">
              <a:defRPr sz="1650" b="1">
                <a:solidFill>
                  <a:srgbClr val="B85A1E"/>
                </a:solidFill>
                <a:latin typeface="Noto Sans SC"/>
                <a:ea typeface="Noto Sans SC"/>
                <a:cs typeface="Noto Sans SC"/>
              </a:defRPr>
            </a:pPr>
            <a:r>
              <a:rPr sz="1650" b="1">
                <a:solidFill>
                  <a:srgbClr val="B85A1E"/>
                </a:solidFill>
                <a:latin typeface="Noto Sans SC"/>
                <a:ea typeface="Noto Sans SC"/>
                <a:cs typeface="Noto Sans SC"/>
              </a:rPr>
              <a:t>辅助评估</a:t>
            </a:r>
          </a:p>
        </p:txBody>
      </p:sp>
      <p:sp>
        <p:nvSpPr>
          <p:cNvPr id="24" name="line-13">
            <a:extLst xmlns:a="http://schemas.openxmlformats.org/drawingml/2006/main">
              <a:ext uri="{FF2B5EF4-FFF2-40B4-BE49-F238E27FC236}">
                <a16:creationId xmlns:a16="http://schemas.microsoft.com/office/drawing/2014/main" id="{5F416FF3-5EFB-47D0-98D7-18FD42058E3B}"/>
              </a:ext>
            </a:extLst>
          </p:cNvPr>
          <p:cNvSpPr>
            <a:spLocks xmlns:a="http://schemas.openxmlformats.org/drawingml/2006/main" noGrp="1"/>
          </p:cNvSpPr>
          <p:nvPr/>
        </p:nvSpPr>
        <p:spPr>
          <a:xfrm xmlns:a="http://schemas.openxmlformats.org/drawingml/2006/main" flipV="0">
            <a:off x="3943350" y="4724400"/>
            <a:ext cx="952500"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25" name="line-13">
            <a:extLst xmlns:a="http://schemas.openxmlformats.org/drawingml/2006/main">
              <a:ext uri="{FF2B5EF4-FFF2-40B4-BE49-F238E27FC236}">
                <a16:creationId xmlns:a16="http://schemas.microsoft.com/office/drawing/2014/main" id="{4EFF3D9F-FF37-4947-97D7-B9E4DE33A11A}"/>
              </a:ext>
            </a:extLst>
          </p:cNvPr>
          <p:cNvSpPr>
            <a:spLocks xmlns:a="http://schemas.openxmlformats.org/drawingml/2006/main" noGrp="1"/>
          </p:cNvSpPr>
          <p:nvPr/>
        </p:nvSpPr>
        <p:spPr>
          <a:xfrm xmlns:a="http://schemas.openxmlformats.org/drawingml/2006/main" flipV="1">
            <a:off x="4820619" y="4724400"/>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26" name="line-13">
            <a:extLst xmlns:a="http://schemas.openxmlformats.org/drawingml/2006/main">
              <a:ext uri="{FF2B5EF4-FFF2-40B4-BE49-F238E27FC236}">
                <a16:creationId xmlns:a16="http://schemas.microsoft.com/office/drawing/2014/main" id="{B2C09BB6-1D06-4B6D-ABDE-17163C4A67D7}"/>
              </a:ext>
            </a:extLst>
          </p:cNvPr>
          <p:cNvSpPr>
            <a:spLocks xmlns:a="http://schemas.openxmlformats.org/drawingml/2006/main" noGrp="1"/>
          </p:cNvSpPr>
          <p:nvPr/>
        </p:nvSpPr>
        <p:spPr>
          <a:xfrm xmlns:a="http://schemas.openxmlformats.org/drawingml/2006/main" flipV="0">
            <a:off x="4820619" y="4683301"/>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27" name="o26">
            <a:extLst xmlns:a="http://schemas.openxmlformats.org/drawingml/2006/main">
              <a:ext uri="{FF2B5EF4-FFF2-40B4-BE49-F238E27FC236}">
                <a16:creationId xmlns:a16="http://schemas.microsoft.com/office/drawing/2014/main" id="{7181915A-93EB-4C31-9CD1-E2346E096E96}"/>
              </a:ext>
            </a:extLst>
          </p:cNvPr>
          <p:cNvSpPr>
            <a:spLocks xmlns:a="http://schemas.openxmlformats.org/drawingml/2006/main" noGrp="1"/>
          </p:cNvSpPr>
          <p:nvPr/>
        </p:nvSpPr>
        <p:spPr>
          <a:xfrm xmlns:a="http://schemas.openxmlformats.org/drawingml/2006/main">
            <a:off x="4895850" y="4391025"/>
            <a:ext cx="4667250" cy="666750"/>
          </a:xfrm>
          <a:prstGeom xmlns:a="http://schemas.openxmlformats.org/drawingml/2006/main" prst="roundRect">
            <a:avLst>
              <a:gd name="adj" fmla="val 11429"/>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650" b="1">
                <a:solidFill>
                  <a:srgbClr val="B85A1E"/>
                </a:solidFill>
                <a:latin typeface="Noto Sans SC"/>
                <a:ea typeface="Noto Sans SC"/>
                <a:cs typeface="Noto Sans SC"/>
              </a:defRPr>
            </a:defPPr>
            <a:lvl1pPr algn="ctr">
              <a:defRPr sz="1650" b="1">
                <a:solidFill>
                  <a:srgbClr val="B85A1E"/>
                </a:solidFill>
                <a:latin typeface="Noto Sans SC"/>
                <a:ea typeface="Noto Sans SC"/>
                <a:cs typeface="Noto Sans SC"/>
              </a:defRPr>
            </a:lvl1pPr>
            <a:lvl2pPr algn="ctr">
              <a:defRPr sz="1650" b="1">
                <a:solidFill>
                  <a:srgbClr val="B85A1E"/>
                </a:solidFill>
                <a:latin typeface="Noto Sans SC"/>
                <a:ea typeface="Noto Sans SC"/>
                <a:cs typeface="Noto Sans SC"/>
              </a:defRPr>
            </a:lvl2pPr>
            <a:lvl3pPr algn="ctr">
              <a:defRPr sz="1650" b="1">
                <a:solidFill>
                  <a:srgbClr val="B85A1E"/>
                </a:solidFill>
                <a:latin typeface="Noto Sans SC"/>
                <a:ea typeface="Noto Sans SC"/>
                <a:cs typeface="Noto Sans SC"/>
              </a:defRPr>
            </a:lvl3pPr>
            <a:lvl4pPr algn="ctr">
              <a:defRPr sz="1650" b="1">
                <a:solidFill>
                  <a:srgbClr val="B85A1E"/>
                </a:solidFill>
                <a:latin typeface="Noto Sans SC"/>
                <a:ea typeface="Noto Sans SC"/>
                <a:cs typeface="Noto Sans SC"/>
              </a:defRPr>
            </a:lvl4pPr>
            <a:lvl5pPr algn="ctr">
              <a:defRPr sz="1650" b="1">
                <a:solidFill>
                  <a:srgbClr val="B85A1E"/>
                </a:solidFill>
                <a:latin typeface="Noto Sans SC"/>
                <a:ea typeface="Noto Sans SC"/>
                <a:cs typeface="Noto Sans SC"/>
              </a:defRPr>
            </a:lvl5pPr>
            <a:lvl6pPr algn="ctr">
              <a:defRPr sz="1650" b="1">
                <a:solidFill>
                  <a:srgbClr val="B85A1E"/>
                </a:solidFill>
                <a:latin typeface="Noto Sans SC"/>
                <a:ea typeface="Noto Sans SC"/>
                <a:cs typeface="Noto Sans SC"/>
              </a:defRPr>
            </a:lvl6pPr>
            <a:lvl7pPr algn="ctr">
              <a:defRPr sz="1650" b="1">
                <a:solidFill>
                  <a:srgbClr val="B85A1E"/>
                </a:solidFill>
                <a:latin typeface="Noto Sans SC"/>
                <a:ea typeface="Noto Sans SC"/>
                <a:cs typeface="Noto Sans SC"/>
              </a:defRPr>
            </a:lvl7pPr>
            <a:lvl8pPr algn="ctr">
              <a:defRPr sz="1650" b="1">
                <a:solidFill>
                  <a:srgbClr val="B85A1E"/>
                </a:solidFill>
                <a:latin typeface="Noto Sans SC"/>
                <a:ea typeface="Noto Sans SC"/>
                <a:cs typeface="Noto Sans SC"/>
              </a:defRPr>
            </a:lvl8pPr>
            <a:lvl9pPr algn="ctr">
              <a:defRPr sz="1650" b="1">
                <a:solidFill>
                  <a:srgbClr val="B85A1E"/>
                </a:solidFill>
                <a:latin typeface="Noto Sans SC"/>
                <a:ea typeface="Noto Sans SC"/>
                <a:cs typeface="Noto Sans SC"/>
              </a:defRPr>
            </a:lvl9pPr>
          </a:lstStyle>
          <a:p xmlns:a="http://schemas.openxmlformats.org/drawingml/2006/main">
            <a:pPr algn="ctr">
              <a:defRPr sz="1650" b="1">
                <a:solidFill>
                  <a:srgbClr val="B85A1E"/>
                </a:solidFill>
                <a:latin typeface="Noto Sans SC"/>
                <a:ea typeface="Noto Sans SC"/>
                <a:cs typeface="Noto Sans SC"/>
              </a:defRPr>
            </a:pPr>
            <a:r>
              <a:rPr sz="1650" b="1">
                <a:solidFill>
                  <a:srgbClr val="B85A1E"/>
                </a:solidFill>
                <a:latin typeface="Noto Sans SC"/>
                <a:ea typeface="Noto Sans SC"/>
                <a:cs typeface="Noto Sans SC"/>
              </a:rPr>
              <a:t>defenseAssessment</a:t>
            </a:r>
          </a:p>
        </p:txBody>
      </p:sp>
      <p:sp>
        <p:nvSpPr>
          <p:cNvPr id="28" name="o27">
            <a:extLst xmlns:a="http://schemas.openxmlformats.org/drawingml/2006/main">
              <a:ext uri="{FF2B5EF4-FFF2-40B4-BE49-F238E27FC236}">
                <a16:creationId xmlns:a16="http://schemas.microsoft.com/office/drawing/2014/main" id="{D1FA419F-851F-4CF1-A4CA-59D71F31C7C2}"/>
              </a:ext>
            </a:extLst>
          </p:cNvPr>
          <p:cNvSpPr>
            <a:spLocks xmlns:a="http://schemas.openxmlformats.org/drawingml/2006/main" noGrp="1"/>
          </p:cNvSpPr>
          <p:nvPr/>
        </p:nvSpPr>
        <p:spPr>
          <a:xfrm xmlns:a="http://schemas.openxmlformats.org/drawingml/2006/main">
            <a:off x="10001250" y="1533525"/>
            <a:ext cx="1581150" cy="3524250"/>
          </a:xfrm>
          <a:prstGeom xmlns:a="http://schemas.openxmlformats.org/drawingml/2006/main" prst="roundRect">
            <a:avLst>
              <a:gd name="adj" fmla="val 4819"/>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32668E"/>
                </a:solidFill>
                <a:latin typeface="Noto Sans SC"/>
                <a:ea typeface="Noto Sans SC"/>
                <a:cs typeface="Noto Sans SC"/>
              </a:defRPr>
            </a:defPPr>
            <a:lvl1pPr algn="ctr">
              <a:defRPr sz="1725" b="1">
                <a:solidFill>
                  <a:srgbClr val="32668E"/>
                </a:solidFill>
                <a:latin typeface="Noto Sans SC"/>
                <a:ea typeface="Noto Sans SC"/>
                <a:cs typeface="Noto Sans SC"/>
              </a:defRPr>
            </a:lvl1pPr>
            <a:lvl2pPr algn="ctr">
              <a:defRPr sz="1725" b="1">
                <a:solidFill>
                  <a:srgbClr val="32668E"/>
                </a:solidFill>
                <a:latin typeface="Noto Sans SC"/>
                <a:ea typeface="Noto Sans SC"/>
                <a:cs typeface="Noto Sans SC"/>
              </a:defRPr>
            </a:lvl2pPr>
            <a:lvl3pPr algn="ctr">
              <a:defRPr sz="1725" b="1">
                <a:solidFill>
                  <a:srgbClr val="32668E"/>
                </a:solidFill>
                <a:latin typeface="Noto Sans SC"/>
                <a:ea typeface="Noto Sans SC"/>
                <a:cs typeface="Noto Sans SC"/>
              </a:defRPr>
            </a:lvl3pPr>
            <a:lvl4pPr algn="ctr">
              <a:defRPr sz="1725" b="1">
                <a:solidFill>
                  <a:srgbClr val="32668E"/>
                </a:solidFill>
                <a:latin typeface="Noto Sans SC"/>
                <a:ea typeface="Noto Sans SC"/>
                <a:cs typeface="Noto Sans SC"/>
              </a:defRPr>
            </a:lvl4pPr>
            <a:lvl5pPr algn="ctr">
              <a:defRPr sz="1725" b="1">
                <a:solidFill>
                  <a:srgbClr val="32668E"/>
                </a:solidFill>
                <a:latin typeface="Noto Sans SC"/>
                <a:ea typeface="Noto Sans SC"/>
                <a:cs typeface="Noto Sans SC"/>
              </a:defRPr>
            </a:lvl5pPr>
            <a:lvl6pPr algn="ctr">
              <a:defRPr sz="1725" b="1">
                <a:solidFill>
                  <a:srgbClr val="32668E"/>
                </a:solidFill>
                <a:latin typeface="Noto Sans SC"/>
                <a:ea typeface="Noto Sans SC"/>
                <a:cs typeface="Noto Sans SC"/>
              </a:defRPr>
            </a:lvl6pPr>
            <a:lvl7pPr algn="ctr">
              <a:defRPr sz="1725" b="1">
                <a:solidFill>
                  <a:srgbClr val="32668E"/>
                </a:solidFill>
                <a:latin typeface="Noto Sans SC"/>
                <a:ea typeface="Noto Sans SC"/>
                <a:cs typeface="Noto Sans SC"/>
              </a:defRPr>
            </a:lvl7pPr>
            <a:lvl8pPr algn="ctr">
              <a:defRPr sz="1725" b="1">
                <a:solidFill>
                  <a:srgbClr val="32668E"/>
                </a:solidFill>
                <a:latin typeface="Noto Sans SC"/>
                <a:ea typeface="Noto Sans SC"/>
                <a:cs typeface="Noto Sans SC"/>
              </a:defRPr>
            </a:lvl8pPr>
            <a:lvl9pPr algn="ctr">
              <a:defRPr sz="1725" b="1">
                <a:solidFill>
                  <a:srgbClr val="32668E"/>
                </a:solidFill>
                <a:latin typeface="Noto Sans SC"/>
                <a:ea typeface="Noto Sans SC"/>
                <a:cs typeface="Noto Sans SC"/>
              </a:defRPr>
            </a:lvl9pPr>
          </a:lstStyle>
          <a:p xmlns:a="http://schemas.openxmlformats.org/drawingml/2006/main">
            <a:pPr algn="ctr">
              <a:defRPr sz="1725" b="1">
                <a:solidFill>
                  <a:srgbClr val="32668E"/>
                </a:solidFill>
                <a:latin typeface="Noto Sans SC"/>
                <a:ea typeface="Noto Sans SC"/>
                <a:cs typeface="Noto Sans SC"/>
              </a:defRPr>
            </a:pPr>
            <a:r>
              <a:rPr sz="1725" b="1">
                <a:solidFill>
                  <a:srgbClr val="32668E"/>
                </a:solidFill>
                <a:latin typeface="Noto Sans SC"/>
                <a:ea typeface="Noto Sans SC"/>
                <a:cs typeface="Noto Sans SC"/>
              </a:rPr>
              <a:t>证据</a:t>
            </a:r>
          </a:p>
          <a:p xmlns:a="http://schemas.openxmlformats.org/drawingml/2006/main">
            <a:pPr algn="ctr">
              <a:defRPr sz="1725" b="1">
                <a:solidFill>
                  <a:srgbClr val="32668E"/>
                </a:solidFill>
                <a:latin typeface="Noto Sans SC"/>
                <a:ea typeface="Noto Sans SC"/>
                <a:cs typeface="Noto Sans SC"/>
              </a:defRPr>
            </a:pPr>
            <a:r>
              <a:rPr sz="1725" b="1">
                <a:solidFill>
                  <a:srgbClr val="32668E"/>
                </a:solidFill>
                <a:latin typeface="Noto Sans SC"/>
                <a:ea typeface="Noto Sans SC"/>
                <a:cs typeface="Noto Sans SC"/>
              </a:rPr>
              <a:t>诊断</a:t>
            </a:r>
          </a:p>
          <a:p xmlns:a="http://schemas.openxmlformats.org/drawingml/2006/main">
            <a:pPr algn="ctr">
              <a:defRPr sz="1725" b="1">
                <a:solidFill>
                  <a:srgbClr val="32668E"/>
                </a:solidFill>
                <a:latin typeface="Noto Sans SC"/>
                <a:ea typeface="Noto Sans SC"/>
                <a:cs typeface="Noto Sans SC"/>
              </a:defRPr>
            </a:pPr>
            <a:r>
              <a:rPr sz="1725" b="1">
                <a:solidFill>
                  <a:srgbClr val="32668E"/>
                </a:solidFill>
                <a:latin typeface="Noto Sans SC"/>
                <a:ea typeface="Noto Sans SC"/>
                <a:cs typeface="Noto Sans SC"/>
              </a:rPr>
              <a:t>规则版本</a:t>
            </a:r>
          </a:p>
          <a:p xmlns:a="http://schemas.openxmlformats.org/drawingml/2006/main">
            <a:pPr algn="ctr">
              <a:defRPr sz="1725" b="1">
                <a:solidFill>
                  <a:srgbClr val="32668E"/>
                </a:solidFill>
                <a:latin typeface="Noto Sans SC"/>
                <a:ea typeface="Noto Sans SC"/>
                <a:cs typeface="Noto Sans SC"/>
              </a:defRPr>
            </a:pPr>
            <a:r>
              <a:rPr sz="1725" b="1">
                <a:solidFill>
                  <a:srgbClr val="32668E"/>
                </a:solidFill>
                <a:latin typeface="Noto Sans SC"/>
                <a:ea typeface="Noto Sans SC"/>
                <a:cs typeface="Noto Sans SC"/>
              </a:rPr>
              <a:t>地图来源</a:t>
            </a:r>
          </a:p>
        </p:txBody>
      </p:sp>
      <p:sp>
        <p:nvSpPr>
          <p:cNvPr id="29" name="o28">
            <a:extLst xmlns:a="http://schemas.openxmlformats.org/drawingml/2006/main">
              <a:ext uri="{FF2B5EF4-FFF2-40B4-BE49-F238E27FC236}">
                <a16:creationId xmlns:a16="http://schemas.microsoft.com/office/drawing/2014/main" id="{1CF06339-83E7-4729-959B-638839EDDAB3}"/>
              </a:ext>
            </a:extLst>
          </p:cNvPr>
          <p:cNvSpPr>
            <a:spLocks xmlns:a="http://schemas.openxmlformats.org/drawingml/2006/main" noGrp="1"/>
          </p:cNvSpPr>
          <p:nvPr/>
        </p:nvSpPr>
        <p:spPr>
          <a:xfrm xmlns:a="http://schemas.openxmlformats.org/drawingml/2006/main">
            <a:off x="609600" y="5514975"/>
            <a:ext cx="109728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1">
                <a:solidFill>
                  <a:srgbClr val="0F6E73"/>
                </a:solidFill>
                <a:latin typeface="Noto Sans SC"/>
                <a:ea typeface="Noto Sans SC"/>
                <a:cs typeface="Noto Sans SC"/>
              </a:defRPr>
            </a:defPPr>
            <a:lvl1pPr algn="l">
              <a:defRPr sz="1725" b="1">
                <a:solidFill>
                  <a:srgbClr val="0F6E73"/>
                </a:solidFill>
                <a:latin typeface="Noto Sans SC"/>
                <a:ea typeface="Noto Sans SC"/>
                <a:cs typeface="Noto Sans SC"/>
              </a:defRPr>
            </a:lvl1pPr>
            <a:lvl2pPr algn="l">
              <a:defRPr sz="1725" b="1">
                <a:solidFill>
                  <a:srgbClr val="0F6E73"/>
                </a:solidFill>
                <a:latin typeface="Noto Sans SC"/>
                <a:ea typeface="Noto Sans SC"/>
                <a:cs typeface="Noto Sans SC"/>
              </a:defRPr>
            </a:lvl2pPr>
            <a:lvl3pPr algn="l">
              <a:defRPr sz="1725" b="1">
                <a:solidFill>
                  <a:srgbClr val="0F6E73"/>
                </a:solidFill>
                <a:latin typeface="Noto Sans SC"/>
                <a:ea typeface="Noto Sans SC"/>
                <a:cs typeface="Noto Sans SC"/>
              </a:defRPr>
            </a:lvl3pPr>
            <a:lvl4pPr algn="l">
              <a:defRPr sz="1725" b="1">
                <a:solidFill>
                  <a:srgbClr val="0F6E73"/>
                </a:solidFill>
                <a:latin typeface="Noto Sans SC"/>
                <a:ea typeface="Noto Sans SC"/>
                <a:cs typeface="Noto Sans SC"/>
              </a:defRPr>
            </a:lvl4pPr>
            <a:lvl5pPr algn="l">
              <a:defRPr sz="1725" b="1">
                <a:solidFill>
                  <a:srgbClr val="0F6E73"/>
                </a:solidFill>
                <a:latin typeface="Noto Sans SC"/>
                <a:ea typeface="Noto Sans SC"/>
                <a:cs typeface="Noto Sans SC"/>
              </a:defRPr>
            </a:lvl5pPr>
            <a:lvl6pPr algn="l">
              <a:defRPr sz="1725" b="1">
                <a:solidFill>
                  <a:srgbClr val="0F6E73"/>
                </a:solidFill>
                <a:latin typeface="Noto Sans SC"/>
                <a:ea typeface="Noto Sans SC"/>
                <a:cs typeface="Noto Sans SC"/>
              </a:defRPr>
            </a:lvl6pPr>
            <a:lvl7pPr algn="l">
              <a:defRPr sz="1725" b="1">
                <a:solidFill>
                  <a:srgbClr val="0F6E73"/>
                </a:solidFill>
                <a:latin typeface="Noto Sans SC"/>
                <a:ea typeface="Noto Sans SC"/>
                <a:cs typeface="Noto Sans SC"/>
              </a:defRPr>
            </a:lvl7pPr>
            <a:lvl8pPr algn="l">
              <a:defRPr sz="1725" b="1">
                <a:solidFill>
                  <a:srgbClr val="0F6E73"/>
                </a:solidFill>
                <a:latin typeface="Noto Sans SC"/>
                <a:ea typeface="Noto Sans SC"/>
                <a:cs typeface="Noto Sans SC"/>
              </a:defRPr>
            </a:lvl8pPr>
            <a:lvl9pPr algn="l">
              <a:defRPr sz="1725" b="1">
                <a:solidFill>
                  <a:srgbClr val="0F6E73"/>
                </a:solidFill>
                <a:latin typeface="Noto Sans SC"/>
                <a:ea typeface="Noto Sans SC"/>
                <a:cs typeface="Noto Sans SC"/>
              </a:defRPr>
            </a:lvl9pPr>
          </a:lstStyle>
          <a:p xmlns:a="http://schemas.openxmlformats.org/drawingml/2006/main">
            <a:pPr algn="l">
              <a:defRPr sz="1725" b="1">
                <a:solidFill>
                  <a:srgbClr val="0F6E73"/>
                </a:solidFill>
                <a:latin typeface="Noto Sans SC"/>
                <a:ea typeface="Noto Sans SC"/>
                <a:cs typeface="Noto Sans SC"/>
              </a:defRPr>
            </a:pPr>
            <a:r>
              <a:rPr sz="1725" b="1">
                <a:solidFill>
                  <a:srgbClr val="0F6E73"/>
                </a:solidFill>
                <a:latin typeface="Noto Sans SC"/>
                <a:ea typeface="Noto Sans SC"/>
                <a:cs typeface="Noto Sans SC"/>
              </a:rPr>
              <a:t>豁免、跳过、缺失与有效结果都应能对应回输入目标</a:t>
            </a:r>
          </a:p>
        </p:txBody>
      </p:sp>
    </p:spTree>
    <p:extLst>
      <p:ext uri="{BB962C8B-B14F-4D97-AF65-F5344CB8AC3E}">
        <p14:creationId xmlns:p14="http://schemas.microsoft.com/office/powerpoint/2010/main" val="413393145"/>
      </p:ext>
    </p:extLst>
  </p:cSld>
</p:sld>
</file>

<file path=ppt/slides/slide27.xml><?xml version="1.0" encoding="utf-8"?>
<p:sld xmlns:p="http://schemas.openxmlformats.org/presentationml/2006/main">
  <p:cSld>
    <p:bg>
      <p:bgPr>
        <a:solidFill xmlns:a="http://schemas.openxmlformats.org/drawingml/2006/main">
          <a:srgbClr val="ECEFF1"/>
        </a:solidFill>
      </p:bgPr>
    </p:bg>
    <p:spTree>
      <p:nvGrpSpPr>
        <p:cNvPr id="1" name=""/>
        <p:cNvGrpSpPr/>
        <p:nvPr/>
      </p:nvGrpSpPr>
      <p:grpSpPr>
        <a:xfrm xmlns:a="http://schemas.openxmlformats.org/drawingml/2006/main"/>
      </p:grpSpPr>
      <p:sp>
        <p:nvSpPr>
          <p:cNvPr id="29" name="o0">
            <a:extLst xmlns:a="http://schemas.openxmlformats.org/drawingml/2006/main">
              <a:ext uri="{FF2B5EF4-FFF2-40B4-BE49-F238E27FC236}">
                <a16:creationId xmlns:a16="http://schemas.microsoft.com/office/drawing/2014/main" id="{F6DC16BB-C32F-4B75-880C-BCA32B9BCFFD}"/>
              </a:ext>
            </a:extLst>
          </p:cNvPr>
          <p:cNvSpPr>
            <a:spLocks xmlns:a="http://schemas.openxmlformats.org/drawingml/2006/main" noGrp="1"/>
          </p:cNvSpPr>
          <p:nvPr/>
        </p:nvSpPr>
        <p:spPr>
          <a:xfrm xmlns:a="http://schemas.openxmlformats.org/drawingml/2006/main">
            <a:off x="609600" y="219075"/>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B85A1E"/>
                </a:solidFill>
                <a:latin typeface="Noto Sans SC"/>
                <a:ea typeface="Noto Sans SC"/>
                <a:cs typeface="Noto Sans SC"/>
              </a:defRPr>
            </a:defPPr>
            <a:lvl1pPr algn="l">
              <a:defRPr sz="1275" b="1">
                <a:solidFill>
                  <a:srgbClr val="B85A1E"/>
                </a:solidFill>
                <a:latin typeface="Noto Sans SC"/>
                <a:ea typeface="Noto Sans SC"/>
                <a:cs typeface="Noto Sans SC"/>
              </a:defRPr>
            </a:lvl1pPr>
            <a:lvl2pPr algn="l">
              <a:defRPr sz="1275" b="1">
                <a:solidFill>
                  <a:srgbClr val="B85A1E"/>
                </a:solidFill>
                <a:latin typeface="Noto Sans SC"/>
                <a:ea typeface="Noto Sans SC"/>
                <a:cs typeface="Noto Sans SC"/>
              </a:defRPr>
            </a:lvl2pPr>
            <a:lvl3pPr algn="l">
              <a:defRPr sz="1275" b="1">
                <a:solidFill>
                  <a:srgbClr val="B85A1E"/>
                </a:solidFill>
                <a:latin typeface="Noto Sans SC"/>
                <a:ea typeface="Noto Sans SC"/>
                <a:cs typeface="Noto Sans SC"/>
              </a:defRPr>
            </a:lvl3pPr>
            <a:lvl4pPr algn="l">
              <a:defRPr sz="1275" b="1">
                <a:solidFill>
                  <a:srgbClr val="B85A1E"/>
                </a:solidFill>
                <a:latin typeface="Noto Sans SC"/>
                <a:ea typeface="Noto Sans SC"/>
                <a:cs typeface="Noto Sans SC"/>
              </a:defRPr>
            </a:lvl4pPr>
            <a:lvl5pPr algn="l">
              <a:defRPr sz="1275" b="1">
                <a:solidFill>
                  <a:srgbClr val="B85A1E"/>
                </a:solidFill>
                <a:latin typeface="Noto Sans SC"/>
                <a:ea typeface="Noto Sans SC"/>
                <a:cs typeface="Noto Sans SC"/>
              </a:defRPr>
            </a:lvl5pPr>
            <a:lvl6pPr algn="l">
              <a:defRPr sz="1275" b="1">
                <a:solidFill>
                  <a:srgbClr val="B85A1E"/>
                </a:solidFill>
                <a:latin typeface="Noto Sans SC"/>
                <a:ea typeface="Noto Sans SC"/>
                <a:cs typeface="Noto Sans SC"/>
              </a:defRPr>
            </a:lvl6pPr>
            <a:lvl7pPr algn="l">
              <a:defRPr sz="1275" b="1">
                <a:solidFill>
                  <a:srgbClr val="B85A1E"/>
                </a:solidFill>
                <a:latin typeface="Noto Sans SC"/>
                <a:ea typeface="Noto Sans SC"/>
                <a:cs typeface="Noto Sans SC"/>
              </a:defRPr>
            </a:lvl7pPr>
            <a:lvl8pPr algn="l">
              <a:defRPr sz="1275" b="1">
                <a:solidFill>
                  <a:srgbClr val="B85A1E"/>
                </a:solidFill>
                <a:latin typeface="Noto Sans SC"/>
                <a:ea typeface="Noto Sans SC"/>
                <a:cs typeface="Noto Sans SC"/>
              </a:defRPr>
            </a:lvl8pPr>
            <a:lvl9pPr algn="l">
              <a:defRPr sz="1275" b="1">
                <a:solidFill>
                  <a:srgbClr val="B85A1E"/>
                </a:solidFill>
                <a:latin typeface="Noto Sans SC"/>
                <a:ea typeface="Noto Sans SC"/>
                <a:cs typeface="Noto Sans SC"/>
              </a:defRPr>
            </a:lvl9pPr>
          </a:lstStyle>
          <a:p xmlns:a="http://schemas.openxmlformats.org/drawingml/2006/main">
            <a:pPr algn="l">
              <a:defRPr sz="1275" b="1">
                <a:solidFill>
                  <a:srgbClr val="B85A1E"/>
                </a:solidFill>
                <a:latin typeface="Noto Sans SC"/>
                <a:ea typeface="Noto Sans SC"/>
                <a:cs typeface="Noto Sans SC"/>
              </a:defRPr>
            </a:pPr>
            <a:r>
              <a:rPr sz="1275" b="1">
                <a:solidFill>
                  <a:srgbClr val="B85A1E"/>
                </a:solidFill>
                <a:latin typeface="Noto Sans SC"/>
                <a:ea typeface="Noto Sans SC"/>
                <a:cs typeface="Noto Sans SC"/>
              </a:rPr>
              <a:t>案例 · 完整计算回放</a:t>
            </a:r>
          </a:p>
        </p:txBody>
      </p:sp>
      <p:sp>
        <p:nvSpPr>
          <p:cNvPr id="2" name="o1">
            <a:extLst xmlns:a="http://schemas.openxmlformats.org/drawingml/2006/main">
              <a:ext uri="{FF2B5EF4-FFF2-40B4-BE49-F238E27FC236}">
                <a16:creationId xmlns:a16="http://schemas.microsoft.com/office/drawing/2014/main" id="{6F3E3731-9EC0-4CEC-82D2-D8F3DD3F6D5F}"/>
              </a:ext>
            </a:extLst>
          </p:cNvPr>
          <p:cNvSpPr>
            <a:spLocks xmlns:a="http://schemas.openxmlformats.org/drawingml/2006/main" noGrp="1"/>
          </p:cNvSpPr>
          <p:nvPr/>
        </p:nvSpPr>
        <p:spPr>
          <a:xfrm xmlns:a="http://schemas.openxmlformats.org/drawingml/2006/main">
            <a:off x="609600" y="6000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700" b="1">
                <a:solidFill>
                  <a:srgbClr val="16243A"/>
                </a:solidFill>
                <a:latin typeface="Noto Serif SC"/>
                <a:ea typeface="Noto Serif SC"/>
                <a:cs typeface="Noto Serif SC"/>
              </a:defRPr>
            </a:defPPr>
            <a:lvl1pPr algn="l">
              <a:defRPr sz="2700" b="1">
                <a:solidFill>
                  <a:srgbClr val="16243A"/>
                </a:solidFill>
                <a:latin typeface="Noto Serif SC"/>
                <a:ea typeface="Noto Serif SC"/>
                <a:cs typeface="Noto Serif SC"/>
              </a:defRPr>
            </a:lvl1pPr>
            <a:lvl2pPr algn="l">
              <a:defRPr sz="2700" b="1">
                <a:solidFill>
                  <a:srgbClr val="16243A"/>
                </a:solidFill>
                <a:latin typeface="Noto Serif SC"/>
                <a:ea typeface="Noto Serif SC"/>
                <a:cs typeface="Noto Serif SC"/>
              </a:defRPr>
            </a:lvl2pPr>
            <a:lvl3pPr algn="l">
              <a:defRPr sz="2700" b="1">
                <a:solidFill>
                  <a:srgbClr val="16243A"/>
                </a:solidFill>
                <a:latin typeface="Noto Serif SC"/>
                <a:ea typeface="Noto Serif SC"/>
                <a:cs typeface="Noto Serif SC"/>
              </a:defRPr>
            </a:lvl3pPr>
            <a:lvl4pPr algn="l">
              <a:defRPr sz="2700" b="1">
                <a:solidFill>
                  <a:srgbClr val="16243A"/>
                </a:solidFill>
                <a:latin typeface="Noto Serif SC"/>
                <a:ea typeface="Noto Serif SC"/>
                <a:cs typeface="Noto Serif SC"/>
              </a:defRPr>
            </a:lvl4pPr>
            <a:lvl5pPr algn="l">
              <a:defRPr sz="2700" b="1">
                <a:solidFill>
                  <a:srgbClr val="16243A"/>
                </a:solidFill>
                <a:latin typeface="Noto Serif SC"/>
                <a:ea typeface="Noto Serif SC"/>
                <a:cs typeface="Noto Serif SC"/>
              </a:defRPr>
            </a:lvl5pPr>
            <a:lvl6pPr algn="l">
              <a:defRPr sz="2700" b="1">
                <a:solidFill>
                  <a:srgbClr val="16243A"/>
                </a:solidFill>
                <a:latin typeface="Noto Serif SC"/>
                <a:ea typeface="Noto Serif SC"/>
                <a:cs typeface="Noto Serif SC"/>
              </a:defRPr>
            </a:lvl6pPr>
            <a:lvl7pPr algn="l">
              <a:defRPr sz="2700" b="1">
                <a:solidFill>
                  <a:srgbClr val="16243A"/>
                </a:solidFill>
                <a:latin typeface="Noto Serif SC"/>
                <a:ea typeface="Noto Serif SC"/>
                <a:cs typeface="Noto Serif SC"/>
              </a:defRPr>
            </a:lvl7pPr>
            <a:lvl8pPr algn="l">
              <a:defRPr sz="2700" b="1">
                <a:solidFill>
                  <a:srgbClr val="16243A"/>
                </a:solidFill>
                <a:latin typeface="Noto Serif SC"/>
                <a:ea typeface="Noto Serif SC"/>
                <a:cs typeface="Noto Serif SC"/>
              </a:defRPr>
            </a:lvl8pPr>
            <a:lvl9pPr algn="l">
              <a:defRPr sz="2700" b="1">
                <a:solidFill>
                  <a:srgbClr val="16243A"/>
                </a:solidFill>
                <a:latin typeface="Noto Serif SC"/>
                <a:ea typeface="Noto Serif SC"/>
                <a:cs typeface="Noto Serif SC"/>
              </a:defRPr>
            </a:lvl9pPr>
          </a:lstStyle>
          <a:p xmlns:a="http://schemas.openxmlformats.org/drawingml/2006/main">
            <a:pPr algn="l">
              <a:defRPr sz="2700" b="1">
                <a:solidFill>
                  <a:srgbClr val="16243A"/>
                </a:solidFill>
                <a:latin typeface="Noto Serif SC"/>
                <a:ea typeface="Noto Serif SC"/>
                <a:cs typeface="Noto Serif SC"/>
              </a:defRPr>
            </a:pPr>
            <a:r>
              <a:rPr sz="2700" b="1">
                <a:solidFill>
                  <a:srgbClr val="16243A"/>
                </a:solidFill>
                <a:latin typeface="Noto Serif SC"/>
                <a:ea typeface="Noto Serif SC"/>
                <a:cs typeface="Noto Serif SC"/>
              </a:rPr>
              <a:t>同一次请求串起身份分流、分组与最终判断</a:t>
            </a:r>
          </a:p>
        </p:txBody>
      </p:sp>
      <p:sp>
        <p:nvSpPr>
          <p:cNvPr id="3" name="line-2">
            <a:extLst xmlns:a="http://schemas.openxmlformats.org/drawingml/2006/main">
              <a:ext uri="{FF2B5EF4-FFF2-40B4-BE49-F238E27FC236}">
                <a16:creationId xmlns:a16="http://schemas.microsoft.com/office/drawing/2014/main" id="{2A160F64-7DBA-4E59-94CB-5AE0C137100B}"/>
              </a:ext>
            </a:extLst>
          </p:cNvPr>
          <p:cNvSpPr>
            <a:spLocks xmlns:a="http://schemas.openxmlformats.org/drawingml/2006/main" noGrp="1"/>
          </p:cNvSpPr>
          <p:nvPr/>
        </p:nvSpPr>
        <p:spPr>
          <a:xfrm xmlns:a="http://schemas.openxmlformats.org/drawingml/2006/main" flipV="0">
            <a:off x="609600" y="1200150"/>
            <a:ext cx="10972800" cy="953"/>
          </a:xfrm>
          <a:prstGeom xmlns:a="http://schemas.openxmlformats.org/drawingml/2006/main" prst="line">
            <a:avLst/>
          </a:prstGeom>
          <a:noFill xmlns:a="http://schemas.openxmlformats.org/drawingml/2006/main"/>
          <a:ln xmlns:a="http://schemas.openxmlformats.org/drawingml/2006/main" w="14288">
            <a:solidFill>
              <a:srgbClr val="D5DAE0"/>
            </a:solidFill>
            <a:prstDash val="solid"/>
          </a:ln>
        </p:spPr>
      </p:sp>
      <p:sp>
        <p:nvSpPr>
          <p:cNvPr id="4" name="o3">
            <a:extLst xmlns:a="http://schemas.openxmlformats.org/drawingml/2006/main">
              <a:ext uri="{FF2B5EF4-FFF2-40B4-BE49-F238E27FC236}">
                <a16:creationId xmlns:a16="http://schemas.microsoft.com/office/drawing/2014/main" id="{DEB8C6E3-D39C-45B5-B160-50D9A9FA4FC8}"/>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00" b="0">
                <a:solidFill>
                  <a:srgbClr val="6B7689"/>
                </a:solidFill>
                <a:latin typeface="Noto Sans SC"/>
                <a:ea typeface="Noto Sans SC"/>
                <a:cs typeface="Noto Sans SC"/>
              </a:defRPr>
            </a:defPPr>
            <a:lvl1pPr algn="l">
              <a:defRPr sz="900" b="0">
                <a:solidFill>
                  <a:srgbClr val="6B7689"/>
                </a:solidFill>
                <a:latin typeface="Noto Sans SC"/>
                <a:ea typeface="Noto Sans SC"/>
                <a:cs typeface="Noto Sans SC"/>
              </a:defRPr>
            </a:lvl1pPr>
            <a:lvl2pPr algn="l">
              <a:defRPr sz="900" b="0">
                <a:solidFill>
                  <a:srgbClr val="6B7689"/>
                </a:solidFill>
                <a:latin typeface="Noto Sans SC"/>
                <a:ea typeface="Noto Sans SC"/>
                <a:cs typeface="Noto Sans SC"/>
              </a:defRPr>
            </a:lvl2pPr>
            <a:lvl3pPr algn="l">
              <a:defRPr sz="900" b="0">
                <a:solidFill>
                  <a:srgbClr val="6B7689"/>
                </a:solidFill>
                <a:latin typeface="Noto Sans SC"/>
                <a:ea typeface="Noto Sans SC"/>
                <a:cs typeface="Noto Sans SC"/>
              </a:defRPr>
            </a:lvl3pPr>
            <a:lvl4pPr algn="l">
              <a:defRPr sz="900" b="0">
                <a:solidFill>
                  <a:srgbClr val="6B7689"/>
                </a:solidFill>
                <a:latin typeface="Noto Sans SC"/>
                <a:ea typeface="Noto Sans SC"/>
                <a:cs typeface="Noto Sans SC"/>
              </a:defRPr>
            </a:lvl4pPr>
            <a:lvl5pPr algn="l">
              <a:defRPr sz="900" b="0">
                <a:solidFill>
                  <a:srgbClr val="6B7689"/>
                </a:solidFill>
                <a:latin typeface="Noto Sans SC"/>
                <a:ea typeface="Noto Sans SC"/>
                <a:cs typeface="Noto Sans SC"/>
              </a:defRPr>
            </a:lvl5pPr>
            <a:lvl6pPr algn="l">
              <a:defRPr sz="900" b="0">
                <a:solidFill>
                  <a:srgbClr val="6B7689"/>
                </a:solidFill>
                <a:latin typeface="Noto Sans SC"/>
                <a:ea typeface="Noto Sans SC"/>
                <a:cs typeface="Noto Sans SC"/>
              </a:defRPr>
            </a:lvl6pPr>
            <a:lvl7pPr algn="l">
              <a:defRPr sz="900" b="0">
                <a:solidFill>
                  <a:srgbClr val="6B7689"/>
                </a:solidFill>
                <a:latin typeface="Noto Sans SC"/>
                <a:ea typeface="Noto Sans SC"/>
                <a:cs typeface="Noto Sans SC"/>
              </a:defRPr>
            </a:lvl7pPr>
            <a:lvl8pPr algn="l">
              <a:defRPr sz="900" b="0">
                <a:solidFill>
                  <a:srgbClr val="6B7689"/>
                </a:solidFill>
                <a:latin typeface="Noto Sans SC"/>
                <a:ea typeface="Noto Sans SC"/>
                <a:cs typeface="Noto Sans SC"/>
              </a:defRPr>
            </a:lvl8pPr>
            <a:lvl9pPr algn="l">
              <a:defRPr sz="900" b="0">
                <a:solidFill>
                  <a:srgbClr val="6B7689"/>
                </a:solidFill>
                <a:latin typeface="Noto Sans SC"/>
                <a:ea typeface="Noto Sans SC"/>
                <a:cs typeface="Noto Sans SC"/>
              </a:defRPr>
            </a:lvl9pPr>
          </a:lstStyle>
          <a:p xmlns:a="http://schemas.openxmlformats.org/drawingml/2006/main">
            <a:pPr algn="l">
              <a:defRPr sz="900" b="0">
                <a:solidFill>
                  <a:srgbClr val="6B7689"/>
                </a:solidFill>
                <a:latin typeface="Noto Sans SC"/>
                <a:ea typeface="Noto Sans SC"/>
                <a:cs typeface="Noto Sans SC"/>
              </a:defRPr>
            </a:pPr>
            <a:r>
              <a:rPr sz="900" b="0">
                <a:solidFill>
                  <a:srgbClr val="6B7689"/>
                </a:solidFill>
                <a:latin typeface="Noto Sans SC"/>
                <a:ea typeface="Noto Sans SC"/>
                <a:cs typeface="Noto Sans SC"/>
              </a:rPr>
              <a:t>链路重构工作区/案例证据：request / trace / response</a:t>
            </a:r>
          </a:p>
        </p:txBody>
      </p:sp>
      <p:sp>
        <p:nvSpPr>
          <p:cNvPr id="5" name="o4">
            <a:extLst xmlns:a="http://schemas.openxmlformats.org/drawingml/2006/main">
              <a:ext uri="{FF2B5EF4-FFF2-40B4-BE49-F238E27FC236}">
                <a16:creationId xmlns:a16="http://schemas.microsoft.com/office/drawing/2014/main" id="{153FDF17-72E1-44FA-B3CE-8941B3C7E6AD}"/>
              </a:ext>
            </a:extLst>
          </p:cNvPr>
          <p:cNvSpPr>
            <a:spLocks xmlns:a="http://schemas.openxmlformats.org/drawingml/2006/main" noGrp="1"/>
          </p:cNvSpPr>
          <p:nvPr/>
        </p:nvSpPr>
        <p:spPr>
          <a:xfrm xmlns:a="http://schemas.openxmlformats.org/drawingml/2006/main">
            <a:off x="10896600" y="6505575"/>
            <a:ext cx="68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6B7689"/>
                </a:solidFill>
                <a:latin typeface="Noto Sans SC"/>
                <a:ea typeface="Noto Sans SC"/>
                <a:cs typeface="Noto Sans SC"/>
              </a:defRPr>
            </a:defPPr>
            <a:lvl1pPr algn="r">
              <a:defRPr sz="1200" b="0">
                <a:solidFill>
                  <a:srgbClr val="6B7689"/>
                </a:solidFill>
                <a:latin typeface="Noto Sans SC"/>
                <a:ea typeface="Noto Sans SC"/>
                <a:cs typeface="Noto Sans SC"/>
              </a:defRPr>
            </a:lvl1pPr>
            <a:lvl2pPr algn="r">
              <a:defRPr sz="1200" b="0">
                <a:solidFill>
                  <a:srgbClr val="6B7689"/>
                </a:solidFill>
                <a:latin typeface="Noto Sans SC"/>
                <a:ea typeface="Noto Sans SC"/>
                <a:cs typeface="Noto Sans SC"/>
              </a:defRPr>
            </a:lvl2pPr>
            <a:lvl3pPr algn="r">
              <a:defRPr sz="1200" b="0">
                <a:solidFill>
                  <a:srgbClr val="6B7689"/>
                </a:solidFill>
                <a:latin typeface="Noto Sans SC"/>
                <a:ea typeface="Noto Sans SC"/>
                <a:cs typeface="Noto Sans SC"/>
              </a:defRPr>
            </a:lvl3pPr>
            <a:lvl4pPr algn="r">
              <a:defRPr sz="1200" b="0">
                <a:solidFill>
                  <a:srgbClr val="6B7689"/>
                </a:solidFill>
                <a:latin typeface="Noto Sans SC"/>
                <a:ea typeface="Noto Sans SC"/>
                <a:cs typeface="Noto Sans SC"/>
              </a:defRPr>
            </a:lvl4pPr>
            <a:lvl5pPr algn="r">
              <a:defRPr sz="1200" b="0">
                <a:solidFill>
                  <a:srgbClr val="6B7689"/>
                </a:solidFill>
                <a:latin typeface="Noto Sans SC"/>
                <a:ea typeface="Noto Sans SC"/>
                <a:cs typeface="Noto Sans SC"/>
              </a:defRPr>
            </a:lvl5pPr>
            <a:lvl6pPr algn="r">
              <a:defRPr sz="1200" b="0">
                <a:solidFill>
                  <a:srgbClr val="6B7689"/>
                </a:solidFill>
                <a:latin typeface="Noto Sans SC"/>
                <a:ea typeface="Noto Sans SC"/>
                <a:cs typeface="Noto Sans SC"/>
              </a:defRPr>
            </a:lvl6pPr>
            <a:lvl7pPr algn="r">
              <a:defRPr sz="1200" b="0">
                <a:solidFill>
                  <a:srgbClr val="6B7689"/>
                </a:solidFill>
                <a:latin typeface="Noto Sans SC"/>
                <a:ea typeface="Noto Sans SC"/>
                <a:cs typeface="Noto Sans SC"/>
              </a:defRPr>
            </a:lvl7pPr>
            <a:lvl8pPr algn="r">
              <a:defRPr sz="1200" b="0">
                <a:solidFill>
                  <a:srgbClr val="6B7689"/>
                </a:solidFill>
                <a:latin typeface="Noto Sans SC"/>
                <a:ea typeface="Noto Sans SC"/>
                <a:cs typeface="Noto Sans SC"/>
              </a:defRPr>
            </a:lvl8pPr>
            <a:lvl9pPr algn="r">
              <a:defRPr sz="1200" b="0">
                <a:solidFill>
                  <a:srgbClr val="6B7689"/>
                </a:solidFill>
                <a:latin typeface="Noto Sans SC"/>
                <a:ea typeface="Noto Sans SC"/>
                <a:cs typeface="Noto Sans SC"/>
              </a:defRPr>
            </a:lvl9pPr>
          </a:lstStyle>
          <a:p xmlns:a="http://schemas.openxmlformats.org/drawingml/2006/main">
            <a:pPr algn="r">
              <a:defRPr sz="1200" b="0">
                <a:solidFill>
                  <a:srgbClr val="6B7689"/>
                </a:solidFill>
                <a:latin typeface="Noto Sans SC"/>
                <a:ea typeface="Noto Sans SC"/>
                <a:cs typeface="Noto Sans SC"/>
              </a:defRPr>
            </a:pPr>
            <a:r>
              <a:rPr sz="1200" b="0">
                <a:solidFill>
                  <a:srgbClr val="6B7689"/>
                </a:solidFill>
                <a:latin typeface="Noto Sans SC"/>
                <a:ea typeface="Noto Sans SC"/>
                <a:cs typeface="Noto Sans SC"/>
              </a:rPr>
              <a:t>27 / 39</a:t>
            </a:r>
          </a:p>
        </p:txBody>
      </p:sp>
      <p:sp>
        <p:nvSpPr>
          <p:cNvPr id="6" name="o5">
            <a:extLst xmlns:a="http://schemas.openxmlformats.org/drawingml/2006/main">
              <a:ext uri="{FF2B5EF4-FFF2-40B4-BE49-F238E27FC236}">
                <a16:creationId xmlns:a16="http://schemas.microsoft.com/office/drawing/2014/main" id="{E611E9C9-FB47-4A0B-B6AD-AFC59C319F11}"/>
              </a:ext>
            </a:extLst>
          </p:cNvPr>
          <p:cNvSpPr>
            <a:spLocks xmlns:a="http://schemas.openxmlformats.org/drawingml/2006/main" noGrp="1"/>
          </p:cNvSpPr>
          <p:nvPr/>
        </p:nvSpPr>
        <p:spPr>
          <a:xfrm xmlns:a="http://schemas.openxmlformats.org/drawingml/2006/main">
            <a:off x="609600" y="5981700"/>
            <a:ext cx="10972800" cy="428625"/>
          </a:xfrm>
          <a:prstGeom xmlns:a="http://schemas.openxmlformats.org/drawingml/2006/main" prst="roundRect">
            <a:avLst>
              <a:gd name="adj" fmla="val 17778"/>
            </a:avLst>
          </a:prstGeom>
          <a:solidFill xmlns:a="http://schemas.openxmlformats.org/drawingml/2006/main">
            <a:srgbClr val="D6E6E5"/>
          </a:solidFill>
          <a:ln xmlns:a="http://schemas.openxmlformats.org/drawingml/2006/main" w="0">
            <a:noFill/>
            <a:prstDash val="solid"/>
          </a:ln>
        </p:spPr>
      </p:sp>
      <p:sp>
        <p:nvSpPr>
          <p:cNvPr id="7" name="o6">
            <a:extLst xmlns:a="http://schemas.openxmlformats.org/drawingml/2006/main">
              <a:ext uri="{FF2B5EF4-FFF2-40B4-BE49-F238E27FC236}">
                <a16:creationId xmlns:a16="http://schemas.microsoft.com/office/drawing/2014/main" id="{105EB33B-5202-4BFF-BB80-1750D675D9A1}"/>
              </a:ext>
            </a:extLst>
          </p:cNvPr>
          <p:cNvSpPr>
            <a:spLocks xmlns:a="http://schemas.openxmlformats.org/drawingml/2006/main" noGrp="1"/>
          </p:cNvSpPr>
          <p:nvPr/>
        </p:nvSpPr>
        <p:spPr>
          <a:xfrm xmlns:a="http://schemas.openxmlformats.org/drawingml/2006/main">
            <a:off x="781050" y="6029325"/>
            <a:ext cx="10629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75" b="1">
                <a:solidFill>
                  <a:srgbClr val="0F6E73"/>
                </a:solidFill>
                <a:latin typeface="Noto Sans SC"/>
                <a:ea typeface="Noto Sans SC"/>
                <a:cs typeface="Noto Sans SC"/>
              </a:defRPr>
            </a:defPPr>
            <a:lvl1pPr algn="l">
              <a:defRPr sz="1575" b="1">
                <a:solidFill>
                  <a:srgbClr val="0F6E73"/>
                </a:solidFill>
                <a:latin typeface="Noto Sans SC"/>
                <a:ea typeface="Noto Sans SC"/>
                <a:cs typeface="Noto Sans SC"/>
              </a:defRPr>
            </a:lvl1pPr>
            <a:lvl2pPr algn="l">
              <a:defRPr sz="1575" b="1">
                <a:solidFill>
                  <a:srgbClr val="0F6E73"/>
                </a:solidFill>
                <a:latin typeface="Noto Sans SC"/>
                <a:ea typeface="Noto Sans SC"/>
                <a:cs typeface="Noto Sans SC"/>
              </a:defRPr>
            </a:lvl2pPr>
            <a:lvl3pPr algn="l">
              <a:defRPr sz="1575" b="1">
                <a:solidFill>
                  <a:srgbClr val="0F6E73"/>
                </a:solidFill>
                <a:latin typeface="Noto Sans SC"/>
                <a:ea typeface="Noto Sans SC"/>
                <a:cs typeface="Noto Sans SC"/>
              </a:defRPr>
            </a:lvl3pPr>
            <a:lvl4pPr algn="l">
              <a:defRPr sz="1575" b="1">
                <a:solidFill>
                  <a:srgbClr val="0F6E73"/>
                </a:solidFill>
                <a:latin typeface="Noto Sans SC"/>
                <a:ea typeface="Noto Sans SC"/>
                <a:cs typeface="Noto Sans SC"/>
              </a:defRPr>
            </a:lvl4pPr>
            <a:lvl5pPr algn="l">
              <a:defRPr sz="1575" b="1">
                <a:solidFill>
                  <a:srgbClr val="0F6E73"/>
                </a:solidFill>
                <a:latin typeface="Noto Sans SC"/>
                <a:ea typeface="Noto Sans SC"/>
                <a:cs typeface="Noto Sans SC"/>
              </a:defRPr>
            </a:lvl5pPr>
            <a:lvl6pPr algn="l">
              <a:defRPr sz="1575" b="1">
                <a:solidFill>
                  <a:srgbClr val="0F6E73"/>
                </a:solidFill>
                <a:latin typeface="Noto Sans SC"/>
                <a:ea typeface="Noto Sans SC"/>
                <a:cs typeface="Noto Sans SC"/>
              </a:defRPr>
            </a:lvl6pPr>
            <a:lvl7pPr algn="l">
              <a:defRPr sz="1575" b="1">
                <a:solidFill>
                  <a:srgbClr val="0F6E73"/>
                </a:solidFill>
                <a:latin typeface="Noto Sans SC"/>
                <a:ea typeface="Noto Sans SC"/>
                <a:cs typeface="Noto Sans SC"/>
              </a:defRPr>
            </a:lvl7pPr>
            <a:lvl8pPr algn="l">
              <a:defRPr sz="1575" b="1">
                <a:solidFill>
                  <a:srgbClr val="0F6E73"/>
                </a:solidFill>
                <a:latin typeface="Noto Sans SC"/>
                <a:ea typeface="Noto Sans SC"/>
                <a:cs typeface="Noto Sans SC"/>
              </a:defRPr>
            </a:lvl8pPr>
            <a:lvl9pPr algn="l">
              <a:defRPr sz="1575" b="1">
                <a:solidFill>
                  <a:srgbClr val="0F6E73"/>
                </a:solidFill>
                <a:latin typeface="Noto Sans SC"/>
                <a:ea typeface="Noto Sans SC"/>
                <a:cs typeface="Noto Sans SC"/>
              </a:defRPr>
            </a:lvl9pPr>
          </a:lstStyle>
          <a:p xmlns:a="http://schemas.openxmlformats.org/drawingml/2006/main">
            <a:pPr algn="l">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主案例与补充分支使用不同请求，分别标注来源，不拼接为一次执行。</a:t>
            </a:r>
          </a:p>
        </p:txBody>
      </p:sp>
      <p:sp>
        <p:nvSpPr>
          <p:cNvPr id="8" name="o7">
            <a:extLst xmlns:a="http://schemas.openxmlformats.org/drawingml/2006/main">
              <a:ext uri="{FF2B5EF4-FFF2-40B4-BE49-F238E27FC236}">
                <a16:creationId xmlns:a16="http://schemas.microsoft.com/office/drawing/2014/main" id="{471A3B57-D352-4626-9670-E00CDF16F915}"/>
              </a:ext>
            </a:extLst>
          </p:cNvPr>
          <p:cNvSpPr>
            <a:spLocks xmlns:a="http://schemas.openxmlformats.org/drawingml/2006/main" noGrp="1"/>
          </p:cNvSpPr>
          <p:nvPr/>
        </p:nvSpPr>
        <p:spPr>
          <a:xfrm xmlns:a="http://schemas.openxmlformats.org/drawingml/2006/main">
            <a:off x="609600" y="1504950"/>
            <a:ext cx="3492500" cy="714375"/>
          </a:xfrm>
          <a:prstGeom xmlns:a="http://schemas.openxmlformats.org/drawingml/2006/main" prst="roundRect">
            <a:avLst>
              <a:gd name="adj" fmla="val 10667"/>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13 目标输入</a:t>
            </a:r>
          </a:p>
        </p:txBody>
      </p:sp>
      <p:sp>
        <p:nvSpPr>
          <p:cNvPr id="9" name="line-7">
            <a:extLst xmlns:a="http://schemas.openxmlformats.org/drawingml/2006/main">
              <a:ext uri="{FF2B5EF4-FFF2-40B4-BE49-F238E27FC236}">
                <a16:creationId xmlns:a16="http://schemas.microsoft.com/office/drawing/2014/main" id="{6A6C2FC0-BCEE-427A-9F81-A6E672420389}"/>
              </a:ext>
            </a:extLst>
          </p:cNvPr>
          <p:cNvSpPr>
            <a:spLocks xmlns:a="http://schemas.openxmlformats.org/drawingml/2006/main" noGrp="1"/>
          </p:cNvSpPr>
          <p:nvPr/>
        </p:nvSpPr>
        <p:spPr>
          <a:xfrm xmlns:a="http://schemas.openxmlformats.org/drawingml/2006/main" flipV="0">
            <a:off x="4130675" y="1862138"/>
            <a:ext cx="180975"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0" name="line-7">
            <a:extLst xmlns:a="http://schemas.openxmlformats.org/drawingml/2006/main">
              <a:ext uri="{FF2B5EF4-FFF2-40B4-BE49-F238E27FC236}">
                <a16:creationId xmlns:a16="http://schemas.microsoft.com/office/drawing/2014/main" id="{D8BCAD62-C6A1-4278-8E84-687C5EEAEA6B}"/>
              </a:ext>
            </a:extLst>
          </p:cNvPr>
          <p:cNvSpPr>
            <a:spLocks xmlns:a="http://schemas.openxmlformats.org/drawingml/2006/main" noGrp="1"/>
          </p:cNvSpPr>
          <p:nvPr/>
        </p:nvSpPr>
        <p:spPr>
          <a:xfrm xmlns:a="http://schemas.openxmlformats.org/drawingml/2006/main" flipV="1">
            <a:off x="4236419" y="1862138"/>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1" name="line-7">
            <a:extLst xmlns:a="http://schemas.openxmlformats.org/drawingml/2006/main">
              <a:ext uri="{FF2B5EF4-FFF2-40B4-BE49-F238E27FC236}">
                <a16:creationId xmlns:a16="http://schemas.microsoft.com/office/drawing/2014/main" id="{474DADF8-3B47-4204-8C9A-A704AB075811}"/>
              </a:ext>
            </a:extLst>
          </p:cNvPr>
          <p:cNvSpPr>
            <a:spLocks xmlns:a="http://schemas.openxmlformats.org/drawingml/2006/main" noGrp="1"/>
          </p:cNvSpPr>
          <p:nvPr/>
        </p:nvSpPr>
        <p:spPr>
          <a:xfrm xmlns:a="http://schemas.openxmlformats.org/drawingml/2006/main" flipV="0">
            <a:off x="4236419" y="1821039"/>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2" name="o11">
            <a:extLst xmlns:a="http://schemas.openxmlformats.org/drawingml/2006/main">
              <a:ext uri="{FF2B5EF4-FFF2-40B4-BE49-F238E27FC236}">
                <a16:creationId xmlns:a16="http://schemas.microsoft.com/office/drawing/2014/main" id="{5CDF993C-30A8-49FA-A097-3DB639C73938}"/>
              </a:ext>
            </a:extLst>
          </p:cNvPr>
          <p:cNvSpPr>
            <a:spLocks xmlns:a="http://schemas.openxmlformats.org/drawingml/2006/main" noGrp="1"/>
          </p:cNvSpPr>
          <p:nvPr/>
        </p:nvSpPr>
        <p:spPr>
          <a:xfrm xmlns:a="http://schemas.openxmlformats.org/drawingml/2006/main">
            <a:off x="4349750" y="1504950"/>
            <a:ext cx="3492500" cy="714375"/>
          </a:xfrm>
          <a:prstGeom xmlns:a="http://schemas.openxmlformats.org/drawingml/2006/main" prst="roundRect">
            <a:avLst>
              <a:gd name="adj" fmla="val 10667"/>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4 目标独立豁免</a:t>
            </a:r>
          </a:p>
        </p:txBody>
      </p:sp>
      <p:sp>
        <p:nvSpPr>
          <p:cNvPr id="13" name="line-8">
            <a:extLst xmlns:a="http://schemas.openxmlformats.org/drawingml/2006/main">
              <a:ext uri="{FF2B5EF4-FFF2-40B4-BE49-F238E27FC236}">
                <a16:creationId xmlns:a16="http://schemas.microsoft.com/office/drawing/2014/main" id="{330C5ECF-868F-4FC4-93AE-A173F022A643}"/>
              </a:ext>
            </a:extLst>
          </p:cNvPr>
          <p:cNvSpPr>
            <a:spLocks xmlns:a="http://schemas.openxmlformats.org/drawingml/2006/main" noGrp="1"/>
          </p:cNvSpPr>
          <p:nvPr/>
        </p:nvSpPr>
        <p:spPr>
          <a:xfrm xmlns:a="http://schemas.openxmlformats.org/drawingml/2006/main" flipV="0">
            <a:off x="7870825" y="1862138"/>
            <a:ext cx="180975"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4" name="line-8">
            <a:extLst xmlns:a="http://schemas.openxmlformats.org/drawingml/2006/main">
              <a:ext uri="{FF2B5EF4-FFF2-40B4-BE49-F238E27FC236}">
                <a16:creationId xmlns:a16="http://schemas.microsoft.com/office/drawing/2014/main" id="{E8F2D190-28AB-4B80-B17F-F7B2C373F6E5}"/>
              </a:ext>
            </a:extLst>
          </p:cNvPr>
          <p:cNvSpPr>
            <a:spLocks xmlns:a="http://schemas.openxmlformats.org/drawingml/2006/main" noGrp="1"/>
          </p:cNvSpPr>
          <p:nvPr/>
        </p:nvSpPr>
        <p:spPr>
          <a:xfrm xmlns:a="http://schemas.openxmlformats.org/drawingml/2006/main" flipV="1">
            <a:off x="7976569" y="1862138"/>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5" name="line-8">
            <a:extLst xmlns:a="http://schemas.openxmlformats.org/drawingml/2006/main">
              <a:ext uri="{FF2B5EF4-FFF2-40B4-BE49-F238E27FC236}">
                <a16:creationId xmlns:a16="http://schemas.microsoft.com/office/drawing/2014/main" id="{5254B9FD-7A31-4EC3-B2AE-1204444AA052}"/>
              </a:ext>
            </a:extLst>
          </p:cNvPr>
          <p:cNvSpPr>
            <a:spLocks xmlns:a="http://schemas.openxmlformats.org/drawingml/2006/main" noGrp="1"/>
          </p:cNvSpPr>
          <p:nvPr/>
        </p:nvSpPr>
        <p:spPr>
          <a:xfrm xmlns:a="http://schemas.openxmlformats.org/drawingml/2006/main" flipV="0">
            <a:off x="7976569" y="1821039"/>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6" name="o15">
            <a:extLst xmlns:a="http://schemas.openxmlformats.org/drawingml/2006/main">
              <a:ext uri="{FF2B5EF4-FFF2-40B4-BE49-F238E27FC236}">
                <a16:creationId xmlns:a16="http://schemas.microsoft.com/office/drawing/2014/main" id="{08244CF0-085C-4A96-B61A-90D6DE80E22A}"/>
              </a:ext>
            </a:extLst>
          </p:cNvPr>
          <p:cNvSpPr>
            <a:spLocks xmlns:a="http://schemas.openxmlformats.org/drawingml/2006/main" noGrp="1"/>
          </p:cNvSpPr>
          <p:nvPr/>
        </p:nvSpPr>
        <p:spPr>
          <a:xfrm xmlns:a="http://schemas.openxmlformats.org/drawingml/2006/main">
            <a:off x="8089900" y="1504950"/>
            <a:ext cx="3492500" cy="714375"/>
          </a:xfrm>
          <a:prstGeom xmlns:a="http://schemas.openxmlformats.org/drawingml/2006/main" prst="roundRect">
            <a:avLst>
              <a:gd name="adj" fmla="val 10667"/>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9 目标参与聚类</a:t>
            </a:r>
          </a:p>
        </p:txBody>
      </p:sp>
      <p:sp>
        <p:nvSpPr>
          <p:cNvPr id="17" name="o16">
            <a:extLst xmlns:a="http://schemas.openxmlformats.org/drawingml/2006/main">
              <a:ext uri="{FF2B5EF4-FFF2-40B4-BE49-F238E27FC236}">
                <a16:creationId xmlns:a16="http://schemas.microsoft.com/office/drawing/2014/main" id="{A39562EA-1664-4395-A453-FF794B5C0C1E}"/>
              </a:ext>
            </a:extLst>
          </p:cNvPr>
          <p:cNvSpPr>
            <a:spLocks xmlns:a="http://schemas.openxmlformats.org/drawingml/2006/main" noGrp="1"/>
          </p:cNvSpPr>
          <p:nvPr/>
        </p:nvSpPr>
        <p:spPr>
          <a:xfrm xmlns:a="http://schemas.openxmlformats.org/drawingml/2006/main">
            <a:off x="609600" y="2752725"/>
            <a:ext cx="5314950" cy="2000250"/>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18" name="line-10">
            <a:extLst xmlns:a="http://schemas.openxmlformats.org/drawingml/2006/main">
              <a:ext uri="{FF2B5EF4-FFF2-40B4-BE49-F238E27FC236}">
                <a16:creationId xmlns:a16="http://schemas.microsoft.com/office/drawing/2014/main" id="{9E07FD19-587C-4939-BEC5-967487963A6E}"/>
              </a:ext>
            </a:extLst>
          </p:cNvPr>
          <p:cNvSpPr>
            <a:spLocks xmlns:a="http://schemas.openxmlformats.org/drawingml/2006/main" noGrp="1"/>
          </p:cNvSpPr>
          <p:nvPr/>
        </p:nvSpPr>
        <p:spPr>
          <a:xfrm xmlns:a="http://schemas.openxmlformats.org/drawingml/2006/main" flipV="0">
            <a:off x="609600" y="2752725"/>
            <a:ext cx="5314950" cy="953"/>
          </a:xfrm>
          <a:prstGeom xmlns:a="http://schemas.openxmlformats.org/drawingml/2006/main" prst="line">
            <a:avLst/>
          </a:prstGeom>
          <a:noFill xmlns:a="http://schemas.openxmlformats.org/drawingml/2006/main"/>
          <a:ln xmlns:a="http://schemas.openxmlformats.org/drawingml/2006/main" w="28575">
            <a:solidFill>
              <a:srgbClr val="0F6E73"/>
            </a:solidFill>
            <a:prstDash val="solid"/>
          </a:ln>
        </p:spPr>
      </p:sp>
      <p:sp>
        <p:nvSpPr>
          <p:cNvPr id="19" name="o18">
            <a:extLst xmlns:a="http://schemas.openxmlformats.org/drawingml/2006/main">
              <a:ext uri="{FF2B5EF4-FFF2-40B4-BE49-F238E27FC236}">
                <a16:creationId xmlns:a16="http://schemas.microsoft.com/office/drawing/2014/main" id="{C8DB2249-9CC7-414E-B96D-5ACF8AB13AE0}"/>
              </a:ext>
            </a:extLst>
          </p:cNvPr>
          <p:cNvSpPr>
            <a:spLocks xmlns:a="http://schemas.openxmlformats.org/drawingml/2006/main" noGrp="1"/>
          </p:cNvSpPr>
          <p:nvPr/>
        </p:nvSpPr>
        <p:spPr>
          <a:xfrm xmlns:a="http://schemas.openxmlformats.org/drawingml/2006/main">
            <a:off x="762000" y="2847975"/>
            <a:ext cx="501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0F6E73"/>
                </a:solidFill>
                <a:latin typeface="Noto Sans SC"/>
                <a:ea typeface="Noto Sans SC"/>
                <a:cs typeface="Noto Sans SC"/>
              </a:defRPr>
            </a:defPPr>
            <a:lvl1pPr algn="l">
              <a:defRPr sz="1800" b="1">
                <a:solidFill>
                  <a:srgbClr val="0F6E73"/>
                </a:solidFill>
                <a:latin typeface="Noto Sans SC"/>
                <a:ea typeface="Noto Sans SC"/>
                <a:cs typeface="Noto Sans SC"/>
              </a:defRPr>
            </a:lvl1pPr>
            <a:lvl2pPr algn="l">
              <a:defRPr sz="1800" b="1">
                <a:solidFill>
                  <a:srgbClr val="0F6E73"/>
                </a:solidFill>
                <a:latin typeface="Noto Sans SC"/>
                <a:ea typeface="Noto Sans SC"/>
                <a:cs typeface="Noto Sans SC"/>
              </a:defRPr>
            </a:lvl2pPr>
            <a:lvl3pPr algn="l">
              <a:defRPr sz="1800" b="1">
                <a:solidFill>
                  <a:srgbClr val="0F6E73"/>
                </a:solidFill>
                <a:latin typeface="Noto Sans SC"/>
                <a:ea typeface="Noto Sans SC"/>
                <a:cs typeface="Noto Sans SC"/>
              </a:defRPr>
            </a:lvl3pPr>
            <a:lvl4pPr algn="l">
              <a:defRPr sz="1800" b="1">
                <a:solidFill>
                  <a:srgbClr val="0F6E73"/>
                </a:solidFill>
                <a:latin typeface="Noto Sans SC"/>
                <a:ea typeface="Noto Sans SC"/>
                <a:cs typeface="Noto Sans SC"/>
              </a:defRPr>
            </a:lvl4pPr>
            <a:lvl5pPr algn="l">
              <a:defRPr sz="1800" b="1">
                <a:solidFill>
                  <a:srgbClr val="0F6E73"/>
                </a:solidFill>
                <a:latin typeface="Noto Sans SC"/>
                <a:ea typeface="Noto Sans SC"/>
                <a:cs typeface="Noto Sans SC"/>
              </a:defRPr>
            </a:lvl5pPr>
            <a:lvl6pPr algn="l">
              <a:defRPr sz="1800" b="1">
                <a:solidFill>
                  <a:srgbClr val="0F6E73"/>
                </a:solidFill>
                <a:latin typeface="Noto Sans SC"/>
                <a:ea typeface="Noto Sans SC"/>
                <a:cs typeface="Noto Sans SC"/>
              </a:defRPr>
            </a:lvl6pPr>
            <a:lvl7pPr algn="l">
              <a:defRPr sz="1800" b="1">
                <a:solidFill>
                  <a:srgbClr val="0F6E73"/>
                </a:solidFill>
                <a:latin typeface="Noto Sans SC"/>
                <a:ea typeface="Noto Sans SC"/>
                <a:cs typeface="Noto Sans SC"/>
              </a:defRPr>
            </a:lvl7pPr>
            <a:lvl8pPr algn="l">
              <a:defRPr sz="1800" b="1">
                <a:solidFill>
                  <a:srgbClr val="0F6E73"/>
                </a:solidFill>
                <a:latin typeface="Noto Sans SC"/>
                <a:ea typeface="Noto Sans SC"/>
                <a:cs typeface="Noto Sans SC"/>
              </a:defRPr>
            </a:lvl8pPr>
            <a:lvl9pPr algn="l">
              <a:defRPr sz="1800" b="1">
                <a:solidFill>
                  <a:srgbClr val="0F6E73"/>
                </a:solidFill>
                <a:latin typeface="Noto Sans SC"/>
                <a:ea typeface="Noto Sans SC"/>
                <a:cs typeface="Noto Sans SC"/>
              </a:defRPr>
            </a:lvl9pPr>
          </a:lstStyle>
          <a:p xmlns:a="http://schemas.openxmlformats.org/drawingml/2006/main">
            <a:pPr algn="l">
              <a:defRPr sz="1800" b="1">
                <a:solidFill>
                  <a:srgbClr val="0F6E73"/>
                </a:solidFill>
                <a:latin typeface="Noto Sans SC"/>
                <a:ea typeface="Noto Sans SC"/>
                <a:cs typeface="Noto Sans SC"/>
              </a:defRPr>
            </a:pPr>
            <a:r>
              <a:rPr sz="1800" b="1">
                <a:solidFill>
                  <a:srgbClr val="0F6E73"/>
                </a:solidFill>
                <a:latin typeface="Noto Sans SC"/>
                <a:ea typeface="Noto Sans SC"/>
                <a:cs typeface="Noto Sans SC"/>
              </a:rPr>
              <a:t>五成员集群</a:t>
            </a:r>
          </a:p>
        </p:txBody>
      </p:sp>
      <p:sp>
        <p:nvSpPr>
          <p:cNvPr id="20" name="o19">
            <a:extLst xmlns:a="http://schemas.openxmlformats.org/drawingml/2006/main">
              <a:ext uri="{FF2B5EF4-FFF2-40B4-BE49-F238E27FC236}">
                <a16:creationId xmlns:a16="http://schemas.microsoft.com/office/drawing/2014/main" id="{32195A64-4EAE-4D60-B044-970ABCE2395D}"/>
              </a:ext>
            </a:extLst>
          </p:cNvPr>
          <p:cNvSpPr>
            <a:spLocks xmlns:a="http://schemas.openxmlformats.org/drawingml/2006/main" noGrp="1"/>
          </p:cNvSpPr>
          <p:nvPr/>
        </p:nvSpPr>
        <p:spPr>
          <a:xfrm xmlns:a="http://schemas.openxmlformats.org/drawingml/2006/main">
            <a:off x="762000" y="3305175"/>
            <a:ext cx="501015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46536A"/>
                </a:solidFill>
                <a:latin typeface="Noto Sans SC"/>
                <a:ea typeface="Noto Sans SC"/>
                <a:cs typeface="Noto Sans SC"/>
              </a:defRPr>
            </a:defPPr>
            <a:lvl1pPr algn="l">
              <a:defRPr sz="1575" b="0">
                <a:solidFill>
                  <a:srgbClr val="46536A"/>
                </a:solidFill>
                <a:latin typeface="Noto Sans SC"/>
                <a:ea typeface="Noto Sans SC"/>
                <a:cs typeface="Noto Sans SC"/>
              </a:defRPr>
            </a:lvl1pPr>
            <a:lvl2pPr algn="l">
              <a:defRPr sz="1575" b="0">
                <a:solidFill>
                  <a:srgbClr val="46536A"/>
                </a:solidFill>
                <a:latin typeface="Noto Sans SC"/>
                <a:ea typeface="Noto Sans SC"/>
                <a:cs typeface="Noto Sans SC"/>
              </a:defRPr>
            </a:lvl2pPr>
            <a:lvl3pPr algn="l">
              <a:defRPr sz="1575" b="0">
                <a:solidFill>
                  <a:srgbClr val="46536A"/>
                </a:solidFill>
                <a:latin typeface="Noto Sans SC"/>
                <a:ea typeface="Noto Sans SC"/>
                <a:cs typeface="Noto Sans SC"/>
              </a:defRPr>
            </a:lvl3pPr>
            <a:lvl4pPr algn="l">
              <a:defRPr sz="1575" b="0">
                <a:solidFill>
                  <a:srgbClr val="46536A"/>
                </a:solidFill>
                <a:latin typeface="Noto Sans SC"/>
                <a:ea typeface="Noto Sans SC"/>
                <a:cs typeface="Noto Sans SC"/>
              </a:defRPr>
            </a:lvl4pPr>
            <a:lvl5pPr algn="l">
              <a:defRPr sz="1575" b="0">
                <a:solidFill>
                  <a:srgbClr val="46536A"/>
                </a:solidFill>
                <a:latin typeface="Noto Sans SC"/>
                <a:ea typeface="Noto Sans SC"/>
                <a:cs typeface="Noto Sans SC"/>
              </a:defRPr>
            </a:lvl5pPr>
            <a:lvl6pPr algn="l">
              <a:defRPr sz="1575" b="0">
                <a:solidFill>
                  <a:srgbClr val="46536A"/>
                </a:solidFill>
                <a:latin typeface="Noto Sans SC"/>
                <a:ea typeface="Noto Sans SC"/>
                <a:cs typeface="Noto Sans SC"/>
              </a:defRPr>
            </a:lvl6pPr>
            <a:lvl7pPr algn="l">
              <a:defRPr sz="1575" b="0">
                <a:solidFill>
                  <a:srgbClr val="46536A"/>
                </a:solidFill>
                <a:latin typeface="Noto Sans SC"/>
                <a:ea typeface="Noto Sans SC"/>
                <a:cs typeface="Noto Sans SC"/>
              </a:defRPr>
            </a:lvl7pPr>
            <a:lvl8pPr algn="l">
              <a:defRPr sz="1575" b="0">
                <a:solidFill>
                  <a:srgbClr val="46536A"/>
                </a:solidFill>
                <a:latin typeface="Noto Sans SC"/>
                <a:ea typeface="Noto Sans SC"/>
                <a:cs typeface="Noto Sans SC"/>
              </a:defRPr>
            </a:lvl8pPr>
            <a:lvl9pPr algn="l">
              <a:defRPr sz="1575" b="0">
                <a:solidFill>
                  <a:srgbClr val="46536A"/>
                </a:solidFill>
                <a:latin typeface="Noto Sans SC"/>
                <a:ea typeface="Noto Sans SC"/>
                <a:cs typeface="Noto Sans SC"/>
              </a:defRPr>
            </a:lvl9pPr>
          </a:lstStyle>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队形：vshape</a:t>
            </a:r>
          </a:p>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意图：I-13 闯入警戒区</a:t>
            </a:r>
          </a:p>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评分：46，mid</a:t>
            </a:r>
          </a:p>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设施 ETA：null</a:t>
            </a:r>
          </a:p>
        </p:txBody>
      </p:sp>
      <p:sp>
        <p:nvSpPr>
          <p:cNvPr id="21" name="o20">
            <a:extLst xmlns:a="http://schemas.openxmlformats.org/drawingml/2006/main">
              <a:ext uri="{FF2B5EF4-FFF2-40B4-BE49-F238E27FC236}">
                <a16:creationId xmlns:a16="http://schemas.microsoft.com/office/drawing/2014/main" id="{B9F706F1-3748-4DBC-B66A-D5FD153D58D3}"/>
              </a:ext>
            </a:extLst>
          </p:cNvPr>
          <p:cNvSpPr>
            <a:spLocks xmlns:a="http://schemas.openxmlformats.org/drawingml/2006/main" noGrp="1"/>
          </p:cNvSpPr>
          <p:nvPr/>
        </p:nvSpPr>
        <p:spPr>
          <a:xfrm xmlns:a="http://schemas.openxmlformats.org/drawingml/2006/main">
            <a:off x="6267450" y="2752725"/>
            <a:ext cx="5314950" cy="2000250"/>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22" name="line-13">
            <a:extLst xmlns:a="http://schemas.openxmlformats.org/drawingml/2006/main">
              <a:ext uri="{FF2B5EF4-FFF2-40B4-BE49-F238E27FC236}">
                <a16:creationId xmlns:a16="http://schemas.microsoft.com/office/drawing/2014/main" id="{16039E26-16EE-4514-A92F-45205469A678}"/>
              </a:ext>
            </a:extLst>
          </p:cNvPr>
          <p:cNvSpPr>
            <a:spLocks xmlns:a="http://schemas.openxmlformats.org/drawingml/2006/main" noGrp="1"/>
          </p:cNvSpPr>
          <p:nvPr/>
        </p:nvSpPr>
        <p:spPr>
          <a:xfrm xmlns:a="http://schemas.openxmlformats.org/drawingml/2006/main" flipV="0">
            <a:off x="6267450" y="2752725"/>
            <a:ext cx="5314950" cy="953"/>
          </a:xfrm>
          <a:prstGeom xmlns:a="http://schemas.openxmlformats.org/drawingml/2006/main" prst="line">
            <a:avLst/>
          </a:prstGeom>
          <a:noFill xmlns:a="http://schemas.openxmlformats.org/drawingml/2006/main"/>
          <a:ln xmlns:a="http://schemas.openxmlformats.org/drawingml/2006/main" w="28575">
            <a:solidFill>
              <a:srgbClr val="32668E"/>
            </a:solidFill>
            <a:prstDash val="solid"/>
          </a:ln>
        </p:spPr>
      </p:sp>
      <p:sp>
        <p:nvSpPr>
          <p:cNvPr id="23" name="o22">
            <a:extLst xmlns:a="http://schemas.openxmlformats.org/drawingml/2006/main">
              <a:ext uri="{FF2B5EF4-FFF2-40B4-BE49-F238E27FC236}">
                <a16:creationId xmlns:a16="http://schemas.microsoft.com/office/drawing/2014/main" id="{858B1278-3CFF-457A-B341-57242B163B47}"/>
              </a:ext>
            </a:extLst>
          </p:cNvPr>
          <p:cNvSpPr>
            <a:spLocks xmlns:a="http://schemas.openxmlformats.org/drawingml/2006/main" noGrp="1"/>
          </p:cNvSpPr>
          <p:nvPr/>
        </p:nvSpPr>
        <p:spPr>
          <a:xfrm xmlns:a="http://schemas.openxmlformats.org/drawingml/2006/main">
            <a:off x="6419850" y="2847975"/>
            <a:ext cx="501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32668E"/>
                </a:solidFill>
                <a:latin typeface="Noto Sans SC"/>
                <a:ea typeface="Noto Sans SC"/>
                <a:cs typeface="Noto Sans SC"/>
              </a:defRPr>
            </a:defPPr>
            <a:lvl1pPr algn="l">
              <a:defRPr sz="1800" b="1">
                <a:solidFill>
                  <a:srgbClr val="32668E"/>
                </a:solidFill>
                <a:latin typeface="Noto Sans SC"/>
                <a:ea typeface="Noto Sans SC"/>
                <a:cs typeface="Noto Sans SC"/>
              </a:defRPr>
            </a:lvl1pPr>
            <a:lvl2pPr algn="l">
              <a:defRPr sz="1800" b="1">
                <a:solidFill>
                  <a:srgbClr val="32668E"/>
                </a:solidFill>
                <a:latin typeface="Noto Sans SC"/>
                <a:ea typeface="Noto Sans SC"/>
                <a:cs typeface="Noto Sans SC"/>
              </a:defRPr>
            </a:lvl2pPr>
            <a:lvl3pPr algn="l">
              <a:defRPr sz="1800" b="1">
                <a:solidFill>
                  <a:srgbClr val="32668E"/>
                </a:solidFill>
                <a:latin typeface="Noto Sans SC"/>
                <a:ea typeface="Noto Sans SC"/>
                <a:cs typeface="Noto Sans SC"/>
              </a:defRPr>
            </a:lvl3pPr>
            <a:lvl4pPr algn="l">
              <a:defRPr sz="1800" b="1">
                <a:solidFill>
                  <a:srgbClr val="32668E"/>
                </a:solidFill>
                <a:latin typeface="Noto Sans SC"/>
                <a:ea typeface="Noto Sans SC"/>
                <a:cs typeface="Noto Sans SC"/>
              </a:defRPr>
            </a:lvl4pPr>
            <a:lvl5pPr algn="l">
              <a:defRPr sz="1800" b="1">
                <a:solidFill>
                  <a:srgbClr val="32668E"/>
                </a:solidFill>
                <a:latin typeface="Noto Sans SC"/>
                <a:ea typeface="Noto Sans SC"/>
                <a:cs typeface="Noto Sans SC"/>
              </a:defRPr>
            </a:lvl5pPr>
            <a:lvl6pPr algn="l">
              <a:defRPr sz="1800" b="1">
                <a:solidFill>
                  <a:srgbClr val="32668E"/>
                </a:solidFill>
                <a:latin typeface="Noto Sans SC"/>
                <a:ea typeface="Noto Sans SC"/>
                <a:cs typeface="Noto Sans SC"/>
              </a:defRPr>
            </a:lvl6pPr>
            <a:lvl7pPr algn="l">
              <a:defRPr sz="1800" b="1">
                <a:solidFill>
                  <a:srgbClr val="32668E"/>
                </a:solidFill>
                <a:latin typeface="Noto Sans SC"/>
                <a:ea typeface="Noto Sans SC"/>
                <a:cs typeface="Noto Sans SC"/>
              </a:defRPr>
            </a:lvl7pPr>
            <a:lvl8pPr algn="l">
              <a:defRPr sz="1800" b="1">
                <a:solidFill>
                  <a:srgbClr val="32668E"/>
                </a:solidFill>
                <a:latin typeface="Noto Sans SC"/>
                <a:ea typeface="Noto Sans SC"/>
                <a:cs typeface="Noto Sans SC"/>
              </a:defRPr>
            </a:lvl8pPr>
            <a:lvl9pPr algn="l">
              <a:defRPr sz="1800" b="1">
                <a:solidFill>
                  <a:srgbClr val="32668E"/>
                </a:solidFill>
                <a:latin typeface="Noto Sans SC"/>
                <a:ea typeface="Noto Sans SC"/>
                <a:cs typeface="Noto Sans SC"/>
              </a:defRPr>
            </a:lvl9pPr>
          </a:lstStyle>
          <a:p xmlns:a="http://schemas.openxmlformats.org/drawingml/2006/main">
            <a:pPr algn="l">
              <a:defRPr sz="1800" b="1">
                <a:solidFill>
                  <a:srgbClr val="32668E"/>
                </a:solidFill>
                <a:latin typeface="Noto Sans SC"/>
                <a:ea typeface="Noto Sans SC"/>
                <a:cs typeface="Noto Sans SC"/>
              </a:defRPr>
            </a:pPr>
            <a:r>
              <a:rPr sz="1800" b="1">
                <a:solidFill>
                  <a:srgbClr val="32668E"/>
                </a:solidFill>
                <a:latin typeface="Noto Sans SC"/>
                <a:ea typeface="Noto Sans SC"/>
                <a:cs typeface="Noto Sans SC"/>
              </a:rPr>
              <a:t>四成员集群</a:t>
            </a:r>
          </a:p>
        </p:txBody>
      </p:sp>
      <p:sp>
        <p:nvSpPr>
          <p:cNvPr id="24" name="o23">
            <a:extLst xmlns:a="http://schemas.openxmlformats.org/drawingml/2006/main">
              <a:ext uri="{FF2B5EF4-FFF2-40B4-BE49-F238E27FC236}">
                <a16:creationId xmlns:a16="http://schemas.microsoft.com/office/drawing/2014/main" id="{0DE66FA5-E21B-4749-A8C6-E8BC7C4E31CE}"/>
              </a:ext>
            </a:extLst>
          </p:cNvPr>
          <p:cNvSpPr>
            <a:spLocks xmlns:a="http://schemas.openxmlformats.org/drawingml/2006/main" noGrp="1"/>
          </p:cNvSpPr>
          <p:nvPr/>
        </p:nvSpPr>
        <p:spPr>
          <a:xfrm xmlns:a="http://schemas.openxmlformats.org/drawingml/2006/main">
            <a:off x="6419850" y="3305175"/>
            <a:ext cx="501015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46536A"/>
                </a:solidFill>
                <a:latin typeface="Noto Sans SC"/>
                <a:ea typeface="Noto Sans SC"/>
                <a:cs typeface="Noto Sans SC"/>
              </a:defRPr>
            </a:defPPr>
            <a:lvl1pPr algn="l">
              <a:defRPr sz="1575" b="0">
                <a:solidFill>
                  <a:srgbClr val="46536A"/>
                </a:solidFill>
                <a:latin typeface="Noto Sans SC"/>
                <a:ea typeface="Noto Sans SC"/>
                <a:cs typeface="Noto Sans SC"/>
              </a:defRPr>
            </a:lvl1pPr>
            <a:lvl2pPr algn="l">
              <a:defRPr sz="1575" b="0">
                <a:solidFill>
                  <a:srgbClr val="46536A"/>
                </a:solidFill>
                <a:latin typeface="Noto Sans SC"/>
                <a:ea typeface="Noto Sans SC"/>
                <a:cs typeface="Noto Sans SC"/>
              </a:defRPr>
            </a:lvl2pPr>
            <a:lvl3pPr algn="l">
              <a:defRPr sz="1575" b="0">
                <a:solidFill>
                  <a:srgbClr val="46536A"/>
                </a:solidFill>
                <a:latin typeface="Noto Sans SC"/>
                <a:ea typeface="Noto Sans SC"/>
                <a:cs typeface="Noto Sans SC"/>
              </a:defRPr>
            </a:lvl3pPr>
            <a:lvl4pPr algn="l">
              <a:defRPr sz="1575" b="0">
                <a:solidFill>
                  <a:srgbClr val="46536A"/>
                </a:solidFill>
                <a:latin typeface="Noto Sans SC"/>
                <a:ea typeface="Noto Sans SC"/>
                <a:cs typeface="Noto Sans SC"/>
              </a:defRPr>
            </a:lvl4pPr>
            <a:lvl5pPr algn="l">
              <a:defRPr sz="1575" b="0">
                <a:solidFill>
                  <a:srgbClr val="46536A"/>
                </a:solidFill>
                <a:latin typeface="Noto Sans SC"/>
                <a:ea typeface="Noto Sans SC"/>
                <a:cs typeface="Noto Sans SC"/>
              </a:defRPr>
            </a:lvl5pPr>
            <a:lvl6pPr algn="l">
              <a:defRPr sz="1575" b="0">
                <a:solidFill>
                  <a:srgbClr val="46536A"/>
                </a:solidFill>
                <a:latin typeface="Noto Sans SC"/>
                <a:ea typeface="Noto Sans SC"/>
                <a:cs typeface="Noto Sans SC"/>
              </a:defRPr>
            </a:lvl6pPr>
            <a:lvl7pPr algn="l">
              <a:defRPr sz="1575" b="0">
                <a:solidFill>
                  <a:srgbClr val="46536A"/>
                </a:solidFill>
                <a:latin typeface="Noto Sans SC"/>
                <a:ea typeface="Noto Sans SC"/>
                <a:cs typeface="Noto Sans SC"/>
              </a:defRPr>
            </a:lvl7pPr>
            <a:lvl8pPr algn="l">
              <a:defRPr sz="1575" b="0">
                <a:solidFill>
                  <a:srgbClr val="46536A"/>
                </a:solidFill>
                <a:latin typeface="Noto Sans SC"/>
                <a:ea typeface="Noto Sans SC"/>
                <a:cs typeface="Noto Sans SC"/>
              </a:defRPr>
            </a:lvl8pPr>
            <a:lvl9pPr algn="l">
              <a:defRPr sz="1575" b="0">
                <a:solidFill>
                  <a:srgbClr val="46536A"/>
                </a:solidFill>
                <a:latin typeface="Noto Sans SC"/>
                <a:ea typeface="Noto Sans SC"/>
                <a:cs typeface="Noto Sans SC"/>
              </a:defRPr>
            </a:lvl9pPr>
          </a:lstStyle>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队形：vshape</a:t>
            </a:r>
          </a:p>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意图：I-29 身份不可辨</a:t>
            </a:r>
          </a:p>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评分：32，low</a:t>
            </a:r>
          </a:p>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设施 ETA：null</a:t>
            </a:r>
          </a:p>
        </p:txBody>
      </p:sp>
      <p:sp>
        <p:nvSpPr>
          <p:cNvPr id="25" name="o24">
            <a:extLst xmlns:a="http://schemas.openxmlformats.org/drawingml/2006/main">
              <a:ext uri="{FF2B5EF4-FFF2-40B4-BE49-F238E27FC236}">
                <a16:creationId xmlns:a16="http://schemas.microsoft.com/office/drawing/2014/main" id="{11803579-F03F-4647-8816-2D208E3CFBB1}"/>
              </a:ext>
            </a:extLst>
          </p:cNvPr>
          <p:cNvSpPr>
            <a:spLocks xmlns:a="http://schemas.openxmlformats.org/drawingml/2006/main" noGrp="1"/>
          </p:cNvSpPr>
          <p:nvPr/>
        </p:nvSpPr>
        <p:spPr>
          <a:xfrm xmlns:a="http://schemas.openxmlformats.org/drawingml/2006/main">
            <a:off x="609600" y="4914900"/>
            <a:ext cx="10972800" cy="1028700"/>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26" name="line-16">
            <a:extLst xmlns:a="http://schemas.openxmlformats.org/drawingml/2006/main">
              <a:ext uri="{FF2B5EF4-FFF2-40B4-BE49-F238E27FC236}">
                <a16:creationId xmlns:a16="http://schemas.microsoft.com/office/drawing/2014/main" id="{13CF4259-CCE7-4C6C-8B58-F192C03D5E3A}"/>
              </a:ext>
            </a:extLst>
          </p:cNvPr>
          <p:cNvSpPr>
            <a:spLocks xmlns:a="http://schemas.openxmlformats.org/drawingml/2006/main" noGrp="1"/>
          </p:cNvSpPr>
          <p:nvPr/>
        </p:nvSpPr>
        <p:spPr>
          <a:xfrm xmlns:a="http://schemas.openxmlformats.org/drawingml/2006/main" flipV="0">
            <a:off x="609600" y="4914900"/>
            <a:ext cx="10972800" cy="953"/>
          </a:xfrm>
          <a:prstGeom xmlns:a="http://schemas.openxmlformats.org/drawingml/2006/main" prst="line">
            <a:avLst/>
          </a:prstGeom>
          <a:noFill xmlns:a="http://schemas.openxmlformats.org/drawingml/2006/main"/>
          <a:ln xmlns:a="http://schemas.openxmlformats.org/drawingml/2006/main" w="28575">
            <a:solidFill>
              <a:srgbClr val="B85A1E"/>
            </a:solidFill>
            <a:prstDash val="solid"/>
          </a:ln>
        </p:spPr>
      </p:sp>
      <p:sp>
        <p:nvSpPr>
          <p:cNvPr id="27" name="o26">
            <a:extLst xmlns:a="http://schemas.openxmlformats.org/drawingml/2006/main">
              <a:ext uri="{FF2B5EF4-FFF2-40B4-BE49-F238E27FC236}">
                <a16:creationId xmlns:a16="http://schemas.microsoft.com/office/drawing/2014/main" id="{8C37AC17-4942-4614-A9E0-83909A5CFB50}"/>
              </a:ext>
            </a:extLst>
          </p:cNvPr>
          <p:cNvSpPr>
            <a:spLocks xmlns:a="http://schemas.openxmlformats.org/drawingml/2006/main" noGrp="1"/>
          </p:cNvSpPr>
          <p:nvPr/>
        </p:nvSpPr>
        <p:spPr>
          <a:xfrm xmlns:a="http://schemas.openxmlformats.org/drawingml/2006/main">
            <a:off x="762000" y="5010150"/>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B85A1E"/>
                </a:solidFill>
                <a:latin typeface="Noto Sans SC"/>
                <a:ea typeface="Noto Sans SC"/>
                <a:cs typeface="Noto Sans SC"/>
              </a:defRPr>
            </a:defPPr>
            <a:lvl1pPr algn="l">
              <a:defRPr sz="1650" b="1">
                <a:solidFill>
                  <a:srgbClr val="B85A1E"/>
                </a:solidFill>
                <a:latin typeface="Noto Sans SC"/>
                <a:ea typeface="Noto Sans SC"/>
                <a:cs typeface="Noto Sans SC"/>
              </a:defRPr>
            </a:lvl1pPr>
            <a:lvl2pPr algn="l">
              <a:defRPr sz="1650" b="1">
                <a:solidFill>
                  <a:srgbClr val="B85A1E"/>
                </a:solidFill>
                <a:latin typeface="Noto Sans SC"/>
                <a:ea typeface="Noto Sans SC"/>
                <a:cs typeface="Noto Sans SC"/>
              </a:defRPr>
            </a:lvl2pPr>
            <a:lvl3pPr algn="l">
              <a:defRPr sz="1650" b="1">
                <a:solidFill>
                  <a:srgbClr val="B85A1E"/>
                </a:solidFill>
                <a:latin typeface="Noto Sans SC"/>
                <a:ea typeface="Noto Sans SC"/>
                <a:cs typeface="Noto Sans SC"/>
              </a:defRPr>
            </a:lvl3pPr>
            <a:lvl4pPr algn="l">
              <a:defRPr sz="1650" b="1">
                <a:solidFill>
                  <a:srgbClr val="B85A1E"/>
                </a:solidFill>
                <a:latin typeface="Noto Sans SC"/>
                <a:ea typeface="Noto Sans SC"/>
                <a:cs typeface="Noto Sans SC"/>
              </a:defRPr>
            </a:lvl4pPr>
            <a:lvl5pPr algn="l">
              <a:defRPr sz="1650" b="1">
                <a:solidFill>
                  <a:srgbClr val="B85A1E"/>
                </a:solidFill>
                <a:latin typeface="Noto Sans SC"/>
                <a:ea typeface="Noto Sans SC"/>
                <a:cs typeface="Noto Sans SC"/>
              </a:defRPr>
            </a:lvl5pPr>
            <a:lvl6pPr algn="l">
              <a:defRPr sz="1650" b="1">
                <a:solidFill>
                  <a:srgbClr val="B85A1E"/>
                </a:solidFill>
                <a:latin typeface="Noto Sans SC"/>
                <a:ea typeface="Noto Sans SC"/>
                <a:cs typeface="Noto Sans SC"/>
              </a:defRPr>
            </a:lvl6pPr>
            <a:lvl7pPr algn="l">
              <a:defRPr sz="1650" b="1">
                <a:solidFill>
                  <a:srgbClr val="B85A1E"/>
                </a:solidFill>
                <a:latin typeface="Noto Sans SC"/>
                <a:ea typeface="Noto Sans SC"/>
                <a:cs typeface="Noto Sans SC"/>
              </a:defRPr>
            </a:lvl7pPr>
            <a:lvl8pPr algn="l">
              <a:defRPr sz="1650" b="1">
                <a:solidFill>
                  <a:srgbClr val="B85A1E"/>
                </a:solidFill>
                <a:latin typeface="Noto Sans SC"/>
                <a:ea typeface="Noto Sans SC"/>
                <a:cs typeface="Noto Sans SC"/>
              </a:defRPr>
            </a:lvl8pPr>
            <a:lvl9pPr algn="l">
              <a:defRPr sz="1650" b="1">
                <a:solidFill>
                  <a:srgbClr val="B85A1E"/>
                </a:solidFill>
                <a:latin typeface="Noto Sans SC"/>
                <a:ea typeface="Noto Sans SC"/>
                <a:cs typeface="Noto Sans SC"/>
              </a:defRPr>
            </a:lvl9pPr>
          </a:lstStyle>
          <a:p xmlns:a="http://schemas.openxmlformats.org/drawingml/2006/main">
            <a:pPr algn="l">
              <a:defRPr sz="1650" b="1">
                <a:solidFill>
                  <a:srgbClr val="B85A1E"/>
                </a:solidFill>
                <a:latin typeface="Noto Sans SC"/>
                <a:ea typeface="Noto Sans SC"/>
                <a:cs typeface="Noto Sans SC"/>
              </a:defRPr>
            </a:pPr>
            <a:r>
              <a:rPr sz="1650" b="1">
                <a:solidFill>
                  <a:srgbClr val="B85A1E"/>
                </a:solidFill>
                <a:latin typeface="Noto Sans SC"/>
                <a:ea typeface="Noto Sans SC"/>
                <a:cs typeface="Noto Sans SC"/>
              </a:rPr>
              <a:t>结果与输入缺失相对应</a:t>
            </a:r>
          </a:p>
        </p:txBody>
      </p:sp>
      <p:sp>
        <p:nvSpPr>
          <p:cNvPr id="28" name="o27">
            <a:extLst xmlns:a="http://schemas.openxmlformats.org/drawingml/2006/main">
              <a:ext uri="{FF2B5EF4-FFF2-40B4-BE49-F238E27FC236}">
                <a16:creationId xmlns:a16="http://schemas.microsoft.com/office/drawing/2014/main" id="{4E69E2E3-AACD-421A-AF1F-F13E9E09BE81}"/>
              </a:ext>
            </a:extLst>
          </p:cNvPr>
          <p:cNvSpPr>
            <a:spLocks xmlns:a="http://schemas.openxmlformats.org/drawingml/2006/main" noGrp="1"/>
          </p:cNvSpPr>
          <p:nvPr/>
        </p:nvSpPr>
        <p:spPr>
          <a:xfrm xmlns:a="http://schemas.openxmlformats.org/drawingml/2006/main">
            <a:off x="762000" y="5362575"/>
            <a:ext cx="106680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36A"/>
                </a:solidFill>
                <a:latin typeface="Noto Sans SC"/>
                <a:ea typeface="Noto Sans SC"/>
                <a:cs typeface="Noto Sans SC"/>
              </a:defRPr>
            </a:defPPr>
            <a:lvl1pPr algn="l">
              <a:defRPr sz="1425" b="0">
                <a:solidFill>
                  <a:srgbClr val="46536A"/>
                </a:solidFill>
                <a:latin typeface="Noto Sans SC"/>
                <a:ea typeface="Noto Sans SC"/>
                <a:cs typeface="Noto Sans SC"/>
              </a:defRPr>
            </a:lvl1pPr>
            <a:lvl2pPr algn="l">
              <a:defRPr sz="1425" b="0">
                <a:solidFill>
                  <a:srgbClr val="46536A"/>
                </a:solidFill>
                <a:latin typeface="Noto Sans SC"/>
                <a:ea typeface="Noto Sans SC"/>
                <a:cs typeface="Noto Sans SC"/>
              </a:defRPr>
            </a:lvl2pPr>
            <a:lvl3pPr algn="l">
              <a:defRPr sz="1425" b="0">
                <a:solidFill>
                  <a:srgbClr val="46536A"/>
                </a:solidFill>
                <a:latin typeface="Noto Sans SC"/>
                <a:ea typeface="Noto Sans SC"/>
                <a:cs typeface="Noto Sans SC"/>
              </a:defRPr>
            </a:lvl3pPr>
            <a:lvl4pPr algn="l">
              <a:defRPr sz="1425" b="0">
                <a:solidFill>
                  <a:srgbClr val="46536A"/>
                </a:solidFill>
                <a:latin typeface="Noto Sans SC"/>
                <a:ea typeface="Noto Sans SC"/>
                <a:cs typeface="Noto Sans SC"/>
              </a:defRPr>
            </a:lvl4pPr>
            <a:lvl5pPr algn="l">
              <a:defRPr sz="1425" b="0">
                <a:solidFill>
                  <a:srgbClr val="46536A"/>
                </a:solidFill>
                <a:latin typeface="Noto Sans SC"/>
                <a:ea typeface="Noto Sans SC"/>
                <a:cs typeface="Noto Sans SC"/>
              </a:defRPr>
            </a:lvl5pPr>
            <a:lvl6pPr algn="l">
              <a:defRPr sz="1425" b="0">
                <a:solidFill>
                  <a:srgbClr val="46536A"/>
                </a:solidFill>
                <a:latin typeface="Noto Sans SC"/>
                <a:ea typeface="Noto Sans SC"/>
                <a:cs typeface="Noto Sans SC"/>
              </a:defRPr>
            </a:lvl6pPr>
            <a:lvl7pPr algn="l">
              <a:defRPr sz="1425" b="0">
                <a:solidFill>
                  <a:srgbClr val="46536A"/>
                </a:solidFill>
                <a:latin typeface="Noto Sans SC"/>
                <a:ea typeface="Noto Sans SC"/>
                <a:cs typeface="Noto Sans SC"/>
              </a:defRPr>
            </a:lvl7pPr>
            <a:lvl8pPr algn="l">
              <a:defRPr sz="1425" b="0">
                <a:solidFill>
                  <a:srgbClr val="46536A"/>
                </a:solidFill>
                <a:latin typeface="Noto Sans SC"/>
                <a:ea typeface="Noto Sans SC"/>
                <a:cs typeface="Noto Sans SC"/>
              </a:defRPr>
            </a:lvl8pPr>
            <a:lvl9pPr algn="l">
              <a:defRPr sz="1425" b="0">
                <a:solidFill>
                  <a:srgbClr val="46536A"/>
                </a:solidFill>
                <a:latin typeface="Noto Sans SC"/>
                <a:ea typeface="Noto Sans SC"/>
                <a:cs typeface="Noto Sans SC"/>
              </a:defRPr>
            </a:lvl9pPr>
          </a:lstStyle>
          <a:p xmlns:a="http://schemas.openxmlformats.org/drawingml/2006/main">
            <a:pPr algn="l">
              <a:defRPr sz="1425" b="0">
                <a:solidFill>
                  <a:srgbClr val="46536A"/>
                </a:solidFill>
                <a:latin typeface="Noto Sans SC"/>
                <a:ea typeface="Noto Sans SC"/>
                <a:cs typeface="Noto Sans SC"/>
              </a:defRPr>
            </a:pPr>
            <a:r>
              <a:rPr sz="1425" b="0">
                <a:solidFill>
                  <a:srgbClr val="46536A"/>
                </a:solidFill>
                <a:latin typeface="Noto Sans SC"/>
                <a:ea typeface="Noto Sans SC"/>
                <a:cs typeface="Noto Sans SC"/>
              </a:rPr>
              <a:t>没有飞行计划、探测设备与资源输入；辅助评估保留不可用状态</a:t>
            </a:r>
          </a:p>
          <a:p xmlns:a="http://schemas.openxmlformats.org/drawingml/2006/main">
            <a:pPr algn="l">
              <a:defRPr sz="1425" b="0">
                <a:solidFill>
                  <a:srgbClr val="46536A"/>
                </a:solidFill>
                <a:latin typeface="Noto Sans SC"/>
                <a:ea typeface="Noto Sans SC"/>
                <a:cs typeface="Noto Sans SC"/>
              </a:defRPr>
            </a:pPr>
            <a:r>
              <a:rPr sz="1425" b="0">
                <a:solidFill>
                  <a:srgbClr val="46536A"/>
                </a:solidFill>
                <a:latin typeface="Noto Sans SC"/>
                <a:ea typeface="Noto Sans SC"/>
                <a:cs typeface="Noto Sans SC"/>
              </a:rPr>
              <a:t>实际请求、成员特征与响应均已保存，补充夹具另行归档</a:t>
            </a:r>
          </a:p>
        </p:txBody>
      </p:sp>
    </p:spTree>
    <p:extLst>
      <p:ext uri="{BB962C8B-B14F-4D97-AF65-F5344CB8AC3E}">
        <p14:creationId xmlns:p14="http://schemas.microsoft.com/office/powerpoint/2010/main" val="731136905"/>
      </p:ext>
    </p:extLst>
  </p:cSld>
</p:sld>
</file>

<file path=ppt/slides/slide28.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17" name="o0">
            <a:extLst xmlns:a="http://schemas.openxmlformats.org/drawingml/2006/main">
              <a:ext uri="{FF2B5EF4-FFF2-40B4-BE49-F238E27FC236}">
                <a16:creationId xmlns:a16="http://schemas.microsoft.com/office/drawing/2014/main" id="{50ADF51D-5C9A-47AA-92D2-6C810FEB8D30}"/>
              </a:ext>
            </a:extLst>
          </p:cNvPr>
          <p:cNvSpPr>
            <a:spLocks xmlns:a="http://schemas.openxmlformats.org/drawingml/2006/main" noGrp="1"/>
          </p:cNvSpPr>
          <p:nvPr/>
        </p:nvSpPr>
        <p:spPr>
          <a:xfrm xmlns:a="http://schemas.openxmlformats.org/drawingml/2006/main">
            <a:off x="609600" y="219075"/>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B85A1E"/>
                </a:solidFill>
                <a:latin typeface="Noto Sans SC"/>
                <a:ea typeface="Noto Sans SC"/>
                <a:cs typeface="Noto Sans SC"/>
              </a:defRPr>
            </a:defPPr>
            <a:lvl1pPr algn="l">
              <a:defRPr sz="1275" b="1">
                <a:solidFill>
                  <a:srgbClr val="B85A1E"/>
                </a:solidFill>
                <a:latin typeface="Noto Sans SC"/>
                <a:ea typeface="Noto Sans SC"/>
                <a:cs typeface="Noto Sans SC"/>
              </a:defRPr>
            </a:lvl1pPr>
            <a:lvl2pPr algn="l">
              <a:defRPr sz="1275" b="1">
                <a:solidFill>
                  <a:srgbClr val="B85A1E"/>
                </a:solidFill>
                <a:latin typeface="Noto Sans SC"/>
                <a:ea typeface="Noto Sans SC"/>
                <a:cs typeface="Noto Sans SC"/>
              </a:defRPr>
            </a:lvl2pPr>
            <a:lvl3pPr algn="l">
              <a:defRPr sz="1275" b="1">
                <a:solidFill>
                  <a:srgbClr val="B85A1E"/>
                </a:solidFill>
                <a:latin typeface="Noto Sans SC"/>
                <a:ea typeface="Noto Sans SC"/>
                <a:cs typeface="Noto Sans SC"/>
              </a:defRPr>
            </a:lvl3pPr>
            <a:lvl4pPr algn="l">
              <a:defRPr sz="1275" b="1">
                <a:solidFill>
                  <a:srgbClr val="B85A1E"/>
                </a:solidFill>
                <a:latin typeface="Noto Sans SC"/>
                <a:ea typeface="Noto Sans SC"/>
                <a:cs typeface="Noto Sans SC"/>
              </a:defRPr>
            </a:lvl4pPr>
            <a:lvl5pPr algn="l">
              <a:defRPr sz="1275" b="1">
                <a:solidFill>
                  <a:srgbClr val="B85A1E"/>
                </a:solidFill>
                <a:latin typeface="Noto Sans SC"/>
                <a:ea typeface="Noto Sans SC"/>
                <a:cs typeface="Noto Sans SC"/>
              </a:defRPr>
            </a:lvl5pPr>
            <a:lvl6pPr algn="l">
              <a:defRPr sz="1275" b="1">
                <a:solidFill>
                  <a:srgbClr val="B85A1E"/>
                </a:solidFill>
                <a:latin typeface="Noto Sans SC"/>
                <a:ea typeface="Noto Sans SC"/>
                <a:cs typeface="Noto Sans SC"/>
              </a:defRPr>
            </a:lvl6pPr>
            <a:lvl7pPr algn="l">
              <a:defRPr sz="1275" b="1">
                <a:solidFill>
                  <a:srgbClr val="B85A1E"/>
                </a:solidFill>
                <a:latin typeface="Noto Sans SC"/>
                <a:ea typeface="Noto Sans SC"/>
                <a:cs typeface="Noto Sans SC"/>
              </a:defRPr>
            </a:lvl7pPr>
            <a:lvl8pPr algn="l">
              <a:defRPr sz="1275" b="1">
                <a:solidFill>
                  <a:srgbClr val="B85A1E"/>
                </a:solidFill>
                <a:latin typeface="Noto Sans SC"/>
                <a:ea typeface="Noto Sans SC"/>
                <a:cs typeface="Noto Sans SC"/>
              </a:defRPr>
            </a:lvl8pPr>
            <a:lvl9pPr algn="l">
              <a:defRPr sz="1275" b="1">
                <a:solidFill>
                  <a:srgbClr val="B85A1E"/>
                </a:solidFill>
                <a:latin typeface="Noto Sans SC"/>
                <a:ea typeface="Noto Sans SC"/>
                <a:cs typeface="Noto Sans SC"/>
              </a:defRPr>
            </a:lvl9pPr>
          </a:lstStyle>
          <a:p xmlns:a="http://schemas.openxmlformats.org/drawingml/2006/main">
            <a:pPr algn="l">
              <a:defRPr sz="1275" b="1">
                <a:solidFill>
                  <a:srgbClr val="B85A1E"/>
                </a:solidFill>
                <a:latin typeface="Noto Sans SC"/>
                <a:ea typeface="Noto Sans SC"/>
                <a:cs typeface="Noto Sans SC"/>
              </a:defRPr>
            </a:pPr>
            <a:r>
              <a:rPr sz="1275" b="1">
                <a:solidFill>
                  <a:srgbClr val="B85A1E"/>
                </a:solidFill>
                <a:latin typeface="Noto Sans SC"/>
                <a:ea typeface="Noto Sans SC"/>
                <a:cs typeface="Noto Sans SC"/>
              </a:rPr>
              <a:t>验证 · 端到端性能</a:t>
            </a:r>
          </a:p>
        </p:txBody>
      </p:sp>
      <p:sp>
        <p:nvSpPr>
          <p:cNvPr id="2" name="o1">
            <a:extLst xmlns:a="http://schemas.openxmlformats.org/drawingml/2006/main">
              <a:ext uri="{FF2B5EF4-FFF2-40B4-BE49-F238E27FC236}">
                <a16:creationId xmlns:a16="http://schemas.microsoft.com/office/drawing/2014/main" id="{AB2DC3A5-D21B-4EE1-B386-85AA2F18B0D3}"/>
              </a:ext>
            </a:extLst>
          </p:cNvPr>
          <p:cNvSpPr>
            <a:spLocks xmlns:a="http://schemas.openxmlformats.org/drawingml/2006/main" noGrp="1"/>
          </p:cNvSpPr>
          <p:nvPr/>
        </p:nvSpPr>
        <p:spPr>
          <a:xfrm xmlns:a="http://schemas.openxmlformats.org/drawingml/2006/main">
            <a:off x="609600" y="6000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700" b="1">
                <a:solidFill>
                  <a:srgbClr val="16243A"/>
                </a:solidFill>
                <a:latin typeface="Noto Serif SC"/>
                <a:ea typeface="Noto Serif SC"/>
                <a:cs typeface="Noto Serif SC"/>
              </a:defRPr>
            </a:defPPr>
            <a:lvl1pPr algn="l">
              <a:defRPr sz="2700" b="1">
                <a:solidFill>
                  <a:srgbClr val="16243A"/>
                </a:solidFill>
                <a:latin typeface="Noto Serif SC"/>
                <a:ea typeface="Noto Serif SC"/>
                <a:cs typeface="Noto Serif SC"/>
              </a:defRPr>
            </a:lvl1pPr>
            <a:lvl2pPr algn="l">
              <a:defRPr sz="2700" b="1">
                <a:solidFill>
                  <a:srgbClr val="16243A"/>
                </a:solidFill>
                <a:latin typeface="Noto Serif SC"/>
                <a:ea typeface="Noto Serif SC"/>
                <a:cs typeface="Noto Serif SC"/>
              </a:defRPr>
            </a:lvl2pPr>
            <a:lvl3pPr algn="l">
              <a:defRPr sz="2700" b="1">
                <a:solidFill>
                  <a:srgbClr val="16243A"/>
                </a:solidFill>
                <a:latin typeface="Noto Serif SC"/>
                <a:ea typeface="Noto Serif SC"/>
                <a:cs typeface="Noto Serif SC"/>
              </a:defRPr>
            </a:lvl3pPr>
            <a:lvl4pPr algn="l">
              <a:defRPr sz="2700" b="1">
                <a:solidFill>
                  <a:srgbClr val="16243A"/>
                </a:solidFill>
                <a:latin typeface="Noto Serif SC"/>
                <a:ea typeface="Noto Serif SC"/>
                <a:cs typeface="Noto Serif SC"/>
              </a:defRPr>
            </a:lvl4pPr>
            <a:lvl5pPr algn="l">
              <a:defRPr sz="2700" b="1">
                <a:solidFill>
                  <a:srgbClr val="16243A"/>
                </a:solidFill>
                <a:latin typeface="Noto Serif SC"/>
                <a:ea typeface="Noto Serif SC"/>
                <a:cs typeface="Noto Serif SC"/>
              </a:defRPr>
            </a:lvl5pPr>
            <a:lvl6pPr algn="l">
              <a:defRPr sz="2700" b="1">
                <a:solidFill>
                  <a:srgbClr val="16243A"/>
                </a:solidFill>
                <a:latin typeface="Noto Serif SC"/>
                <a:ea typeface="Noto Serif SC"/>
                <a:cs typeface="Noto Serif SC"/>
              </a:defRPr>
            </a:lvl6pPr>
            <a:lvl7pPr algn="l">
              <a:defRPr sz="2700" b="1">
                <a:solidFill>
                  <a:srgbClr val="16243A"/>
                </a:solidFill>
                <a:latin typeface="Noto Serif SC"/>
                <a:ea typeface="Noto Serif SC"/>
                <a:cs typeface="Noto Serif SC"/>
              </a:defRPr>
            </a:lvl7pPr>
            <a:lvl8pPr algn="l">
              <a:defRPr sz="2700" b="1">
                <a:solidFill>
                  <a:srgbClr val="16243A"/>
                </a:solidFill>
                <a:latin typeface="Noto Serif SC"/>
                <a:ea typeface="Noto Serif SC"/>
                <a:cs typeface="Noto Serif SC"/>
              </a:defRPr>
            </a:lvl8pPr>
            <a:lvl9pPr algn="l">
              <a:defRPr sz="2700" b="1">
                <a:solidFill>
                  <a:srgbClr val="16243A"/>
                </a:solidFill>
                <a:latin typeface="Noto Serif SC"/>
                <a:ea typeface="Noto Serif SC"/>
                <a:cs typeface="Noto Serif SC"/>
              </a:defRPr>
            </a:lvl9pPr>
          </a:lstStyle>
          <a:p xmlns:a="http://schemas.openxmlformats.org/drawingml/2006/main">
            <a:pPr algn="l">
              <a:defRPr sz="2700" b="1">
                <a:solidFill>
                  <a:srgbClr val="16243A"/>
                </a:solidFill>
                <a:latin typeface="Noto Serif SC"/>
                <a:ea typeface="Noto Serif SC"/>
                <a:cs typeface="Noto Serif SC"/>
              </a:defRPr>
            </a:pPr>
            <a:r>
              <a:rPr sz="2700" b="1">
                <a:solidFill>
                  <a:srgbClr val="16243A"/>
                </a:solidFill>
                <a:latin typeface="Noto Serif SC"/>
                <a:ea typeface="Noto Serif SC"/>
                <a:cs typeface="Noto Serif SC"/>
              </a:rPr>
              <a:t>统一仿真条件下核验完整请求的计算耗时</a:t>
            </a:r>
          </a:p>
        </p:txBody>
      </p:sp>
      <p:sp>
        <p:nvSpPr>
          <p:cNvPr id="3" name="line-2">
            <a:extLst xmlns:a="http://schemas.openxmlformats.org/drawingml/2006/main">
              <a:ext uri="{FF2B5EF4-FFF2-40B4-BE49-F238E27FC236}">
                <a16:creationId xmlns:a16="http://schemas.microsoft.com/office/drawing/2014/main" id="{A91C21BD-279B-460D-8711-3368FB3C007D}"/>
              </a:ext>
            </a:extLst>
          </p:cNvPr>
          <p:cNvSpPr>
            <a:spLocks xmlns:a="http://schemas.openxmlformats.org/drawingml/2006/main" noGrp="1"/>
          </p:cNvSpPr>
          <p:nvPr/>
        </p:nvSpPr>
        <p:spPr>
          <a:xfrm xmlns:a="http://schemas.openxmlformats.org/drawingml/2006/main" flipV="0">
            <a:off x="609600" y="1200150"/>
            <a:ext cx="10972800" cy="953"/>
          </a:xfrm>
          <a:prstGeom xmlns:a="http://schemas.openxmlformats.org/drawingml/2006/main" prst="line">
            <a:avLst/>
          </a:prstGeom>
          <a:noFill xmlns:a="http://schemas.openxmlformats.org/drawingml/2006/main"/>
          <a:ln xmlns:a="http://schemas.openxmlformats.org/drawingml/2006/main" w="14288">
            <a:solidFill>
              <a:srgbClr val="D5DAE0"/>
            </a:solidFill>
            <a:prstDash val="solid"/>
          </a:ln>
        </p:spPr>
      </p:sp>
      <p:sp>
        <p:nvSpPr>
          <p:cNvPr id="4" name="o3">
            <a:extLst xmlns:a="http://schemas.openxmlformats.org/drawingml/2006/main">
              <a:ext uri="{FF2B5EF4-FFF2-40B4-BE49-F238E27FC236}">
                <a16:creationId xmlns:a16="http://schemas.microsoft.com/office/drawing/2014/main" id="{84A8D12F-28A2-4AF4-9D2C-0AD56AAC5E99}"/>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00" b="0">
                <a:solidFill>
                  <a:srgbClr val="6B7689"/>
                </a:solidFill>
                <a:latin typeface="Noto Sans SC"/>
                <a:ea typeface="Noto Sans SC"/>
                <a:cs typeface="Noto Sans SC"/>
              </a:defRPr>
            </a:defPPr>
            <a:lvl1pPr algn="l">
              <a:defRPr sz="900" b="0">
                <a:solidFill>
                  <a:srgbClr val="6B7689"/>
                </a:solidFill>
                <a:latin typeface="Noto Sans SC"/>
                <a:ea typeface="Noto Sans SC"/>
                <a:cs typeface="Noto Sans SC"/>
              </a:defRPr>
            </a:lvl1pPr>
            <a:lvl2pPr algn="l">
              <a:defRPr sz="900" b="0">
                <a:solidFill>
                  <a:srgbClr val="6B7689"/>
                </a:solidFill>
                <a:latin typeface="Noto Sans SC"/>
                <a:ea typeface="Noto Sans SC"/>
                <a:cs typeface="Noto Sans SC"/>
              </a:defRPr>
            </a:lvl2pPr>
            <a:lvl3pPr algn="l">
              <a:defRPr sz="900" b="0">
                <a:solidFill>
                  <a:srgbClr val="6B7689"/>
                </a:solidFill>
                <a:latin typeface="Noto Sans SC"/>
                <a:ea typeface="Noto Sans SC"/>
                <a:cs typeface="Noto Sans SC"/>
              </a:defRPr>
            </a:lvl3pPr>
            <a:lvl4pPr algn="l">
              <a:defRPr sz="900" b="0">
                <a:solidFill>
                  <a:srgbClr val="6B7689"/>
                </a:solidFill>
                <a:latin typeface="Noto Sans SC"/>
                <a:ea typeface="Noto Sans SC"/>
                <a:cs typeface="Noto Sans SC"/>
              </a:defRPr>
            </a:lvl4pPr>
            <a:lvl5pPr algn="l">
              <a:defRPr sz="900" b="0">
                <a:solidFill>
                  <a:srgbClr val="6B7689"/>
                </a:solidFill>
                <a:latin typeface="Noto Sans SC"/>
                <a:ea typeface="Noto Sans SC"/>
                <a:cs typeface="Noto Sans SC"/>
              </a:defRPr>
            </a:lvl5pPr>
            <a:lvl6pPr algn="l">
              <a:defRPr sz="900" b="0">
                <a:solidFill>
                  <a:srgbClr val="6B7689"/>
                </a:solidFill>
                <a:latin typeface="Noto Sans SC"/>
                <a:ea typeface="Noto Sans SC"/>
                <a:cs typeface="Noto Sans SC"/>
              </a:defRPr>
            </a:lvl6pPr>
            <a:lvl7pPr algn="l">
              <a:defRPr sz="900" b="0">
                <a:solidFill>
                  <a:srgbClr val="6B7689"/>
                </a:solidFill>
                <a:latin typeface="Noto Sans SC"/>
                <a:ea typeface="Noto Sans SC"/>
                <a:cs typeface="Noto Sans SC"/>
              </a:defRPr>
            </a:lvl7pPr>
            <a:lvl8pPr algn="l">
              <a:defRPr sz="900" b="0">
                <a:solidFill>
                  <a:srgbClr val="6B7689"/>
                </a:solidFill>
                <a:latin typeface="Noto Sans SC"/>
                <a:ea typeface="Noto Sans SC"/>
                <a:cs typeface="Noto Sans SC"/>
              </a:defRPr>
            </a:lvl8pPr>
            <a:lvl9pPr algn="l">
              <a:defRPr sz="900" b="0">
                <a:solidFill>
                  <a:srgbClr val="6B7689"/>
                </a:solidFill>
                <a:latin typeface="Noto Sans SC"/>
                <a:ea typeface="Noto Sans SC"/>
                <a:cs typeface="Noto Sans SC"/>
              </a:defRPr>
            </a:lvl9pPr>
          </a:lstStyle>
          <a:p xmlns:a="http://schemas.openxmlformats.org/drawingml/2006/main">
            <a:pPr algn="l">
              <a:defRPr sz="900" b="0">
                <a:solidFill>
                  <a:srgbClr val="6B7689"/>
                </a:solidFill>
                <a:latin typeface="Noto Sans SC"/>
                <a:ea typeface="Noto Sans SC"/>
                <a:cs typeface="Noto Sans SC"/>
              </a:defRPr>
            </a:pPr>
            <a:r>
              <a:rPr sz="900" b="0">
                <a:solidFill>
                  <a:srgbClr val="6B7689"/>
                </a:solidFill>
                <a:latin typeface="Noto Sans SC"/>
                <a:ea typeface="Noto Sans SC"/>
                <a:cs typeface="Noto Sans SC"/>
              </a:rPr>
              <a:t>results.json:api；仿真性能测试报告 §统一条件</a:t>
            </a:r>
          </a:p>
        </p:txBody>
      </p:sp>
      <p:sp>
        <p:nvSpPr>
          <p:cNvPr id="5" name="o4">
            <a:extLst xmlns:a="http://schemas.openxmlformats.org/drawingml/2006/main">
              <a:ext uri="{FF2B5EF4-FFF2-40B4-BE49-F238E27FC236}">
                <a16:creationId xmlns:a16="http://schemas.microsoft.com/office/drawing/2014/main" id="{0FD854FB-D041-47A8-A589-6D894AB3FD99}"/>
              </a:ext>
            </a:extLst>
          </p:cNvPr>
          <p:cNvSpPr>
            <a:spLocks xmlns:a="http://schemas.openxmlformats.org/drawingml/2006/main" noGrp="1"/>
          </p:cNvSpPr>
          <p:nvPr/>
        </p:nvSpPr>
        <p:spPr>
          <a:xfrm xmlns:a="http://schemas.openxmlformats.org/drawingml/2006/main">
            <a:off x="10896600" y="6505575"/>
            <a:ext cx="68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6B7689"/>
                </a:solidFill>
                <a:latin typeface="Noto Sans SC"/>
                <a:ea typeface="Noto Sans SC"/>
                <a:cs typeface="Noto Sans SC"/>
              </a:defRPr>
            </a:defPPr>
            <a:lvl1pPr algn="r">
              <a:defRPr sz="1200" b="0">
                <a:solidFill>
                  <a:srgbClr val="6B7689"/>
                </a:solidFill>
                <a:latin typeface="Noto Sans SC"/>
                <a:ea typeface="Noto Sans SC"/>
                <a:cs typeface="Noto Sans SC"/>
              </a:defRPr>
            </a:lvl1pPr>
            <a:lvl2pPr algn="r">
              <a:defRPr sz="1200" b="0">
                <a:solidFill>
                  <a:srgbClr val="6B7689"/>
                </a:solidFill>
                <a:latin typeface="Noto Sans SC"/>
                <a:ea typeface="Noto Sans SC"/>
                <a:cs typeface="Noto Sans SC"/>
              </a:defRPr>
            </a:lvl2pPr>
            <a:lvl3pPr algn="r">
              <a:defRPr sz="1200" b="0">
                <a:solidFill>
                  <a:srgbClr val="6B7689"/>
                </a:solidFill>
                <a:latin typeface="Noto Sans SC"/>
                <a:ea typeface="Noto Sans SC"/>
                <a:cs typeface="Noto Sans SC"/>
              </a:defRPr>
            </a:lvl3pPr>
            <a:lvl4pPr algn="r">
              <a:defRPr sz="1200" b="0">
                <a:solidFill>
                  <a:srgbClr val="6B7689"/>
                </a:solidFill>
                <a:latin typeface="Noto Sans SC"/>
                <a:ea typeface="Noto Sans SC"/>
                <a:cs typeface="Noto Sans SC"/>
              </a:defRPr>
            </a:lvl4pPr>
            <a:lvl5pPr algn="r">
              <a:defRPr sz="1200" b="0">
                <a:solidFill>
                  <a:srgbClr val="6B7689"/>
                </a:solidFill>
                <a:latin typeface="Noto Sans SC"/>
                <a:ea typeface="Noto Sans SC"/>
                <a:cs typeface="Noto Sans SC"/>
              </a:defRPr>
            </a:lvl5pPr>
            <a:lvl6pPr algn="r">
              <a:defRPr sz="1200" b="0">
                <a:solidFill>
                  <a:srgbClr val="6B7689"/>
                </a:solidFill>
                <a:latin typeface="Noto Sans SC"/>
                <a:ea typeface="Noto Sans SC"/>
                <a:cs typeface="Noto Sans SC"/>
              </a:defRPr>
            </a:lvl6pPr>
            <a:lvl7pPr algn="r">
              <a:defRPr sz="1200" b="0">
                <a:solidFill>
                  <a:srgbClr val="6B7689"/>
                </a:solidFill>
                <a:latin typeface="Noto Sans SC"/>
                <a:ea typeface="Noto Sans SC"/>
                <a:cs typeface="Noto Sans SC"/>
              </a:defRPr>
            </a:lvl7pPr>
            <a:lvl8pPr algn="r">
              <a:defRPr sz="1200" b="0">
                <a:solidFill>
                  <a:srgbClr val="6B7689"/>
                </a:solidFill>
                <a:latin typeface="Noto Sans SC"/>
                <a:ea typeface="Noto Sans SC"/>
                <a:cs typeface="Noto Sans SC"/>
              </a:defRPr>
            </a:lvl8pPr>
            <a:lvl9pPr algn="r">
              <a:defRPr sz="1200" b="0">
                <a:solidFill>
                  <a:srgbClr val="6B7689"/>
                </a:solidFill>
                <a:latin typeface="Noto Sans SC"/>
                <a:ea typeface="Noto Sans SC"/>
                <a:cs typeface="Noto Sans SC"/>
              </a:defRPr>
            </a:lvl9pPr>
          </a:lstStyle>
          <a:p xmlns:a="http://schemas.openxmlformats.org/drawingml/2006/main">
            <a:pPr algn="r">
              <a:defRPr sz="1200" b="0">
                <a:solidFill>
                  <a:srgbClr val="6B7689"/>
                </a:solidFill>
                <a:latin typeface="Noto Sans SC"/>
                <a:ea typeface="Noto Sans SC"/>
                <a:cs typeface="Noto Sans SC"/>
              </a:defRPr>
            </a:pPr>
            <a:r>
              <a:rPr sz="1200" b="0">
                <a:solidFill>
                  <a:srgbClr val="6B7689"/>
                </a:solidFill>
                <a:latin typeface="Noto Sans SC"/>
                <a:ea typeface="Noto Sans SC"/>
                <a:cs typeface="Noto Sans SC"/>
              </a:rPr>
              <a:t>28 / 39</a:t>
            </a:r>
          </a:p>
        </p:txBody>
      </p:sp>
      <p:sp>
        <p:nvSpPr>
          <p:cNvPr id="6" name="o5">
            <a:extLst xmlns:a="http://schemas.openxmlformats.org/drawingml/2006/main">
              <a:ext uri="{FF2B5EF4-FFF2-40B4-BE49-F238E27FC236}">
                <a16:creationId xmlns:a16="http://schemas.microsoft.com/office/drawing/2014/main" id="{027FD210-7D0B-4312-8030-9015EF54675E}"/>
              </a:ext>
            </a:extLst>
          </p:cNvPr>
          <p:cNvSpPr>
            <a:spLocks xmlns:a="http://schemas.openxmlformats.org/drawingml/2006/main" noGrp="1"/>
          </p:cNvSpPr>
          <p:nvPr/>
        </p:nvSpPr>
        <p:spPr>
          <a:xfrm xmlns:a="http://schemas.openxmlformats.org/drawingml/2006/main">
            <a:off x="609600" y="5981700"/>
            <a:ext cx="10972800" cy="428625"/>
          </a:xfrm>
          <a:prstGeom xmlns:a="http://schemas.openxmlformats.org/drawingml/2006/main" prst="roundRect">
            <a:avLst>
              <a:gd name="adj" fmla="val 17778"/>
            </a:avLst>
          </a:prstGeom>
          <a:solidFill xmlns:a="http://schemas.openxmlformats.org/drawingml/2006/main">
            <a:srgbClr val="D6E6E5"/>
          </a:solidFill>
          <a:ln xmlns:a="http://schemas.openxmlformats.org/drawingml/2006/main" w="0">
            <a:noFill/>
            <a:prstDash val="solid"/>
          </a:ln>
        </p:spPr>
      </p:sp>
      <p:sp>
        <p:nvSpPr>
          <p:cNvPr id="7" name="o6">
            <a:extLst xmlns:a="http://schemas.openxmlformats.org/drawingml/2006/main">
              <a:ext uri="{FF2B5EF4-FFF2-40B4-BE49-F238E27FC236}">
                <a16:creationId xmlns:a16="http://schemas.microsoft.com/office/drawing/2014/main" id="{84907A17-D7E9-46B6-B50B-28C4797480BF}"/>
              </a:ext>
            </a:extLst>
          </p:cNvPr>
          <p:cNvSpPr>
            <a:spLocks xmlns:a="http://schemas.openxmlformats.org/drawingml/2006/main" noGrp="1"/>
          </p:cNvSpPr>
          <p:nvPr/>
        </p:nvSpPr>
        <p:spPr>
          <a:xfrm xmlns:a="http://schemas.openxmlformats.org/drawingml/2006/main">
            <a:off x="781050" y="6029325"/>
            <a:ext cx="10629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75" b="1">
                <a:solidFill>
                  <a:srgbClr val="0F6E73"/>
                </a:solidFill>
                <a:latin typeface="Noto Sans SC"/>
                <a:ea typeface="Noto Sans SC"/>
                <a:cs typeface="Noto Sans SC"/>
              </a:defRPr>
            </a:defPPr>
            <a:lvl1pPr algn="l">
              <a:defRPr sz="1575" b="1">
                <a:solidFill>
                  <a:srgbClr val="0F6E73"/>
                </a:solidFill>
                <a:latin typeface="Noto Sans SC"/>
                <a:ea typeface="Noto Sans SC"/>
                <a:cs typeface="Noto Sans SC"/>
              </a:defRPr>
            </a:lvl1pPr>
            <a:lvl2pPr algn="l">
              <a:defRPr sz="1575" b="1">
                <a:solidFill>
                  <a:srgbClr val="0F6E73"/>
                </a:solidFill>
                <a:latin typeface="Noto Sans SC"/>
                <a:ea typeface="Noto Sans SC"/>
                <a:cs typeface="Noto Sans SC"/>
              </a:defRPr>
            </a:lvl2pPr>
            <a:lvl3pPr algn="l">
              <a:defRPr sz="1575" b="1">
                <a:solidFill>
                  <a:srgbClr val="0F6E73"/>
                </a:solidFill>
                <a:latin typeface="Noto Sans SC"/>
                <a:ea typeface="Noto Sans SC"/>
                <a:cs typeface="Noto Sans SC"/>
              </a:defRPr>
            </a:lvl3pPr>
            <a:lvl4pPr algn="l">
              <a:defRPr sz="1575" b="1">
                <a:solidFill>
                  <a:srgbClr val="0F6E73"/>
                </a:solidFill>
                <a:latin typeface="Noto Sans SC"/>
                <a:ea typeface="Noto Sans SC"/>
                <a:cs typeface="Noto Sans SC"/>
              </a:defRPr>
            </a:lvl4pPr>
            <a:lvl5pPr algn="l">
              <a:defRPr sz="1575" b="1">
                <a:solidFill>
                  <a:srgbClr val="0F6E73"/>
                </a:solidFill>
                <a:latin typeface="Noto Sans SC"/>
                <a:ea typeface="Noto Sans SC"/>
                <a:cs typeface="Noto Sans SC"/>
              </a:defRPr>
            </a:lvl5pPr>
            <a:lvl6pPr algn="l">
              <a:defRPr sz="1575" b="1">
                <a:solidFill>
                  <a:srgbClr val="0F6E73"/>
                </a:solidFill>
                <a:latin typeface="Noto Sans SC"/>
                <a:ea typeface="Noto Sans SC"/>
                <a:cs typeface="Noto Sans SC"/>
              </a:defRPr>
            </a:lvl6pPr>
            <a:lvl7pPr algn="l">
              <a:defRPr sz="1575" b="1">
                <a:solidFill>
                  <a:srgbClr val="0F6E73"/>
                </a:solidFill>
                <a:latin typeface="Noto Sans SC"/>
                <a:ea typeface="Noto Sans SC"/>
                <a:cs typeface="Noto Sans SC"/>
              </a:defRPr>
            </a:lvl7pPr>
            <a:lvl8pPr algn="l">
              <a:defRPr sz="1575" b="1">
                <a:solidFill>
                  <a:srgbClr val="0F6E73"/>
                </a:solidFill>
                <a:latin typeface="Noto Sans SC"/>
                <a:ea typeface="Noto Sans SC"/>
                <a:cs typeface="Noto Sans SC"/>
              </a:defRPr>
            </a:lvl8pPr>
            <a:lvl9pPr algn="l">
              <a:defRPr sz="1575" b="1">
                <a:solidFill>
                  <a:srgbClr val="0F6E73"/>
                </a:solidFill>
                <a:latin typeface="Noto Sans SC"/>
                <a:ea typeface="Noto Sans SC"/>
                <a:cs typeface="Noto Sans SC"/>
              </a:defRPr>
            </a:lvl9pPr>
          </a:lstStyle>
          <a:p xmlns:a="http://schemas.openxmlformats.org/drawingml/2006/main">
            <a:pPr algn="l">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576 次串行热态请求均业务成功；结论限定于当前 CPU 与仿真输入。</a:t>
            </a:r>
          </a:p>
        </p:txBody>
      </p:sp>
      <p:sp>
        <p:nvSpPr>
          <p:cNvPr id="8" name="o7">
            <a:extLst xmlns:a="http://schemas.openxmlformats.org/drawingml/2006/main">
              <a:ext uri="{FF2B5EF4-FFF2-40B4-BE49-F238E27FC236}">
                <a16:creationId xmlns:a16="http://schemas.microsoft.com/office/drawing/2014/main" id="{5D1537F2-AB6C-4599-A183-D523187B6C12}"/>
              </a:ext>
            </a:extLst>
          </p:cNvPr>
          <p:cNvSpPr>
            <a:spLocks xmlns:a="http://schemas.openxmlformats.org/drawingml/2006/main" noGrp="1"/>
          </p:cNvSpPr>
          <p:nvPr/>
        </p:nvSpPr>
        <p:spPr>
          <a:xfrm xmlns:a="http://schemas.openxmlformats.org/drawingml/2006/main">
            <a:off x="8096250" y="1685925"/>
            <a:ext cx="3486150" cy="2162175"/>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9" name="line-7">
            <a:extLst xmlns:a="http://schemas.openxmlformats.org/drawingml/2006/main">
              <a:ext uri="{FF2B5EF4-FFF2-40B4-BE49-F238E27FC236}">
                <a16:creationId xmlns:a16="http://schemas.microsoft.com/office/drawing/2014/main" id="{431D0C21-2770-47C8-A010-8E957C54D3F4}"/>
              </a:ext>
            </a:extLst>
          </p:cNvPr>
          <p:cNvSpPr>
            <a:spLocks xmlns:a="http://schemas.openxmlformats.org/drawingml/2006/main" noGrp="1"/>
          </p:cNvSpPr>
          <p:nvPr/>
        </p:nvSpPr>
        <p:spPr>
          <a:xfrm xmlns:a="http://schemas.openxmlformats.org/drawingml/2006/main" flipV="0">
            <a:off x="8096250" y="1685925"/>
            <a:ext cx="3486150" cy="953"/>
          </a:xfrm>
          <a:prstGeom xmlns:a="http://schemas.openxmlformats.org/drawingml/2006/main" prst="line">
            <a:avLst/>
          </a:prstGeom>
          <a:noFill xmlns:a="http://schemas.openxmlformats.org/drawingml/2006/main"/>
          <a:ln xmlns:a="http://schemas.openxmlformats.org/drawingml/2006/main" w="28575">
            <a:solidFill>
              <a:srgbClr val="0F6E73"/>
            </a:solidFill>
            <a:prstDash val="solid"/>
          </a:ln>
        </p:spPr>
      </p:sp>
      <p:sp>
        <p:nvSpPr>
          <p:cNvPr id="10" name="o9">
            <a:extLst xmlns:a="http://schemas.openxmlformats.org/drawingml/2006/main">
              <a:ext uri="{FF2B5EF4-FFF2-40B4-BE49-F238E27FC236}">
                <a16:creationId xmlns:a16="http://schemas.microsoft.com/office/drawing/2014/main" id="{4FF4E608-E9FA-4B13-882C-49C229EF41BF}"/>
              </a:ext>
            </a:extLst>
          </p:cNvPr>
          <p:cNvSpPr>
            <a:spLocks xmlns:a="http://schemas.openxmlformats.org/drawingml/2006/main" noGrp="1"/>
          </p:cNvSpPr>
          <p:nvPr/>
        </p:nvSpPr>
        <p:spPr>
          <a:xfrm xmlns:a="http://schemas.openxmlformats.org/drawingml/2006/main">
            <a:off x="8248650" y="1781175"/>
            <a:ext cx="3181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0F6E73"/>
                </a:solidFill>
                <a:latin typeface="Noto Sans SC"/>
                <a:ea typeface="Noto Sans SC"/>
                <a:cs typeface="Noto Sans SC"/>
              </a:defRPr>
            </a:defPPr>
            <a:lvl1pPr algn="l">
              <a:defRPr sz="1800" b="1">
                <a:solidFill>
                  <a:srgbClr val="0F6E73"/>
                </a:solidFill>
                <a:latin typeface="Noto Sans SC"/>
                <a:ea typeface="Noto Sans SC"/>
                <a:cs typeface="Noto Sans SC"/>
              </a:defRPr>
            </a:lvl1pPr>
            <a:lvl2pPr algn="l">
              <a:defRPr sz="1800" b="1">
                <a:solidFill>
                  <a:srgbClr val="0F6E73"/>
                </a:solidFill>
                <a:latin typeface="Noto Sans SC"/>
                <a:ea typeface="Noto Sans SC"/>
                <a:cs typeface="Noto Sans SC"/>
              </a:defRPr>
            </a:lvl2pPr>
            <a:lvl3pPr algn="l">
              <a:defRPr sz="1800" b="1">
                <a:solidFill>
                  <a:srgbClr val="0F6E73"/>
                </a:solidFill>
                <a:latin typeface="Noto Sans SC"/>
                <a:ea typeface="Noto Sans SC"/>
                <a:cs typeface="Noto Sans SC"/>
              </a:defRPr>
            </a:lvl3pPr>
            <a:lvl4pPr algn="l">
              <a:defRPr sz="1800" b="1">
                <a:solidFill>
                  <a:srgbClr val="0F6E73"/>
                </a:solidFill>
                <a:latin typeface="Noto Sans SC"/>
                <a:ea typeface="Noto Sans SC"/>
                <a:cs typeface="Noto Sans SC"/>
              </a:defRPr>
            </a:lvl4pPr>
            <a:lvl5pPr algn="l">
              <a:defRPr sz="1800" b="1">
                <a:solidFill>
                  <a:srgbClr val="0F6E73"/>
                </a:solidFill>
                <a:latin typeface="Noto Sans SC"/>
                <a:ea typeface="Noto Sans SC"/>
                <a:cs typeface="Noto Sans SC"/>
              </a:defRPr>
            </a:lvl5pPr>
            <a:lvl6pPr algn="l">
              <a:defRPr sz="1800" b="1">
                <a:solidFill>
                  <a:srgbClr val="0F6E73"/>
                </a:solidFill>
                <a:latin typeface="Noto Sans SC"/>
                <a:ea typeface="Noto Sans SC"/>
                <a:cs typeface="Noto Sans SC"/>
              </a:defRPr>
            </a:lvl6pPr>
            <a:lvl7pPr algn="l">
              <a:defRPr sz="1800" b="1">
                <a:solidFill>
                  <a:srgbClr val="0F6E73"/>
                </a:solidFill>
                <a:latin typeface="Noto Sans SC"/>
                <a:ea typeface="Noto Sans SC"/>
                <a:cs typeface="Noto Sans SC"/>
              </a:defRPr>
            </a:lvl7pPr>
            <a:lvl8pPr algn="l">
              <a:defRPr sz="1800" b="1">
                <a:solidFill>
                  <a:srgbClr val="0F6E73"/>
                </a:solidFill>
                <a:latin typeface="Noto Sans SC"/>
                <a:ea typeface="Noto Sans SC"/>
                <a:cs typeface="Noto Sans SC"/>
              </a:defRPr>
            </a:lvl8pPr>
            <a:lvl9pPr algn="l">
              <a:defRPr sz="1800" b="1">
                <a:solidFill>
                  <a:srgbClr val="0F6E73"/>
                </a:solidFill>
                <a:latin typeface="Noto Sans SC"/>
                <a:ea typeface="Noto Sans SC"/>
                <a:cs typeface="Noto Sans SC"/>
              </a:defRPr>
            </a:lvl9pPr>
          </a:lstStyle>
          <a:p xmlns:a="http://schemas.openxmlformats.org/drawingml/2006/main">
            <a:pPr algn="l">
              <a:defRPr sz="1800" b="1">
                <a:solidFill>
                  <a:srgbClr val="0F6E73"/>
                </a:solidFill>
                <a:latin typeface="Noto Sans SC"/>
                <a:ea typeface="Noto Sans SC"/>
                <a:cs typeface="Noto Sans SC"/>
              </a:defRPr>
            </a:pPr>
            <a:r>
              <a:rPr sz="1800" b="1">
                <a:solidFill>
                  <a:srgbClr val="0F6E73"/>
                </a:solidFill>
                <a:latin typeface="Noto Sans SC"/>
                <a:ea typeface="Noto Sans SC"/>
                <a:cs typeface="Noto Sans SC"/>
              </a:rPr>
              <a:t>测量条件</a:t>
            </a:r>
          </a:p>
        </p:txBody>
      </p:sp>
      <p:sp>
        <p:nvSpPr>
          <p:cNvPr id="11" name="o10">
            <a:extLst xmlns:a="http://schemas.openxmlformats.org/drawingml/2006/main">
              <a:ext uri="{FF2B5EF4-FFF2-40B4-BE49-F238E27FC236}">
                <a16:creationId xmlns:a16="http://schemas.microsoft.com/office/drawing/2014/main" id="{F3437587-B148-43BF-BF64-050484AA7005}"/>
              </a:ext>
            </a:extLst>
          </p:cNvPr>
          <p:cNvSpPr>
            <a:spLocks xmlns:a="http://schemas.openxmlformats.org/drawingml/2006/main" noGrp="1"/>
          </p:cNvSpPr>
          <p:nvPr/>
        </p:nvSpPr>
        <p:spPr>
          <a:xfrm xmlns:a="http://schemas.openxmlformats.org/drawingml/2006/main">
            <a:off x="8248650" y="2238375"/>
            <a:ext cx="3181350" cy="1533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46536A"/>
                </a:solidFill>
                <a:latin typeface="Noto Sans SC"/>
                <a:ea typeface="Noto Sans SC"/>
                <a:cs typeface="Noto Sans SC"/>
              </a:defRPr>
            </a:defPPr>
            <a:lvl1pPr algn="l">
              <a:defRPr sz="1575" b="0">
                <a:solidFill>
                  <a:srgbClr val="46536A"/>
                </a:solidFill>
                <a:latin typeface="Noto Sans SC"/>
                <a:ea typeface="Noto Sans SC"/>
                <a:cs typeface="Noto Sans SC"/>
              </a:defRPr>
            </a:lvl1pPr>
            <a:lvl2pPr algn="l">
              <a:defRPr sz="1575" b="0">
                <a:solidFill>
                  <a:srgbClr val="46536A"/>
                </a:solidFill>
                <a:latin typeface="Noto Sans SC"/>
                <a:ea typeface="Noto Sans SC"/>
                <a:cs typeface="Noto Sans SC"/>
              </a:defRPr>
            </a:lvl2pPr>
            <a:lvl3pPr algn="l">
              <a:defRPr sz="1575" b="0">
                <a:solidFill>
                  <a:srgbClr val="46536A"/>
                </a:solidFill>
                <a:latin typeface="Noto Sans SC"/>
                <a:ea typeface="Noto Sans SC"/>
                <a:cs typeface="Noto Sans SC"/>
              </a:defRPr>
            </a:lvl3pPr>
            <a:lvl4pPr algn="l">
              <a:defRPr sz="1575" b="0">
                <a:solidFill>
                  <a:srgbClr val="46536A"/>
                </a:solidFill>
                <a:latin typeface="Noto Sans SC"/>
                <a:ea typeface="Noto Sans SC"/>
                <a:cs typeface="Noto Sans SC"/>
              </a:defRPr>
            </a:lvl4pPr>
            <a:lvl5pPr algn="l">
              <a:defRPr sz="1575" b="0">
                <a:solidFill>
                  <a:srgbClr val="46536A"/>
                </a:solidFill>
                <a:latin typeface="Noto Sans SC"/>
                <a:ea typeface="Noto Sans SC"/>
                <a:cs typeface="Noto Sans SC"/>
              </a:defRPr>
            </a:lvl5pPr>
            <a:lvl6pPr algn="l">
              <a:defRPr sz="1575" b="0">
                <a:solidFill>
                  <a:srgbClr val="46536A"/>
                </a:solidFill>
                <a:latin typeface="Noto Sans SC"/>
                <a:ea typeface="Noto Sans SC"/>
                <a:cs typeface="Noto Sans SC"/>
              </a:defRPr>
            </a:lvl6pPr>
            <a:lvl7pPr algn="l">
              <a:defRPr sz="1575" b="0">
                <a:solidFill>
                  <a:srgbClr val="46536A"/>
                </a:solidFill>
                <a:latin typeface="Noto Sans SC"/>
                <a:ea typeface="Noto Sans SC"/>
                <a:cs typeface="Noto Sans SC"/>
              </a:defRPr>
            </a:lvl7pPr>
            <a:lvl8pPr algn="l">
              <a:defRPr sz="1575" b="0">
                <a:solidFill>
                  <a:srgbClr val="46536A"/>
                </a:solidFill>
                <a:latin typeface="Noto Sans SC"/>
                <a:ea typeface="Noto Sans SC"/>
                <a:cs typeface="Noto Sans SC"/>
              </a:defRPr>
            </a:lvl8pPr>
            <a:lvl9pPr algn="l">
              <a:defRPr sz="1575" b="0">
                <a:solidFill>
                  <a:srgbClr val="46536A"/>
                </a:solidFill>
                <a:latin typeface="Noto Sans SC"/>
                <a:ea typeface="Noto Sans SC"/>
                <a:cs typeface="Noto Sans SC"/>
              </a:defRPr>
            </a:lvl9pPr>
          </a:lstStyle>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CPU / PyTorch 16 线程</a:t>
            </a:r>
          </a:p>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串行热态 / 不同请求 ID</a:t>
            </a:r>
          </a:p>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两种布局 / 三个种子</a:t>
            </a:r>
          </a:p>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24 组 × 24 次 = 576 次</a:t>
            </a:r>
          </a:p>
        </p:txBody>
      </p:sp>
      <p:sp>
        <p:nvSpPr>
          <p:cNvPr id="12" name="o11">
            <a:extLst xmlns:a="http://schemas.openxmlformats.org/drawingml/2006/main">
              <a:ext uri="{FF2B5EF4-FFF2-40B4-BE49-F238E27FC236}">
                <a16:creationId xmlns:a16="http://schemas.microsoft.com/office/drawing/2014/main" id="{91C04639-5D12-4C2F-BA17-1CB02352BA87}"/>
              </a:ext>
            </a:extLst>
          </p:cNvPr>
          <p:cNvSpPr>
            <a:spLocks xmlns:a="http://schemas.openxmlformats.org/drawingml/2006/main" noGrp="1"/>
          </p:cNvSpPr>
          <p:nvPr/>
        </p:nvSpPr>
        <p:spPr>
          <a:xfrm xmlns:a="http://schemas.openxmlformats.org/drawingml/2006/main">
            <a:off x="8096250" y="4200525"/>
            <a:ext cx="3486150" cy="1495425"/>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13" name="line-10">
            <a:extLst xmlns:a="http://schemas.openxmlformats.org/drawingml/2006/main">
              <a:ext uri="{FF2B5EF4-FFF2-40B4-BE49-F238E27FC236}">
                <a16:creationId xmlns:a16="http://schemas.microsoft.com/office/drawing/2014/main" id="{495A1F4B-D23B-4D9D-817A-29FE156ED50B}"/>
              </a:ext>
            </a:extLst>
          </p:cNvPr>
          <p:cNvSpPr>
            <a:spLocks xmlns:a="http://schemas.openxmlformats.org/drawingml/2006/main" noGrp="1"/>
          </p:cNvSpPr>
          <p:nvPr/>
        </p:nvSpPr>
        <p:spPr>
          <a:xfrm xmlns:a="http://schemas.openxmlformats.org/drawingml/2006/main" flipV="0">
            <a:off x="8096250" y="4200525"/>
            <a:ext cx="3486150" cy="953"/>
          </a:xfrm>
          <a:prstGeom xmlns:a="http://schemas.openxmlformats.org/drawingml/2006/main" prst="line">
            <a:avLst/>
          </a:prstGeom>
          <a:noFill xmlns:a="http://schemas.openxmlformats.org/drawingml/2006/main"/>
          <a:ln xmlns:a="http://schemas.openxmlformats.org/drawingml/2006/main" w="28575">
            <a:solidFill>
              <a:srgbClr val="B85A1E"/>
            </a:solidFill>
            <a:prstDash val="solid"/>
          </a:ln>
        </p:spPr>
      </p:sp>
      <p:sp>
        <p:nvSpPr>
          <p:cNvPr id="14" name="o13">
            <a:extLst xmlns:a="http://schemas.openxmlformats.org/drawingml/2006/main">
              <a:ext uri="{FF2B5EF4-FFF2-40B4-BE49-F238E27FC236}">
                <a16:creationId xmlns:a16="http://schemas.microsoft.com/office/drawing/2014/main" id="{C1F3270C-0180-4962-89FF-54A406A26614}"/>
              </a:ext>
            </a:extLst>
          </p:cNvPr>
          <p:cNvSpPr>
            <a:spLocks xmlns:a="http://schemas.openxmlformats.org/drawingml/2006/main" noGrp="1"/>
          </p:cNvSpPr>
          <p:nvPr/>
        </p:nvSpPr>
        <p:spPr>
          <a:xfrm xmlns:a="http://schemas.openxmlformats.org/drawingml/2006/main">
            <a:off x="8248650" y="4295775"/>
            <a:ext cx="3181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B85A1E"/>
                </a:solidFill>
                <a:latin typeface="Noto Sans SC"/>
                <a:ea typeface="Noto Sans SC"/>
                <a:cs typeface="Noto Sans SC"/>
              </a:defRPr>
            </a:defPPr>
            <a:lvl1pPr algn="l">
              <a:defRPr sz="1800" b="1">
                <a:solidFill>
                  <a:srgbClr val="B85A1E"/>
                </a:solidFill>
                <a:latin typeface="Noto Sans SC"/>
                <a:ea typeface="Noto Sans SC"/>
                <a:cs typeface="Noto Sans SC"/>
              </a:defRPr>
            </a:lvl1pPr>
            <a:lvl2pPr algn="l">
              <a:defRPr sz="1800" b="1">
                <a:solidFill>
                  <a:srgbClr val="B85A1E"/>
                </a:solidFill>
                <a:latin typeface="Noto Sans SC"/>
                <a:ea typeface="Noto Sans SC"/>
                <a:cs typeface="Noto Sans SC"/>
              </a:defRPr>
            </a:lvl2pPr>
            <a:lvl3pPr algn="l">
              <a:defRPr sz="1800" b="1">
                <a:solidFill>
                  <a:srgbClr val="B85A1E"/>
                </a:solidFill>
                <a:latin typeface="Noto Sans SC"/>
                <a:ea typeface="Noto Sans SC"/>
                <a:cs typeface="Noto Sans SC"/>
              </a:defRPr>
            </a:lvl3pPr>
            <a:lvl4pPr algn="l">
              <a:defRPr sz="1800" b="1">
                <a:solidFill>
                  <a:srgbClr val="B85A1E"/>
                </a:solidFill>
                <a:latin typeface="Noto Sans SC"/>
                <a:ea typeface="Noto Sans SC"/>
                <a:cs typeface="Noto Sans SC"/>
              </a:defRPr>
            </a:lvl4pPr>
            <a:lvl5pPr algn="l">
              <a:defRPr sz="1800" b="1">
                <a:solidFill>
                  <a:srgbClr val="B85A1E"/>
                </a:solidFill>
                <a:latin typeface="Noto Sans SC"/>
                <a:ea typeface="Noto Sans SC"/>
                <a:cs typeface="Noto Sans SC"/>
              </a:defRPr>
            </a:lvl5pPr>
            <a:lvl6pPr algn="l">
              <a:defRPr sz="1800" b="1">
                <a:solidFill>
                  <a:srgbClr val="B85A1E"/>
                </a:solidFill>
                <a:latin typeface="Noto Sans SC"/>
                <a:ea typeface="Noto Sans SC"/>
                <a:cs typeface="Noto Sans SC"/>
              </a:defRPr>
            </a:lvl6pPr>
            <a:lvl7pPr algn="l">
              <a:defRPr sz="1800" b="1">
                <a:solidFill>
                  <a:srgbClr val="B85A1E"/>
                </a:solidFill>
                <a:latin typeface="Noto Sans SC"/>
                <a:ea typeface="Noto Sans SC"/>
                <a:cs typeface="Noto Sans SC"/>
              </a:defRPr>
            </a:lvl7pPr>
            <a:lvl8pPr algn="l">
              <a:defRPr sz="1800" b="1">
                <a:solidFill>
                  <a:srgbClr val="B85A1E"/>
                </a:solidFill>
                <a:latin typeface="Noto Sans SC"/>
                <a:ea typeface="Noto Sans SC"/>
                <a:cs typeface="Noto Sans SC"/>
              </a:defRPr>
            </a:lvl8pPr>
            <a:lvl9pPr algn="l">
              <a:defRPr sz="1800" b="1">
                <a:solidFill>
                  <a:srgbClr val="B85A1E"/>
                </a:solidFill>
                <a:latin typeface="Noto Sans SC"/>
                <a:ea typeface="Noto Sans SC"/>
                <a:cs typeface="Noto Sans SC"/>
              </a:defRPr>
            </a:lvl9pPr>
          </a:lstStyle>
          <a:p xmlns:a="http://schemas.openxmlformats.org/drawingml/2006/main">
            <a:pPr algn="l">
              <a:defRPr sz="1800" b="1">
                <a:solidFill>
                  <a:srgbClr val="B85A1E"/>
                </a:solidFill>
                <a:latin typeface="Noto Sans SC"/>
                <a:ea typeface="Noto Sans SC"/>
                <a:cs typeface="Noto Sans SC"/>
              </a:defRPr>
            </a:pPr>
            <a:r>
              <a:rPr sz="1800" b="1">
                <a:solidFill>
                  <a:srgbClr val="B85A1E"/>
                </a:solidFill>
                <a:latin typeface="Noto Sans SC"/>
                <a:ea typeface="Noto Sans SC"/>
                <a:cs typeface="Noto Sans SC"/>
              </a:rPr>
              <a:t>不外推的范围</a:t>
            </a:r>
          </a:p>
        </p:txBody>
      </p:sp>
      <p:sp>
        <p:nvSpPr>
          <p:cNvPr id="15" name="o14">
            <a:extLst xmlns:a="http://schemas.openxmlformats.org/drawingml/2006/main">
              <a:ext uri="{FF2B5EF4-FFF2-40B4-BE49-F238E27FC236}">
                <a16:creationId xmlns:a16="http://schemas.microsoft.com/office/drawing/2014/main" id="{18249521-FC40-49AD-9D7D-6A4740060552}"/>
              </a:ext>
            </a:extLst>
          </p:cNvPr>
          <p:cNvSpPr>
            <a:spLocks xmlns:a="http://schemas.openxmlformats.org/drawingml/2006/main" noGrp="1"/>
          </p:cNvSpPr>
          <p:nvPr/>
        </p:nvSpPr>
        <p:spPr>
          <a:xfrm xmlns:a="http://schemas.openxmlformats.org/drawingml/2006/main">
            <a:off x="8248650" y="4752975"/>
            <a:ext cx="31813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46536A"/>
                </a:solidFill>
                <a:latin typeface="Noto Sans SC"/>
                <a:ea typeface="Noto Sans SC"/>
                <a:cs typeface="Noto Sans SC"/>
              </a:defRPr>
            </a:defPPr>
            <a:lvl1pPr algn="l">
              <a:defRPr sz="1575" b="0">
                <a:solidFill>
                  <a:srgbClr val="46536A"/>
                </a:solidFill>
                <a:latin typeface="Noto Sans SC"/>
                <a:ea typeface="Noto Sans SC"/>
                <a:cs typeface="Noto Sans SC"/>
              </a:defRPr>
            </a:lvl1pPr>
            <a:lvl2pPr algn="l">
              <a:defRPr sz="1575" b="0">
                <a:solidFill>
                  <a:srgbClr val="46536A"/>
                </a:solidFill>
                <a:latin typeface="Noto Sans SC"/>
                <a:ea typeface="Noto Sans SC"/>
                <a:cs typeface="Noto Sans SC"/>
              </a:defRPr>
            </a:lvl2pPr>
            <a:lvl3pPr algn="l">
              <a:defRPr sz="1575" b="0">
                <a:solidFill>
                  <a:srgbClr val="46536A"/>
                </a:solidFill>
                <a:latin typeface="Noto Sans SC"/>
                <a:ea typeface="Noto Sans SC"/>
                <a:cs typeface="Noto Sans SC"/>
              </a:defRPr>
            </a:lvl3pPr>
            <a:lvl4pPr algn="l">
              <a:defRPr sz="1575" b="0">
                <a:solidFill>
                  <a:srgbClr val="46536A"/>
                </a:solidFill>
                <a:latin typeface="Noto Sans SC"/>
                <a:ea typeface="Noto Sans SC"/>
                <a:cs typeface="Noto Sans SC"/>
              </a:defRPr>
            </a:lvl4pPr>
            <a:lvl5pPr algn="l">
              <a:defRPr sz="1575" b="0">
                <a:solidFill>
                  <a:srgbClr val="46536A"/>
                </a:solidFill>
                <a:latin typeface="Noto Sans SC"/>
                <a:ea typeface="Noto Sans SC"/>
                <a:cs typeface="Noto Sans SC"/>
              </a:defRPr>
            </a:lvl5pPr>
            <a:lvl6pPr algn="l">
              <a:defRPr sz="1575" b="0">
                <a:solidFill>
                  <a:srgbClr val="46536A"/>
                </a:solidFill>
                <a:latin typeface="Noto Sans SC"/>
                <a:ea typeface="Noto Sans SC"/>
                <a:cs typeface="Noto Sans SC"/>
              </a:defRPr>
            </a:lvl6pPr>
            <a:lvl7pPr algn="l">
              <a:defRPr sz="1575" b="0">
                <a:solidFill>
                  <a:srgbClr val="46536A"/>
                </a:solidFill>
                <a:latin typeface="Noto Sans SC"/>
                <a:ea typeface="Noto Sans SC"/>
                <a:cs typeface="Noto Sans SC"/>
              </a:defRPr>
            </a:lvl7pPr>
            <a:lvl8pPr algn="l">
              <a:defRPr sz="1575" b="0">
                <a:solidFill>
                  <a:srgbClr val="46536A"/>
                </a:solidFill>
                <a:latin typeface="Noto Sans SC"/>
                <a:ea typeface="Noto Sans SC"/>
                <a:cs typeface="Noto Sans SC"/>
              </a:defRPr>
            </a:lvl8pPr>
            <a:lvl9pPr algn="l">
              <a:defRPr sz="1575" b="0">
                <a:solidFill>
                  <a:srgbClr val="46536A"/>
                </a:solidFill>
                <a:latin typeface="Noto Sans SC"/>
                <a:ea typeface="Noto Sans SC"/>
                <a:cs typeface="Noto Sans SC"/>
              </a:defRPr>
            </a:lvl9pPr>
          </a:lstStyle>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网络、并发与排队</a:t>
            </a:r>
          </a:p>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独立进程冷启动</a:t>
            </a:r>
          </a:p>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真实场景识别准确率</a:t>
            </a:r>
          </a:p>
        </p:txBody>
      </p:sp>
      <p:graphicFrame>
        <p:nvGraphicFramePr>
          <p:cNvPr id="16" name="Chart">
            <a:extLst xmlns:a="http://schemas.openxmlformats.org/drawingml/2006/main">
              <a:ext uri="{FF2B5EF4-FFF2-40B4-BE49-F238E27FC236}">
                <a16:creationId xmlns:a16="http://schemas.microsoft.com/office/drawing/2014/main" id="{E2C5F11A-FF3F-472B-9AD7-7F22EA4FD9EB}"/>
              </a:ext>
            </a:extLst>
          </p:cNvPr>
          <p:cNvGraphicFramePr/>
          <p:nvPr/>
        </p:nvGraphicFramePr>
        <p:xfrm>
          <a:off xmlns:a="http://schemas.openxmlformats.org/drawingml/2006/main" x="609600" y="1600200"/>
          <a:ext xmlns:a="http://schemas.openxmlformats.org/drawingml/2006/main" cx="7096125" cy="3905250"/>
        </p:xfrm>
        <a:graphic xmlns:a="http://schemas.openxmlformats.org/drawingml/2006/main">
          <a:graphicData uri="http://schemas.openxmlformats.org/drawingml/2006/chart">
            <c:chart xmlns:r="http://schemas.openxmlformats.org/officeDocument/2006/relationships" xmlns:c="http://schemas.openxmlformats.org/drawingml/2006/chart" r:id="Rd5e0eb98e8544d45"/>
          </a:graphicData>
        </a:graphic>
      </p:graphicFrame>
    </p:spTree>
    <p:extLst>
      <p:ext uri="{BB962C8B-B14F-4D97-AF65-F5344CB8AC3E}">
        <p14:creationId xmlns:p14="http://schemas.microsoft.com/office/powerpoint/2010/main" val="1940689280"/>
      </p:ext>
    </p:extLst>
  </p:cSld>
</p:sld>
</file>

<file path=ppt/slides/slide29.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24" name="o0">
            <a:extLst xmlns:a="http://schemas.openxmlformats.org/drawingml/2006/main">
              <a:ext uri="{FF2B5EF4-FFF2-40B4-BE49-F238E27FC236}">
                <a16:creationId xmlns:a16="http://schemas.microsoft.com/office/drawing/2014/main" id="{037A6249-9604-4D37-9322-9E8EEB4E4BC7}"/>
              </a:ext>
            </a:extLst>
          </p:cNvPr>
          <p:cNvSpPr>
            <a:spLocks xmlns:a="http://schemas.openxmlformats.org/drawingml/2006/main" noGrp="1"/>
          </p:cNvSpPr>
          <p:nvPr/>
        </p:nvSpPr>
        <p:spPr>
          <a:xfrm xmlns:a="http://schemas.openxmlformats.org/drawingml/2006/main">
            <a:off x="609600" y="219075"/>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B85A1E"/>
                </a:solidFill>
                <a:latin typeface="Noto Sans SC"/>
                <a:ea typeface="Noto Sans SC"/>
                <a:cs typeface="Noto Sans SC"/>
              </a:defRPr>
            </a:defPPr>
            <a:lvl1pPr algn="l">
              <a:defRPr sz="1275" b="1">
                <a:solidFill>
                  <a:srgbClr val="B85A1E"/>
                </a:solidFill>
                <a:latin typeface="Noto Sans SC"/>
                <a:ea typeface="Noto Sans SC"/>
                <a:cs typeface="Noto Sans SC"/>
              </a:defRPr>
            </a:lvl1pPr>
            <a:lvl2pPr algn="l">
              <a:defRPr sz="1275" b="1">
                <a:solidFill>
                  <a:srgbClr val="B85A1E"/>
                </a:solidFill>
                <a:latin typeface="Noto Sans SC"/>
                <a:ea typeface="Noto Sans SC"/>
                <a:cs typeface="Noto Sans SC"/>
              </a:defRPr>
            </a:lvl2pPr>
            <a:lvl3pPr algn="l">
              <a:defRPr sz="1275" b="1">
                <a:solidFill>
                  <a:srgbClr val="B85A1E"/>
                </a:solidFill>
                <a:latin typeface="Noto Sans SC"/>
                <a:ea typeface="Noto Sans SC"/>
                <a:cs typeface="Noto Sans SC"/>
              </a:defRPr>
            </a:lvl3pPr>
            <a:lvl4pPr algn="l">
              <a:defRPr sz="1275" b="1">
                <a:solidFill>
                  <a:srgbClr val="B85A1E"/>
                </a:solidFill>
                <a:latin typeface="Noto Sans SC"/>
                <a:ea typeface="Noto Sans SC"/>
                <a:cs typeface="Noto Sans SC"/>
              </a:defRPr>
            </a:lvl4pPr>
            <a:lvl5pPr algn="l">
              <a:defRPr sz="1275" b="1">
                <a:solidFill>
                  <a:srgbClr val="B85A1E"/>
                </a:solidFill>
                <a:latin typeface="Noto Sans SC"/>
                <a:ea typeface="Noto Sans SC"/>
                <a:cs typeface="Noto Sans SC"/>
              </a:defRPr>
            </a:lvl5pPr>
            <a:lvl6pPr algn="l">
              <a:defRPr sz="1275" b="1">
                <a:solidFill>
                  <a:srgbClr val="B85A1E"/>
                </a:solidFill>
                <a:latin typeface="Noto Sans SC"/>
                <a:ea typeface="Noto Sans SC"/>
                <a:cs typeface="Noto Sans SC"/>
              </a:defRPr>
            </a:lvl6pPr>
            <a:lvl7pPr algn="l">
              <a:defRPr sz="1275" b="1">
                <a:solidFill>
                  <a:srgbClr val="B85A1E"/>
                </a:solidFill>
                <a:latin typeface="Noto Sans SC"/>
                <a:ea typeface="Noto Sans SC"/>
                <a:cs typeface="Noto Sans SC"/>
              </a:defRPr>
            </a:lvl7pPr>
            <a:lvl8pPr algn="l">
              <a:defRPr sz="1275" b="1">
                <a:solidFill>
                  <a:srgbClr val="B85A1E"/>
                </a:solidFill>
                <a:latin typeface="Noto Sans SC"/>
                <a:ea typeface="Noto Sans SC"/>
                <a:cs typeface="Noto Sans SC"/>
              </a:defRPr>
            </a:lvl8pPr>
            <a:lvl9pPr algn="l">
              <a:defRPr sz="1275" b="1">
                <a:solidFill>
                  <a:srgbClr val="B85A1E"/>
                </a:solidFill>
                <a:latin typeface="Noto Sans SC"/>
                <a:ea typeface="Noto Sans SC"/>
                <a:cs typeface="Noto Sans SC"/>
              </a:defRPr>
            </a:lvl9pPr>
          </a:lstStyle>
          <a:p xmlns:a="http://schemas.openxmlformats.org/drawingml/2006/main">
            <a:pPr algn="l">
              <a:defRPr sz="1275" b="1">
                <a:solidFill>
                  <a:srgbClr val="B85A1E"/>
                </a:solidFill>
                <a:latin typeface="Noto Sans SC"/>
                <a:ea typeface="Noto Sans SC"/>
                <a:cs typeface="Noto Sans SC"/>
              </a:defRPr>
            </a:pPr>
            <a:r>
              <a:rPr sz="1275" b="1">
                <a:solidFill>
                  <a:srgbClr val="B85A1E"/>
                </a:solidFill>
                <a:latin typeface="Noto Sans SC"/>
                <a:ea typeface="Noto Sans SC"/>
                <a:cs typeface="Noto Sans SC"/>
              </a:rPr>
              <a:t>验证 · 当前覆盖与缺口</a:t>
            </a:r>
          </a:p>
        </p:txBody>
      </p:sp>
      <p:sp>
        <p:nvSpPr>
          <p:cNvPr id="2" name="o1">
            <a:extLst xmlns:a="http://schemas.openxmlformats.org/drawingml/2006/main">
              <a:ext uri="{FF2B5EF4-FFF2-40B4-BE49-F238E27FC236}">
                <a16:creationId xmlns:a16="http://schemas.microsoft.com/office/drawing/2014/main" id="{63565939-C13E-4012-AAAB-CBD9B46644E6}"/>
              </a:ext>
            </a:extLst>
          </p:cNvPr>
          <p:cNvSpPr>
            <a:spLocks xmlns:a="http://schemas.openxmlformats.org/drawingml/2006/main" noGrp="1"/>
          </p:cNvSpPr>
          <p:nvPr/>
        </p:nvSpPr>
        <p:spPr>
          <a:xfrm xmlns:a="http://schemas.openxmlformats.org/drawingml/2006/main">
            <a:off x="609600" y="6000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700" b="1">
                <a:solidFill>
                  <a:srgbClr val="16243A"/>
                </a:solidFill>
                <a:latin typeface="Noto Serif SC"/>
                <a:ea typeface="Noto Serif SC"/>
                <a:cs typeface="Noto Serif SC"/>
              </a:defRPr>
            </a:defPPr>
            <a:lvl1pPr algn="l">
              <a:defRPr sz="2700" b="1">
                <a:solidFill>
                  <a:srgbClr val="16243A"/>
                </a:solidFill>
                <a:latin typeface="Noto Serif SC"/>
                <a:ea typeface="Noto Serif SC"/>
                <a:cs typeface="Noto Serif SC"/>
              </a:defRPr>
            </a:lvl1pPr>
            <a:lvl2pPr algn="l">
              <a:defRPr sz="2700" b="1">
                <a:solidFill>
                  <a:srgbClr val="16243A"/>
                </a:solidFill>
                <a:latin typeface="Noto Serif SC"/>
                <a:ea typeface="Noto Serif SC"/>
                <a:cs typeface="Noto Serif SC"/>
              </a:defRPr>
            </a:lvl2pPr>
            <a:lvl3pPr algn="l">
              <a:defRPr sz="2700" b="1">
                <a:solidFill>
                  <a:srgbClr val="16243A"/>
                </a:solidFill>
                <a:latin typeface="Noto Serif SC"/>
                <a:ea typeface="Noto Serif SC"/>
                <a:cs typeface="Noto Serif SC"/>
              </a:defRPr>
            </a:lvl3pPr>
            <a:lvl4pPr algn="l">
              <a:defRPr sz="2700" b="1">
                <a:solidFill>
                  <a:srgbClr val="16243A"/>
                </a:solidFill>
                <a:latin typeface="Noto Serif SC"/>
                <a:ea typeface="Noto Serif SC"/>
                <a:cs typeface="Noto Serif SC"/>
              </a:defRPr>
            </a:lvl4pPr>
            <a:lvl5pPr algn="l">
              <a:defRPr sz="2700" b="1">
                <a:solidFill>
                  <a:srgbClr val="16243A"/>
                </a:solidFill>
                <a:latin typeface="Noto Serif SC"/>
                <a:ea typeface="Noto Serif SC"/>
                <a:cs typeface="Noto Serif SC"/>
              </a:defRPr>
            </a:lvl5pPr>
            <a:lvl6pPr algn="l">
              <a:defRPr sz="2700" b="1">
                <a:solidFill>
                  <a:srgbClr val="16243A"/>
                </a:solidFill>
                <a:latin typeface="Noto Serif SC"/>
                <a:ea typeface="Noto Serif SC"/>
                <a:cs typeface="Noto Serif SC"/>
              </a:defRPr>
            </a:lvl6pPr>
            <a:lvl7pPr algn="l">
              <a:defRPr sz="2700" b="1">
                <a:solidFill>
                  <a:srgbClr val="16243A"/>
                </a:solidFill>
                <a:latin typeface="Noto Serif SC"/>
                <a:ea typeface="Noto Serif SC"/>
                <a:cs typeface="Noto Serif SC"/>
              </a:defRPr>
            </a:lvl7pPr>
            <a:lvl8pPr algn="l">
              <a:defRPr sz="2700" b="1">
                <a:solidFill>
                  <a:srgbClr val="16243A"/>
                </a:solidFill>
                <a:latin typeface="Noto Serif SC"/>
                <a:ea typeface="Noto Serif SC"/>
                <a:cs typeface="Noto Serif SC"/>
              </a:defRPr>
            </a:lvl8pPr>
            <a:lvl9pPr algn="l">
              <a:defRPr sz="2700" b="1">
                <a:solidFill>
                  <a:srgbClr val="16243A"/>
                </a:solidFill>
                <a:latin typeface="Noto Serif SC"/>
                <a:ea typeface="Noto Serif SC"/>
                <a:cs typeface="Noto Serif SC"/>
              </a:defRPr>
            </a:lvl9pPr>
          </a:lstStyle>
          <a:p xmlns:a="http://schemas.openxmlformats.org/drawingml/2006/main">
            <a:pPr algn="l">
              <a:defRPr sz="2700" b="1">
                <a:solidFill>
                  <a:srgbClr val="16243A"/>
                </a:solidFill>
                <a:latin typeface="Noto Serif SC"/>
                <a:ea typeface="Noto Serif SC"/>
                <a:cs typeface="Noto Serif SC"/>
              </a:defRPr>
            </a:pPr>
            <a:r>
              <a:rPr sz="2700" b="1">
                <a:solidFill>
                  <a:srgbClr val="16243A"/>
                </a:solidFill>
                <a:latin typeface="Noto Serif SC"/>
                <a:ea typeface="Noto Serif SC"/>
                <a:cs typeface="Noto Serif SC"/>
              </a:rPr>
              <a:t>功能、数值与性能证据分别支持不同结论</a:t>
            </a:r>
          </a:p>
        </p:txBody>
      </p:sp>
      <p:sp>
        <p:nvSpPr>
          <p:cNvPr id="3" name="line-2">
            <a:extLst xmlns:a="http://schemas.openxmlformats.org/drawingml/2006/main">
              <a:ext uri="{FF2B5EF4-FFF2-40B4-BE49-F238E27FC236}">
                <a16:creationId xmlns:a16="http://schemas.microsoft.com/office/drawing/2014/main" id="{0A8BDE21-D0EC-4929-A1DC-3BB7789CACCF}"/>
              </a:ext>
            </a:extLst>
          </p:cNvPr>
          <p:cNvSpPr>
            <a:spLocks xmlns:a="http://schemas.openxmlformats.org/drawingml/2006/main" noGrp="1"/>
          </p:cNvSpPr>
          <p:nvPr/>
        </p:nvSpPr>
        <p:spPr>
          <a:xfrm xmlns:a="http://schemas.openxmlformats.org/drawingml/2006/main" flipV="0">
            <a:off x="609600" y="1200150"/>
            <a:ext cx="10972800" cy="953"/>
          </a:xfrm>
          <a:prstGeom xmlns:a="http://schemas.openxmlformats.org/drawingml/2006/main" prst="line">
            <a:avLst/>
          </a:prstGeom>
          <a:noFill xmlns:a="http://schemas.openxmlformats.org/drawingml/2006/main"/>
          <a:ln xmlns:a="http://schemas.openxmlformats.org/drawingml/2006/main" w="14288">
            <a:solidFill>
              <a:srgbClr val="D5DAE0"/>
            </a:solidFill>
            <a:prstDash val="solid"/>
          </a:ln>
        </p:spPr>
      </p:sp>
      <p:sp>
        <p:nvSpPr>
          <p:cNvPr id="4" name="o3">
            <a:extLst xmlns:a="http://schemas.openxmlformats.org/drawingml/2006/main">
              <a:ext uri="{FF2B5EF4-FFF2-40B4-BE49-F238E27FC236}">
                <a16:creationId xmlns:a16="http://schemas.microsoft.com/office/drawing/2014/main" id="{97C9ECF7-E164-47D0-BCBF-04A2EA3BB567}"/>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00" b="0">
                <a:solidFill>
                  <a:srgbClr val="6B7689"/>
                </a:solidFill>
                <a:latin typeface="Noto Sans SC"/>
                <a:ea typeface="Noto Sans SC"/>
                <a:cs typeface="Noto Sans SC"/>
              </a:defRPr>
            </a:defPPr>
            <a:lvl1pPr algn="l">
              <a:defRPr sz="900" b="0">
                <a:solidFill>
                  <a:srgbClr val="6B7689"/>
                </a:solidFill>
                <a:latin typeface="Noto Sans SC"/>
                <a:ea typeface="Noto Sans SC"/>
                <a:cs typeface="Noto Sans SC"/>
              </a:defRPr>
            </a:lvl1pPr>
            <a:lvl2pPr algn="l">
              <a:defRPr sz="900" b="0">
                <a:solidFill>
                  <a:srgbClr val="6B7689"/>
                </a:solidFill>
                <a:latin typeface="Noto Sans SC"/>
                <a:ea typeface="Noto Sans SC"/>
                <a:cs typeface="Noto Sans SC"/>
              </a:defRPr>
            </a:lvl2pPr>
            <a:lvl3pPr algn="l">
              <a:defRPr sz="900" b="0">
                <a:solidFill>
                  <a:srgbClr val="6B7689"/>
                </a:solidFill>
                <a:latin typeface="Noto Sans SC"/>
                <a:ea typeface="Noto Sans SC"/>
                <a:cs typeface="Noto Sans SC"/>
              </a:defRPr>
            </a:lvl3pPr>
            <a:lvl4pPr algn="l">
              <a:defRPr sz="900" b="0">
                <a:solidFill>
                  <a:srgbClr val="6B7689"/>
                </a:solidFill>
                <a:latin typeface="Noto Sans SC"/>
                <a:ea typeface="Noto Sans SC"/>
                <a:cs typeface="Noto Sans SC"/>
              </a:defRPr>
            </a:lvl4pPr>
            <a:lvl5pPr algn="l">
              <a:defRPr sz="900" b="0">
                <a:solidFill>
                  <a:srgbClr val="6B7689"/>
                </a:solidFill>
                <a:latin typeface="Noto Sans SC"/>
                <a:ea typeface="Noto Sans SC"/>
                <a:cs typeface="Noto Sans SC"/>
              </a:defRPr>
            </a:lvl5pPr>
            <a:lvl6pPr algn="l">
              <a:defRPr sz="900" b="0">
                <a:solidFill>
                  <a:srgbClr val="6B7689"/>
                </a:solidFill>
                <a:latin typeface="Noto Sans SC"/>
                <a:ea typeface="Noto Sans SC"/>
                <a:cs typeface="Noto Sans SC"/>
              </a:defRPr>
            </a:lvl6pPr>
            <a:lvl7pPr algn="l">
              <a:defRPr sz="900" b="0">
                <a:solidFill>
                  <a:srgbClr val="6B7689"/>
                </a:solidFill>
                <a:latin typeface="Noto Sans SC"/>
                <a:ea typeface="Noto Sans SC"/>
                <a:cs typeface="Noto Sans SC"/>
              </a:defRPr>
            </a:lvl7pPr>
            <a:lvl8pPr algn="l">
              <a:defRPr sz="900" b="0">
                <a:solidFill>
                  <a:srgbClr val="6B7689"/>
                </a:solidFill>
                <a:latin typeface="Noto Sans SC"/>
                <a:ea typeface="Noto Sans SC"/>
                <a:cs typeface="Noto Sans SC"/>
              </a:defRPr>
            </a:lvl8pPr>
            <a:lvl9pPr algn="l">
              <a:defRPr sz="900" b="0">
                <a:solidFill>
                  <a:srgbClr val="6B7689"/>
                </a:solidFill>
                <a:latin typeface="Noto Sans SC"/>
                <a:ea typeface="Noto Sans SC"/>
                <a:cs typeface="Noto Sans SC"/>
              </a:defRPr>
            </a:lvl9pPr>
          </a:lstStyle>
          <a:p xmlns:a="http://schemas.openxmlformats.org/drawingml/2006/main">
            <a:pPr algn="l">
              <a:defRPr sz="900" b="0">
                <a:solidFill>
                  <a:srgbClr val="6B7689"/>
                </a:solidFill>
                <a:latin typeface="Noto Sans SC"/>
                <a:ea typeface="Noto Sans SC"/>
                <a:cs typeface="Noto Sans SC"/>
              </a:defRPr>
            </a:pPr>
            <a:r>
              <a:rPr sz="900" b="0">
                <a:solidFill>
                  <a:srgbClr val="6B7689"/>
                </a:solidFill>
                <a:latin typeface="Noto Sans SC"/>
                <a:ea typeface="Noto Sans SC"/>
                <a:cs typeface="Noto Sans SC"/>
              </a:rPr>
              <a:t>project_reference §12、§16.15；历史及本轮回归记录</a:t>
            </a:r>
          </a:p>
        </p:txBody>
      </p:sp>
      <p:sp>
        <p:nvSpPr>
          <p:cNvPr id="5" name="o4">
            <a:extLst xmlns:a="http://schemas.openxmlformats.org/drawingml/2006/main">
              <a:ext uri="{FF2B5EF4-FFF2-40B4-BE49-F238E27FC236}">
                <a16:creationId xmlns:a16="http://schemas.microsoft.com/office/drawing/2014/main" id="{98936394-54CB-4632-8EB8-09E45FA20AF1}"/>
              </a:ext>
            </a:extLst>
          </p:cNvPr>
          <p:cNvSpPr>
            <a:spLocks xmlns:a="http://schemas.openxmlformats.org/drawingml/2006/main" noGrp="1"/>
          </p:cNvSpPr>
          <p:nvPr/>
        </p:nvSpPr>
        <p:spPr>
          <a:xfrm xmlns:a="http://schemas.openxmlformats.org/drawingml/2006/main">
            <a:off x="10896600" y="6505575"/>
            <a:ext cx="68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6B7689"/>
                </a:solidFill>
                <a:latin typeface="Noto Sans SC"/>
                <a:ea typeface="Noto Sans SC"/>
                <a:cs typeface="Noto Sans SC"/>
              </a:defRPr>
            </a:defPPr>
            <a:lvl1pPr algn="r">
              <a:defRPr sz="1200" b="0">
                <a:solidFill>
                  <a:srgbClr val="6B7689"/>
                </a:solidFill>
                <a:latin typeface="Noto Sans SC"/>
                <a:ea typeface="Noto Sans SC"/>
                <a:cs typeface="Noto Sans SC"/>
              </a:defRPr>
            </a:lvl1pPr>
            <a:lvl2pPr algn="r">
              <a:defRPr sz="1200" b="0">
                <a:solidFill>
                  <a:srgbClr val="6B7689"/>
                </a:solidFill>
                <a:latin typeface="Noto Sans SC"/>
                <a:ea typeface="Noto Sans SC"/>
                <a:cs typeface="Noto Sans SC"/>
              </a:defRPr>
            </a:lvl2pPr>
            <a:lvl3pPr algn="r">
              <a:defRPr sz="1200" b="0">
                <a:solidFill>
                  <a:srgbClr val="6B7689"/>
                </a:solidFill>
                <a:latin typeface="Noto Sans SC"/>
                <a:ea typeface="Noto Sans SC"/>
                <a:cs typeface="Noto Sans SC"/>
              </a:defRPr>
            </a:lvl3pPr>
            <a:lvl4pPr algn="r">
              <a:defRPr sz="1200" b="0">
                <a:solidFill>
                  <a:srgbClr val="6B7689"/>
                </a:solidFill>
                <a:latin typeface="Noto Sans SC"/>
                <a:ea typeface="Noto Sans SC"/>
                <a:cs typeface="Noto Sans SC"/>
              </a:defRPr>
            </a:lvl4pPr>
            <a:lvl5pPr algn="r">
              <a:defRPr sz="1200" b="0">
                <a:solidFill>
                  <a:srgbClr val="6B7689"/>
                </a:solidFill>
                <a:latin typeface="Noto Sans SC"/>
                <a:ea typeface="Noto Sans SC"/>
                <a:cs typeface="Noto Sans SC"/>
              </a:defRPr>
            </a:lvl5pPr>
            <a:lvl6pPr algn="r">
              <a:defRPr sz="1200" b="0">
                <a:solidFill>
                  <a:srgbClr val="6B7689"/>
                </a:solidFill>
                <a:latin typeface="Noto Sans SC"/>
                <a:ea typeface="Noto Sans SC"/>
                <a:cs typeface="Noto Sans SC"/>
              </a:defRPr>
            </a:lvl6pPr>
            <a:lvl7pPr algn="r">
              <a:defRPr sz="1200" b="0">
                <a:solidFill>
                  <a:srgbClr val="6B7689"/>
                </a:solidFill>
                <a:latin typeface="Noto Sans SC"/>
                <a:ea typeface="Noto Sans SC"/>
                <a:cs typeface="Noto Sans SC"/>
              </a:defRPr>
            </a:lvl7pPr>
            <a:lvl8pPr algn="r">
              <a:defRPr sz="1200" b="0">
                <a:solidFill>
                  <a:srgbClr val="6B7689"/>
                </a:solidFill>
                <a:latin typeface="Noto Sans SC"/>
                <a:ea typeface="Noto Sans SC"/>
                <a:cs typeface="Noto Sans SC"/>
              </a:defRPr>
            </a:lvl8pPr>
            <a:lvl9pPr algn="r">
              <a:defRPr sz="1200" b="0">
                <a:solidFill>
                  <a:srgbClr val="6B7689"/>
                </a:solidFill>
                <a:latin typeface="Noto Sans SC"/>
                <a:ea typeface="Noto Sans SC"/>
                <a:cs typeface="Noto Sans SC"/>
              </a:defRPr>
            </a:lvl9pPr>
          </a:lstStyle>
          <a:p xmlns:a="http://schemas.openxmlformats.org/drawingml/2006/main">
            <a:pPr algn="r">
              <a:defRPr sz="1200" b="0">
                <a:solidFill>
                  <a:srgbClr val="6B7689"/>
                </a:solidFill>
                <a:latin typeface="Noto Sans SC"/>
                <a:ea typeface="Noto Sans SC"/>
                <a:cs typeface="Noto Sans SC"/>
              </a:defRPr>
            </a:pPr>
            <a:r>
              <a:rPr sz="1200" b="0">
                <a:solidFill>
                  <a:srgbClr val="6B7689"/>
                </a:solidFill>
                <a:latin typeface="Noto Sans SC"/>
                <a:ea typeface="Noto Sans SC"/>
                <a:cs typeface="Noto Sans SC"/>
              </a:rPr>
              <a:t>29 / 39</a:t>
            </a:r>
          </a:p>
        </p:txBody>
      </p:sp>
      <p:sp>
        <p:nvSpPr>
          <p:cNvPr id="6" name="o5">
            <a:extLst xmlns:a="http://schemas.openxmlformats.org/drawingml/2006/main">
              <a:ext uri="{FF2B5EF4-FFF2-40B4-BE49-F238E27FC236}">
                <a16:creationId xmlns:a16="http://schemas.microsoft.com/office/drawing/2014/main" id="{0524187A-A005-41A1-9934-AF067296A482}"/>
              </a:ext>
            </a:extLst>
          </p:cNvPr>
          <p:cNvSpPr>
            <a:spLocks xmlns:a="http://schemas.openxmlformats.org/drawingml/2006/main" noGrp="1"/>
          </p:cNvSpPr>
          <p:nvPr/>
        </p:nvSpPr>
        <p:spPr>
          <a:xfrm xmlns:a="http://schemas.openxmlformats.org/drawingml/2006/main">
            <a:off x="609600" y="5981700"/>
            <a:ext cx="10972800" cy="428625"/>
          </a:xfrm>
          <a:prstGeom xmlns:a="http://schemas.openxmlformats.org/drawingml/2006/main" prst="roundRect">
            <a:avLst>
              <a:gd name="adj" fmla="val 17778"/>
            </a:avLst>
          </a:prstGeom>
          <a:solidFill xmlns:a="http://schemas.openxmlformats.org/drawingml/2006/main">
            <a:srgbClr val="D6E6E5"/>
          </a:solidFill>
          <a:ln xmlns:a="http://schemas.openxmlformats.org/drawingml/2006/main" w="0">
            <a:noFill/>
            <a:prstDash val="solid"/>
          </a:ln>
        </p:spPr>
      </p:sp>
      <p:sp>
        <p:nvSpPr>
          <p:cNvPr id="7" name="o6">
            <a:extLst xmlns:a="http://schemas.openxmlformats.org/drawingml/2006/main">
              <a:ext uri="{FF2B5EF4-FFF2-40B4-BE49-F238E27FC236}">
                <a16:creationId xmlns:a16="http://schemas.microsoft.com/office/drawing/2014/main" id="{A88D3966-9D62-490A-A311-47D45D5362A9}"/>
              </a:ext>
            </a:extLst>
          </p:cNvPr>
          <p:cNvSpPr>
            <a:spLocks xmlns:a="http://schemas.openxmlformats.org/drawingml/2006/main" noGrp="1"/>
          </p:cNvSpPr>
          <p:nvPr/>
        </p:nvSpPr>
        <p:spPr>
          <a:xfrm xmlns:a="http://schemas.openxmlformats.org/drawingml/2006/main">
            <a:off x="781050" y="6029325"/>
            <a:ext cx="10629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75" b="1">
                <a:solidFill>
                  <a:srgbClr val="0F6E73"/>
                </a:solidFill>
                <a:latin typeface="Noto Sans SC"/>
                <a:ea typeface="Noto Sans SC"/>
                <a:cs typeface="Noto Sans SC"/>
              </a:defRPr>
            </a:defPPr>
            <a:lvl1pPr algn="l">
              <a:defRPr sz="1575" b="1">
                <a:solidFill>
                  <a:srgbClr val="0F6E73"/>
                </a:solidFill>
                <a:latin typeface="Noto Sans SC"/>
                <a:ea typeface="Noto Sans SC"/>
                <a:cs typeface="Noto Sans SC"/>
              </a:defRPr>
            </a:lvl1pPr>
            <a:lvl2pPr algn="l">
              <a:defRPr sz="1575" b="1">
                <a:solidFill>
                  <a:srgbClr val="0F6E73"/>
                </a:solidFill>
                <a:latin typeface="Noto Sans SC"/>
                <a:ea typeface="Noto Sans SC"/>
                <a:cs typeface="Noto Sans SC"/>
              </a:defRPr>
            </a:lvl2pPr>
            <a:lvl3pPr algn="l">
              <a:defRPr sz="1575" b="1">
                <a:solidFill>
                  <a:srgbClr val="0F6E73"/>
                </a:solidFill>
                <a:latin typeface="Noto Sans SC"/>
                <a:ea typeface="Noto Sans SC"/>
                <a:cs typeface="Noto Sans SC"/>
              </a:defRPr>
            </a:lvl3pPr>
            <a:lvl4pPr algn="l">
              <a:defRPr sz="1575" b="1">
                <a:solidFill>
                  <a:srgbClr val="0F6E73"/>
                </a:solidFill>
                <a:latin typeface="Noto Sans SC"/>
                <a:ea typeface="Noto Sans SC"/>
                <a:cs typeface="Noto Sans SC"/>
              </a:defRPr>
            </a:lvl4pPr>
            <a:lvl5pPr algn="l">
              <a:defRPr sz="1575" b="1">
                <a:solidFill>
                  <a:srgbClr val="0F6E73"/>
                </a:solidFill>
                <a:latin typeface="Noto Sans SC"/>
                <a:ea typeface="Noto Sans SC"/>
                <a:cs typeface="Noto Sans SC"/>
              </a:defRPr>
            </a:lvl5pPr>
            <a:lvl6pPr algn="l">
              <a:defRPr sz="1575" b="1">
                <a:solidFill>
                  <a:srgbClr val="0F6E73"/>
                </a:solidFill>
                <a:latin typeface="Noto Sans SC"/>
                <a:ea typeface="Noto Sans SC"/>
                <a:cs typeface="Noto Sans SC"/>
              </a:defRPr>
            </a:lvl6pPr>
            <a:lvl7pPr algn="l">
              <a:defRPr sz="1575" b="1">
                <a:solidFill>
                  <a:srgbClr val="0F6E73"/>
                </a:solidFill>
                <a:latin typeface="Noto Sans SC"/>
                <a:ea typeface="Noto Sans SC"/>
                <a:cs typeface="Noto Sans SC"/>
              </a:defRPr>
            </a:lvl7pPr>
            <a:lvl8pPr algn="l">
              <a:defRPr sz="1575" b="1">
                <a:solidFill>
                  <a:srgbClr val="0F6E73"/>
                </a:solidFill>
                <a:latin typeface="Noto Sans SC"/>
                <a:ea typeface="Noto Sans SC"/>
                <a:cs typeface="Noto Sans SC"/>
              </a:defRPr>
            </a:lvl8pPr>
            <a:lvl9pPr algn="l">
              <a:defRPr sz="1575" b="1">
                <a:solidFill>
                  <a:srgbClr val="0F6E73"/>
                </a:solidFill>
                <a:latin typeface="Noto Sans SC"/>
                <a:ea typeface="Noto Sans SC"/>
                <a:cs typeface="Noto Sans SC"/>
              </a:defRPr>
            </a:lvl9pPr>
          </a:lstStyle>
          <a:p xmlns:a="http://schemas.openxmlformats.org/drawingml/2006/main">
            <a:pPr algn="l">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重复执行或重叠测试不累加；未完成的独立效果验证保持明确标注。</a:t>
            </a:r>
          </a:p>
        </p:txBody>
      </p:sp>
      <p:sp>
        <p:nvSpPr>
          <p:cNvPr id="8" name="o7">
            <a:extLst xmlns:a="http://schemas.openxmlformats.org/drawingml/2006/main">
              <a:ext uri="{FF2B5EF4-FFF2-40B4-BE49-F238E27FC236}">
                <a16:creationId xmlns:a16="http://schemas.microsoft.com/office/drawing/2014/main" id="{B5F86442-5771-4BDB-BB95-F6B8FF7ECA6A}"/>
              </a:ext>
            </a:extLst>
          </p:cNvPr>
          <p:cNvSpPr>
            <a:spLocks xmlns:a="http://schemas.openxmlformats.org/drawingml/2006/main" noGrp="1"/>
          </p:cNvSpPr>
          <p:nvPr/>
        </p:nvSpPr>
        <p:spPr>
          <a:xfrm xmlns:a="http://schemas.openxmlformats.org/drawingml/2006/main">
            <a:off x="609600" y="1619250"/>
            <a:ext cx="5314950" cy="1666875"/>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9" name="line-7">
            <a:extLst xmlns:a="http://schemas.openxmlformats.org/drawingml/2006/main">
              <a:ext uri="{FF2B5EF4-FFF2-40B4-BE49-F238E27FC236}">
                <a16:creationId xmlns:a16="http://schemas.microsoft.com/office/drawing/2014/main" id="{CFA939F6-934E-4608-AA34-AC33494BFFC7}"/>
              </a:ext>
            </a:extLst>
          </p:cNvPr>
          <p:cNvSpPr>
            <a:spLocks xmlns:a="http://schemas.openxmlformats.org/drawingml/2006/main" noGrp="1"/>
          </p:cNvSpPr>
          <p:nvPr/>
        </p:nvSpPr>
        <p:spPr>
          <a:xfrm xmlns:a="http://schemas.openxmlformats.org/drawingml/2006/main" flipV="0">
            <a:off x="609600" y="1619250"/>
            <a:ext cx="5314950" cy="953"/>
          </a:xfrm>
          <a:prstGeom xmlns:a="http://schemas.openxmlformats.org/drawingml/2006/main" prst="line">
            <a:avLst/>
          </a:prstGeom>
          <a:noFill xmlns:a="http://schemas.openxmlformats.org/drawingml/2006/main"/>
          <a:ln xmlns:a="http://schemas.openxmlformats.org/drawingml/2006/main" w="28575">
            <a:solidFill>
              <a:srgbClr val="0F6E73"/>
            </a:solidFill>
            <a:prstDash val="solid"/>
          </a:ln>
        </p:spPr>
      </p:sp>
      <p:sp>
        <p:nvSpPr>
          <p:cNvPr id="10" name="o9">
            <a:extLst xmlns:a="http://schemas.openxmlformats.org/drawingml/2006/main">
              <a:ext uri="{FF2B5EF4-FFF2-40B4-BE49-F238E27FC236}">
                <a16:creationId xmlns:a16="http://schemas.microsoft.com/office/drawing/2014/main" id="{176B0D74-A364-4EEB-A82D-DA19613E1F4F}"/>
              </a:ext>
            </a:extLst>
          </p:cNvPr>
          <p:cNvSpPr>
            <a:spLocks xmlns:a="http://schemas.openxmlformats.org/drawingml/2006/main" noGrp="1"/>
          </p:cNvSpPr>
          <p:nvPr/>
        </p:nvSpPr>
        <p:spPr>
          <a:xfrm xmlns:a="http://schemas.openxmlformats.org/drawingml/2006/main">
            <a:off x="762000" y="1714500"/>
            <a:ext cx="501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0F6E73"/>
                </a:solidFill>
                <a:latin typeface="Noto Sans SC"/>
                <a:ea typeface="Noto Sans SC"/>
                <a:cs typeface="Noto Sans SC"/>
              </a:defRPr>
            </a:defPPr>
            <a:lvl1pPr algn="l">
              <a:defRPr sz="1800" b="1">
                <a:solidFill>
                  <a:srgbClr val="0F6E73"/>
                </a:solidFill>
                <a:latin typeface="Noto Sans SC"/>
                <a:ea typeface="Noto Sans SC"/>
                <a:cs typeface="Noto Sans SC"/>
              </a:defRPr>
            </a:lvl1pPr>
            <a:lvl2pPr algn="l">
              <a:defRPr sz="1800" b="1">
                <a:solidFill>
                  <a:srgbClr val="0F6E73"/>
                </a:solidFill>
                <a:latin typeface="Noto Sans SC"/>
                <a:ea typeface="Noto Sans SC"/>
                <a:cs typeface="Noto Sans SC"/>
              </a:defRPr>
            </a:lvl2pPr>
            <a:lvl3pPr algn="l">
              <a:defRPr sz="1800" b="1">
                <a:solidFill>
                  <a:srgbClr val="0F6E73"/>
                </a:solidFill>
                <a:latin typeface="Noto Sans SC"/>
                <a:ea typeface="Noto Sans SC"/>
                <a:cs typeface="Noto Sans SC"/>
              </a:defRPr>
            </a:lvl3pPr>
            <a:lvl4pPr algn="l">
              <a:defRPr sz="1800" b="1">
                <a:solidFill>
                  <a:srgbClr val="0F6E73"/>
                </a:solidFill>
                <a:latin typeface="Noto Sans SC"/>
                <a:ea typeface="Noto Sans SC"/>
                <a:cs typeface="Noto Sans SC"/>
              </a:defRPr>
            </a:lvl4pPr>
            <a:lvl5pPr algn="l">
              <a:defRPr sz="1800" b="1">
                <a:solidFill>
                  <a:srgbClr val="0F6E73"/>
                </a:solidFill>
                <a:latin typeface="Noto Sans SC"/>
                <a:ea typeface="Noto Sans SC"/>
                <a:cs typeface="Noto Sans SC"/>
              </a:defRPr>
            </a:lvl5pPr>
            <a:lvl6pPr algn="l">
              <a:defRPr sz="1800" b="1">
                <a:solidFill>
                  <a:srgbClr val="0F6E73"/>
                </a:solidFill>
                <a:latin typeface="Noto Sans SC"/>
                <a:ea typeface="Noto Sans SC"/>
                <a:cs typeface="Noto Sans SC"/>
              </a:defRPr>
            </a:lvl6pPr>
            <a:lvl7pPr algn="l">
              <a:defRPr sz="1800" b="1">
                <a:solidFill>
                  <a:srgbClr val="0F6E73"/>
                </a:solidFill>
                <a:latin typeface="Noto Sans SC"/>
                <a:ea typeface="Noto Sans SC"/>
                <a:cs typeface="Noto Sans SC"/>
              </a:defRPr>
            </a:lvl7pPr>
            <a:lvl8pPr algn="l">
              <a:defRPr sz="1800" b="1">
                <a:solidFill>
                  <a:srgbClr val="0F6E73"/>
                </a:solidFill>
                <a:latin typeface="Noto Sans SC"/>
                <a:ea typeface="Noto Sans SC"/>
                <a:cs typeface="Noto Sans SC"/>
              </a:defRPr>
            </a:lvl8pPr>
            <a:lvl9pPr algn="l">
              <a:defRPr sz="1800" b="1">
                <a:solidFill>
                  <a:srgbClr val="0F6E73"/>
                </a:solidFill>
                <a:latin typeface="Noto Sans SC"/>
                <a:ea typeface="Noto Sans SC"/>
                <a:cs typeface="Noto Sans SC"/>
              </a:defRPr>
            </a:lvl9pPr>
          </a:lstStyle>
          <a:p xmlns:a="http://schemas.openxmlformats.org/drawingml/2006/main">
            <a:pPr algn="l">
              <a:defRPr sz="1800" b="1">
                <a:solidFill>
                  <a:srgbClr val="0F6E73"/>
                </a:solidFill>
                <a:latin typeface="Noto Sans SC"/>
                <a:ea typeface="Noto Sans SC"/>
                <a:cs typeface="Noto Sans SC"/>
              </a:defRPr>
            </a:pPr>
            <a:r>
              <a:rPr sz="1800" b="1">
                <a:solidFill>
                  <a:srgbClr val="0F6E73"/>
                </a:solidFill>
                <a:latin typeface="Noto Sans SC"/>
                <a:ea typeface="Noto Sans SC"/>
                <a:cs typeface="Noto Sans SC"/>
              </a:rPr>
              <a:t>功能分支</a:t>
            </a:r>
          </a:p>
        </p:txBody>
      </p:sp>
      <p:sp>
        <p:nvSpPr>
          <p:cNvPr id="11" name="o10">
            <a:extLst xmlns:a="http://schemas.openxmlformats.org/drawingml/2006/main">
              <a:ext uri="{FF2B5EF4-FFF2-40B4-BE49-F238E27FC236}">
                <a16:creationId xmlns:a16="http://schemas.microsoft.com/office/drawing/2014/main" id="{3C70292B-B31C-44DA-A037-F5074977695E}"/>
              </a:ext>
            </a:extLst>
          </p:cNvPr>
          <p:cNvSpPr>
            <a:spLocks xmlns:a="http://schemas.openxmlformats.org/drawingml/2006/main" noGrp="1"/>
          </p:cNvSpPr>
          <p:nvPr/>
        </p:nvSpPr>
        <p:spPr>
          <a:xfrm xmlns:a="http://schemas.openxmlformats.org/drawingml/2006/main">
            <a:off x="762000" y="2171700"/>
            <a:ext cx="5010150" cy="1038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46536A"/>
                </a:solidFill>
                <a:latin typeface="Noto Sans SC"/>
                <a:ea typeface="Noto Sans SC"/>
                <a:cs typeface="Noto Sans SC"/>
              </a:defRPr>
            </a:defPPr>
            <a:lvl1pPr algn="l">
              <a:defRPr sz="1575" b="0">
                <a:solidFill>
                  <a:srgbClr val="46536A"/>
                </a:solidFill>
                <a:latin typeface="Noto Sans SC"/>
                <a:ea typeface="Noto Sans SC"/>
                <a:cs typeface="Noto Sans SC"/>
              </a:defRPr>
            </a:lvl1pPr>
            <a:lvl2pPr algn="l">
              <a:defRPr sz="1575" b="0">
                <a:solidFill>
                  <a:srgbClr val="46536A"/>
                </a:solidFill>
                <a:latin typeface="Noto Sans SC"/>
                <a:ea typeface="Noto Sans SC"/>
                <a:cs typeface="Noto Sans SC"/>
              </a:defRPr>
            </a:lvl2pPr>
            <a:lvl3pPr algn="l">
              <a:defRPr sz="1575" b="0">
                <a:solidFill>
                  <a:srgbClr val="46536A"/>
                </a:solidFill>
                <a:latin typeface="Noto Sans SC"/>
                <a:ea typeface="Noto Sans SC"/>
                <a:cs typeface="Noto Sans SC"/>
              </a:defRPr>
            </a:lvl3pPr>
            <a:lvl4pPr algn="l">
              <a:defRPr sz="1575" b="0">
                <a:solidFill>
                  <a:srgbClr val="46536A"/>
                </a:solidFill>
                <a:latin typeface="Noto Sans SC"/>
                <a:ea typeface="Noto Sans SC"/>
                <a:cs typeface="Noto Sans SC"/>
              </a:defRPr>
            </a:lvl4pPr>
            <a:lvl5pPr algn="l">
              <a:defRPr sz="1575" b="0">
                <a:solidFill>
                  <a:srgbClr val="46536A"/>
                </a:solidFill>
                <a:latin typeface="Noto Sans SC"/>
                <a:ea typeface="Noto Sans SC"/>
                <a:cs typeface="Noto Sans SC"/>
              </a:defRPr>
            </a:lvl5pPr>
            <a:lvl6pPr algn="l">
              <a:defRPr sz="1575" b="0">
                <a:solidFill>
                  <a:srgbClr val="46536A"/>
                </a:solidFill>
                <a:latin typeface="Noto Sans SC"/>
                <a:ea typeface="Noto Sans SC"/>
                <a:cs typeface="Noto Sans SC"/>
              </a:defRPr>
            </a:lvl6pPr>
            <a:lvl7pPr algn="l">
              <a:defRPr sz="1575" b="0">
                <a:solidFill>
                  <a:srgbClr val="46536A"/>
                </a:solidFill>
                <a:latin typeface="Noto Sans SC"/>
                <a:ea typeface="Noto Sans SC"/>
                <a:cs typeface="Noto Sans SC"/>
              </a:defRPr>
            </a:lvl7pPr>
            <a:lvl8pPr algn="l">
              <a:defRPr sz="1575" b="0">
                <a:solidFill>
                  <a:srgbClr val="46536A"/>
                </a:solidFill>
                <a:latin typeface="Noto Sans SC"/>
                <a:ea typeface="Noto Sans SC"/>
                <a:cs typeface="Noto Sans SC"/>
              </a:defRPr>
            </a:lvl8pPr>
            <a:lvl9pPr algn="l">
              <a:defRPr sz="1575" b="0">
                <a:solidFill>
                  <a:srgbClr val="46536A"/>
                </a:solidFill>
                <a:latin typeface="Noto Sans SC"/>
                <a:ea typeface="Noto Sans SC"/>
                <a:cs typeface="Noto Sans SC"/>
              </a:defRPr>
            </a:lvl9pPr>
          </a:lstStyle>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身份、豁免、空间与缺失状态</a:t>
            </a:r>
          </a:p>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已有回归与本轮夹具重放</a:t>
            </a:r>
          </a:p>
        </p:txBody>
      </p:sp>
      <p:sp>
        <p:nvSpPr>
          <p:cNvPr id="12" name="o11">
            <a:extLst xmlns:a="http://schemas.openxmlformats.org/drawingml/2006/main">
              <a:ext uri="{FF2B5EF4-FFF2-40B4-BE49-F238E27FC236}">
                <a16:creationId xmlns:a16="http://schemas.microsoft.com/office/drawing/2014/main" id="{440A744B-7DAA-41A0-867A-0B8E8919E064}"/>
              </a:ext>
            </a:extLst>
          </p:cNvPr>
          <p:cNvSpPr>
            <a:spLocks xmlns:a="http://schemas.openxmlformats.org/drawingml/2006/main" noGrp="1"/>
          </p:cNvSpPr>
          <p:nvPr/>
        </p:nvSpPr>
        <p:spPr>
          <a:xfrm xmlns:a="http://schemas.openxmlformats.org/drawingml/2006/main">
            <a:off x="6267450" y="1619250"/>
            <a:ext cx="5314950" cy="1666875"/>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13" name="line-10">
            <a:extLst xmlns:a="http://schemas.openxmlformats.org/drawingml/2006/main">
              <a:ext uri="{FF2B5EF4-FFF2-40B4-BE49-F238E27FC236}">
                <a16:creationId xmlns:a16="http://schemas.microsoft.com/office/drawing/2014/main" id="{FBC036D4-3BE6-4BA5-A776-266775557BDF}"/>
              </a:ext>
            </a:extLst>
          </p:cNvPr>
          <p:cNvSpPr>
            <a:spLocks xmlns:a="http://schemas.openxmlformats.org/drawingml/2006/main" noGrp="1"/>
          </p:cNvSpPr>
          <p:nvPr/>
        </p:nvSpPr>
        <p:spPr>
          <a:xfrm xmlns:a="http://schemas.openxmlformats.org/drawingml/2006/main" flipV="0">
            <a:off x="6267450" y="1619250"/>
            <a:ext cx="5314950" cy="953"/>
          </a:xfrm>
          <a:prstGeom xmlns:a="http://schemas.openxmlformats.org/drawingml/2006/main" prst="line">
            <a:avLst/>
          </a:prstGeom>
          <a:noFill xmlns:a="http://schemas.openxmlformats.org/drawingml/2006/main"/>
          <a:ln xmlns:a="http://schemas.openxmlformats.org/drawingml/2006/main" w="28575">
            <a:solidFill>
              <a:srgbClr val="32668E"/>
            </a:solidFill>
            <a:prstDash val="solid"/>
          </a:ln>
        </p:spPr>
      </p:sp>
      <p:sp>
        <p:nvSpPr>
          <p:cNvPr id="14" name="o13">
            <a:extLst xmlns:a="http://schemas.openxmlformats.org/drawingml/2006/main">
              <a:ext uri="{FF2B5EF4-FFF2-40B4-BE49-F238E27FC236}">
                <a16:creationId xmlns:a16="http://schemas.microsoft.com/office/drawing/2014/main" id="{E2E4A6DE-D14F-45FC-961C-1E3DE3D9B04C}"/>
              </a:ext>
            </a:extLst>
          </p:cNvPr>
          <p:cNvSpPr>
            <a:spLocks xmlns:a="http://schemas.openxmlformats.org/drawingml/2006/main" noGrp="1"/>
          </p:cNvSpPr>
          <p:nvPr/>
        </p:nvSpPr>
        <p:spPr>
          <a:xfrm xmlns:a="http://schemas.openxmlformats.org/drawingml/2006/main">
            <a:off x="6419850" y="1714500"/>
            <a:ext cx="501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32668E"/>
                </a:solidFill>
                <a:latin typeface="Noto Sans SC"/>
                <a:ea typeface="Noto Sans SC"/>
                <a:cs typeface="Noto Sans SC"/>
              </a:defRPr>
            </a:defPPr>
            <a:lvl1pPr algn="l">
              <a:defRPr sz="1800" b="1">
                <a:solidFill>
                  <a:srgbClr val="32668E"/>
                </a:solidFill>
                <a:latin typeface="Noto Sans SC"/>
                <a:ea typeface="Noto Sans SC"/>
                <a:cs typeface="Noto Sans SC"/>
              </a:defRPr>
            </a:lvl1pPr>
            <a:lvl2pPr algn="l">
              <a:defRPr sz="1800" b="1">
                <a:solidFill>
                  <a:srgbClr val="32668E"/>
                </a:solidFill>
                <a:latin typeface="Noto Sans SC"/>
                <a:ea typeface="Noto Sans SC"/>
                <a:cs typeface="Noto Sans SC"/>
              </a:defRPr>
            </a:lvl2pPr>
            <a:lvl3pPr algn="l">
              <a:defRPr sz="1800" b="1">
                <a:solidFill>
                  <a:srgbClr val="32668E"/>
                </a:solidFill>
                <a:latin typeface="Noto Sans SC"/>
                <a:ea typeface="Noto Sans SC"/>
                <a:cs typeface="Noto Sans SC"/>
              </a:defRPr>
            </a:lvl3pPr>
            <a:lvl4pPr algn="l">
              <a:defRPr sz="1800" b="1">
                <a:solidFill>
                  <a:srgbClr val="32668E"/>
                </a:solidFill>
                <a:latin typeface="Noto Sans SC"/>
                <a:ea typeface="Noto Sans SC"/>
                <a:cs typeface="Noto Sans SC"/>
              </a:defRPr>
            </a:lvl4pPr>
            <a:lvl5pPr algn="l">
              <a:defRPr sz="1800" b="1">
                <a:solidFill>
                  <a:srgbClr val="32668E"/>
                </a:solidFill>
                <a:latin typeface="Noto Sans SC"/>
                <a:ea typeface="Noto Sans SC"/>
                <a:cs typeface="Noto Sans SC"/>
              </a:defRPr>
            </a:lvl5pPr>
            <a:lvl6pPr algn="l">
              <a:defRPr sz="1800" b="1">
                <a:solidFill>
                  <a:srgbClr val="32668E"/>
                </a:solidFill>
                <a:latin typeface="Noto Sans SC"/>
                <a:ea typeface="Noto Sans SC"/>
                <a:cs typeface="Noto Sans SC"/>
              </a:defRPr>
            </a:lvl6pPr>
            <a:lvl7pPr algn="l">
              <a:defRPr sz="1800" b="1">
                <a:solidFill>
                  <a:srgbClr val="32668E"/>
                </a:solidFill>
                <a:latin typeface="Noto Sans SC"/>
                <a:ea typeface="Noto Sans SC"/>
                <a:cs typeface="Noto Sans SC"/>
              </a:defRPr>
            </a:lvl7pPr>
            <a:lvl8pPr algn="l">
              <a:defRPr sz="1800" b="1">
                <a:solidFill>
                  <a:srgbClr val="32668E"/>
                </a:solidFill>
                <a:latin typeface="Noto Sans SC"/>
                <a:ea typeface="Noto Sans SC"/>
                <a:cs typeface="Noto Sans SC"/>
              </a:defRPr>
            </a:lvl8pPr>
            <a:lvl9pPr algn="l">
              <a:defRPr sz="1800" b="1">
                <a:solidFill>
                  <a:srgbClr val="32668E"/>
                </a:solidFill>
                <a:latin typeface="Noto Sans SC"/>
                <a:ea typeface="Noto Sans SC"/>
                <a:cs typeface="Noto Sans SC"/>
              </a:defRPr>
            </a:lvl9pPr>
          </a:lstStyle>
          <a:p xmlns:a="http://schemas.openxmlformats.org/drawingml/2006/main">
            <a:pPr algn="l">
              <a:defRPr sz="1800" b="1">
                <a:solidFill>
                  <a:srgbClr val="32668E"/>
                </a:solidFill>
                <a:latin typeface="Noto Sans SC"/>
                <a:ea typeface="Noto Sans SC"/>
                <a:cs typeface="Noto Sans SC"/>
              </a:defRPr>
            </a:pPr>
            <a:r>
              <a:rPr sz="1800" b="1">
                <a:solidFill>
                  <a:srgbClr val="32668E"/>
                </a:solidFill>
                <a:latin typeface="Noto Sans SC"/>
                <a:ea typeface="Noto Sans SC"/>
                <a:cs typeface="Noto Sans SC"/>
              </a:rPr>
              <a:t>数值一致性</a:t>
            </a:r>
          </a:p>
        </p:txBody>
      </p:sp>
      <p:sp>
        <p:nvSpPr>
          <p:cNvPr id="15" name="o14">
            <a:extLst xmlns:a="http://schemas.openxmlformats.org/drawingml/2006/main">
              <a:ext uri="{FF2B5EF4-FFF2-40B4-BE49-F238E27FC236}">
                <a16:creationId xmlns:a16="http://schemas.microsoft.com/office/drawing/2014/main" id="{8EC41D41-0FDC-4260-BEBB-73504F6D1FF5}"/>
              </a:ext>
            </a:extLst>
          </p:cNvPr>
          <p:cNvSpPr>
            <a:spLocks xmlns:a="http://schemas.openxmlformats.org/drawingml/2006/main" noGrp="1"/>
          </p:cNvSpPr>
          <p:nvPr/>
        </p:nvSpPr>
        <p:spPr>
          <a:xfrm xmlns:a="http://schemas.openxmlformats.org/drawingml/2006/main">
            <a:off x="6419850" y="2171700"/>
            <a:ext cx="5010150" cy="1038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46536A"/>
                </a:solidFill>
                <a:latin typeface="Noto Sans SC"/>
                <a:ea typeface="Noto Sans SC"/>
                <a:cs typeface="Noto Sans SC"/>
              </a:defRPr>
            </a:defPPr>
            <a:lvl1pPr algn="l">
              <a:defRPr sz="1575" b="0">
                <a:solidFill>
                  <a:srgbClr val="46536A"/>
                </a:solidFill>
                <a:latin typeface="Noto Sans SC"/>
                <a:ea typeface="Noto Sans SC"/>
                <a:cs typeface="Noto Sans SC"/>
              </a:defRPr>
            </a:lvl1pPr>
            <a:lvl2pPr algn="l">
              <a:defRPr sz="1575" b="0">
                <a:solidFill>
                  <a:srgbClr val="46536A"/>
                </a:solidFill>
                <a:latin typeface="Noto Sans SC"/>
                <a:ea typeface="Noto Sans SC"/>
                <a:cs typeface="Noto Sans SC"/>
              </a:defRPr>
            </a:lvl2pPr>
            <a:lvl3pPr algn="l">
              <a:defRPr sz="1575" b="0">
                <a:solidFill>
                  <a:srgbClr val="46536A"/>
                </a:solidFill>
                <a:latin typeface="Noto Sans SC"/>
                <a:ea typeface="Noto Sans SC"/>
                <a:cs typeface="Noto Sans SC"/>
              </a:defRPr>
            </a:lvl3pPr>
            <a:lvl4pPr algn="l">
              <a:defRPr sz="1575" b="0">
                <a:solidFill>
                  <a:srgbClr val="46536A"/>
                </a:solidFill>
                <a:latin typeface="Noto Sans SC"/>
                <a:ea typeface="Noto Sans SC"/>
                <a:cs typeface="Noto Sans SC"/>
              </a:defRPr>
            </a:lvl4pPr>
            <a:lvl5pPr algn="l">
              <a:defRPr sz="1575" b="0">
                <a:solidFill>
                  <a:srgbClr val="46536A"/>
                </a:solidFill>
                <a:latin typeface="Noto Sans SC"/>
                <a:ea typeface="Noto Sans SC"/>
                <a:cs typeface="Noto Sans SC"/>
              </a:defRPr>
            </a:lvl5pPr>
            <a:lvl6pPr algn="l">
              <a:defRPr sz="1575" b="0">
                <a:solidFill>
                  <a:srgbClr val="46536A"/>
                </a:solidFill>
                <a:latin typeface="Noto Sans SC"/>
                <a:ea typeface="Noto Sans SC"/>
                <a:cs typeface="Noto Sans SC"/>
              </a:defRPr>
            </a:lvl6pPr>
            <a:lvl7pPr algn="l">
              <a:defRPr sz="1575" b="0">
                <a:solidFill>
                  <a:srgbClr val="46536A"/>
                </a:solidFill>
                <a:latin typeface="Noto Sans SC"/>
                <a:ea typeface="Noto Sans SC"/>
                <a:cs typeface="Noto Sans SC"/>
              </a:defRPr>
            </a:lvl7pPr>
            <a:lvl8pPr algn="l">
              <a:defRPr sz="1575" b="0">
                <a:solidFill>
                  <a:srgbClr val="46536A"/>
                </a:solidFill>
                <a:latin typeface="Noto Sans SC"/>
                <a:ea typeface="Noto Sans SC"/>
                <a:cs typeface="Noto Sans SC"/>
              </a:defRPr>
            </a:lvl8pPr>
            <a:lvl9pPr algn="l">
              <a:defRPr sz="1575" b="0">
                <a:solidFill>
                  <a:srgbClr val="46536A"/>
                </a:solidFill>
                <a:latin typeface="Noto Sans SC"/>
                <a:ea typeface="Noto Sans SC"/>
                <a:cs typeface="Noto Sans SC"/>
              </a:defRPr>
            </a:lvl9pPr>
          </a:lstStyle>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跨度误差、点序与缓存响应</a:t>
            </a:r>
          </a:p>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行为向量化差异单独保留</a:t>
            </a:r>
          </a:p>
        </p:txBody>
      </p:sp>
      <p:sp>
        <p:nvSpPr>
          <p:cNvPr id="16" name="o15">
            <a:extLst xmlns:a="http://schemas.openxmlformats.org/drawingml/2006/main">
              <a:ext uri="{FF2B5EF4-FFF2-40B4-BE49-F238E27FC236}">
                <a16:creationId xmlns:a16="http://schemas.microsoft.com/office/drawing/2014/main" id="{C3B82654-7932-4236-9007-FE810F9BAB95}"/>
              </a:ext>
            </a:extLst>
          </p:cNvPr>
          <p:cNvSpPr>
            <a:spLocks xmlns:a="http://schemas.openxmlformats.org/drawingml/2006/main" noGrp="1"/>
          </p:cNvSpPr>
          <p:nvPr/>
        </p:nvSpPr>
        <p:spPr>
          <a:xfrm xmlns:a="http://schemas.openxmlformats.org/drawingml/2006/main">
            <a:off x="609600" y="3667125"/>
            <a:ext cx="5314950" cy="1666875"/>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17" name="line-13">
            <a:extLst xmlns:a="http://schemas.openxmlformats.org/drawingml/2006/main">
              <a:ext uri="{FF2B5EF4-FFF2-40B4-BE49-F238E27FC236}">
                <a16:creationId xmlns:a16="http://schemas.microsoft.com/office/drawing/2014/main" id="{14F2E93A-7B20-409C-B50C-3AA782EC8497}"/>
              </a:ext>
            </a:extLst>
          </p:cNvPr>
          <p:cNvSpPr>
            <a:spLocks xmlns:a="http://schemas.openxmlformats.org/drawingml/2006/main" noGrp="1"/>
          </p:cNvSpPr>
          <p:nvPr/>
        </p:nvSpPr>
        <p:spPr>
          <a:xfrm xmlns:a="http://schemas.openxmlformats.org/drawingml/2006/main" flipV="0">
            <a:off x="609600" y="3667125"/>
            <a:ext cx="5314950" cy="953"/>
          </a:xfrm>
          <a:prstGeom xmlns:a="http://schemas.openxmlformats.org/drawingml/2006/main" prst="line">
            <a:avLst/>
          </a:prstGeom>
          <a:noFill xmlns:a="http://schemas.openxmlformats.org/drawingml/2006/main"/>
          <a:ln xmlns:a="http://schemas.openxmlformats.org/drawingml/2006/main" w="28575">
            <a:solidFill>
              <a:srgbClr val="0F6E73"/>
            </a:solidFill>
            <a:prstDash val="solid"/>
          </a:ln>
        </p:spPr>
      </p:sp>
      <p:sp>
        <p:nvSpPr>
          <p:cNvPr id="18" name="o17">
            <a:extLst xmlns:a="http://schemas.openxmlformats.org/drawingml/2006/main">
              <a:ext uri="{FF2B5EF4-FFF2-40B4-BE49-F238E27FC236}">
                <a16:creationId xmlns:a16="http://schemas.microsoft.com/office/drawing/2014/main" id="{B6E7B4F0-64BC-4CDA-B9B9-6BEA1E7D976D}"/>
              </a:ext>
            </a:extLst>
          </p:cNvPr>
          <p:cNvSpPr>
            <a:spLocks xmlns:a="http://schemas.openxmlformats.org/drawingml/2006/main" noGrp="1"/>
          </p:cNvSpPr>
          <p:nvPr/>
        </p:nvSpPr>
        <p:spPr>
          <a:xfrm xmlns:a="http://schemas.openxmlformats.org/drawingml/2006/main">
            <a:off x="762000" y="3762375"/>
            <a:ext cx="501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0F6E73"/>
                </a:solidFill>
                <a:latin typeface="Noto Sans SC"/>
                <a:ea typeface="Noto Sans SC"/>
                <a:cs typeface="Noto Sans SC"/>
              </a:defRPr>
            </a:defPPr>
            <a:lvl1pPr algn="l">
              <a:defRPr sz="1800" b="1">
                <a:solidFill>
                  <a:srgbClr val="0F6E73"/>
                </a:solidFill>
                <a:latin typeface="Noto Sans SC"/>
                <a:ea typeface="Noto Sans SC"/>
                <a:cs typeface="Noto Sans SC"/>
              </a:defRPr>
            </a:lvl1pPr>
            <a:lvl2pPr algn="l">
              <a:defRPr sz="1800" b="1">
                <a:solidFill>
                  <a:srgbClr val="0F6E73"/>
                </a:solidFill>
                <a:latin typeface="Noto Sans SC"/>
                <a:ea typeface="Noto Sans SC"/>
                <a:cs typeface="Noto Sans SC"/>
              </a:defRPr>
            </a:lvl2pPr>
            <a:lvl3pPr algn="l">
              <a:defRPr sz="1800" b="1">
                <a:solidFill>
                  <a:srgbClr val="0F6E73"/>
                </a:solidFill>
                <a:latin typeface="Noto Sans SC"/>
                <a:ea typeface="Noto Sans SC"/>
                <a:cs typeface="Noto Sans SC"/>
              </a:defRPr>
            </a:lvl3pPr>
            <a:lvl4pPr algn="l">
              <a:defRPr sz="1800" b="1">
                <a:solidFill>
                  <a:srgbClr val="0F6E73"/>
                </a:solidFill>
                <a:latin typeface="Noto Sans SC"/>
                <a:ea typeface="Noto Sans SC"/>
                <a:cs typeface="Noto Sans SC"/>
              </a:defRPr>
            </a:lvl4pPr>
            <a:lvl5pPr algn="l">
              <a:defRPr sz="1800" b="1">
                <a:solidFill>
                  <a:srgbClr val="0F6E73"/>
                </a:solidFill>
                <a:latin typeface="Noto Sans SC"/>
                <a:ea typeface="Noto Sans SC"/>
                <a:cs typeface="Noto Sans SC"/>
              </a:defRPr>
            </a:lvl5pPr>
            <a:lvl6pPr algn="l">
              <a:defRPr sz="1800" b="1">
                <a:solidFill>
                  <a:srgbClr val="0F6E73"/>
                </a:solidFill>
                <a:latin typeface="Noto Sans SC"/>
                <a:ea typeface="Noto Sans SC"/>
                <a:cs typeface="Noto Sans SC"/>
              </a:defRPr>
            </a:lvl6pPr>
            <a:lvl7pPr algn="l">
              <a:defRPr sz="1800" b="1">
                <a:solidFill>
                  <a:srgbClr val="0F6E73"/>
                </a:solidFill>
                <a:latin typeface="Noto Sans SC"/>
                <a:ea typeface="Noto Sans SC"/>
                <a:cs typeface="Noto Sans SC"/>
              </a:defRPr>
            </a:lvl7pPr>
            <a:lvl8pPr algn="l">
              <a:defRPr sz="1800" b="1">
                <a:solidFill>
                  <a:srgbClr val="0F6E73"/>
                </a:solidFill>
                <a:latin typeface="Noto Sans SC"/>
                <a:ea typeface="Noto Sans SC"/>
                <a:cs typeface="Noto Sans SC"/>
              </a:defRPr>
            </a:lvl8pPr>
            <a:lvl9pPr algn="l">
              <a:defRPr sz="1800" b="1">
                <a:solidFill>
                  <a:srgbClr val="0F6E73"/>
                </a:solidFill>
                <a:latin typeface="Noto Sans SC"/>
                <a:ea typeface="Noto Sans SC"/>
                <a:cs typeface="Noto Sans SC"/>
              </a:defRPr>
            </a:lvl9pPr>
          </a:lstStyle>
          <a:p xmlns:a="http://schemas.openxmlformats.org/drawingml/2006/main">
            <a:pPr algn="l">
              <a:defRPr sz="1800" b="1">
                <a:solidFill>
                  <a:srgbClr val="0F6E73"/>
                </a:solidFill>
                <a:latin typeface="Noto Sans SC"/>
                <a:ea typeface="Noto Sans SC"/>
                <a:cs typeface="Noto Sans SC"/>
              </a:defRPr>
            </a:pPr>
            <a:r>
              <a:rPr sz="1800" b="1">
                <a:solidFill>
                  <a:srgbClr val="0F6E73"/>
                </a:solidFill>
                <a:latin typeface="Noto Sans SC"/>
                <a:ea typeface="Noto Sans SC"/>
                <a:cs typeface="Noto Sans SC"/>
              </a:rPr>
              <a:t>计算性能</a:t>
            </a:r>
          </a:p>
        </p:txBody>
      </p:sp>
      <p:sp>
        <p:nvSpPr>
          <p:cNvPr id="19" name="o18">
            <a:extLst xmlns:a="http://schemas.openxmlformats.org/drawingml/2006/main">
              <a:ext uri="{FF2B5EF4-FFF2-40B4-BE49-F238E27FC236}">
                <a16:creationId xmlns:a16="http://schemas.microsoft.com/office/drawing/2014/main" id="{39BA6B04-DC66-4DFD-89CC-9B18D8991AE4}"/>
              </a:ext>
            </a:extLst>
          </p:cNvPr>
          <p:cNvSpPr>
            <a:spLocks xmlns:a="http://schemas.openxmlformats.org/drawingml/2006/main" noGrp="1"/>
          </p:cNvSpPr>
          <p:nvPr/>
        </p:nvSpPr>
        <p:spPr>
          <a:xfrm xmlns:a="http://schemas.openxmlformats.org/drawingml/2006/main">
            <a:off x="762000" y="4219575"/>
            <a:ext cx="5010150" cy="1038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46536A"/>
                </a:solidFill>
                <a:latin typeface="Noto Sans SC"/>
                <a:ea typeface="Noto Sans SC"/>
                <a:cs typeface="Noto Sans SC"/>
              </a:defRPr>
            </a:defPPr>
            <a:lvl1pPr algn="l">
              <a:defRPr sz="1575" b="0">
                <a:solidFill>
                  <a:srgbClr val="46536A"/>
                </a:solidFill>
                <a:latin typeface="Noto Sans SC"/>
                <a:ea typeface="Noto Sans SC"/>
                <a:cs typeface="Noto Sans SC"/>
              </a:defRPr>
            </a:lvl1pPr>
            <a:lvl2pPr algn="l">
              <a:defRPr sz="1575" b="0">
                <a:solidFill>
                  <a:srgbClr val="46536A"/>
                </a:solidFill>
                <a:latin typeface="Noto Sans SC"/>
                <a:ea typeface="Noto Sans SC"/>
                <a:cs typeface="Noto Sans SC"/>
              </a:defRPr>
            </a:lvl2pPr>
            <a:lvl3pPr algn="l">
              <a:defRPr sz="1575" b="0">
                <a:solidFill>
                  <a:srgbClr val="46536A"/>
                </a:solidFill>
                <a:latin typeface="Noto Sans SC"/>
                <a:ea typeface="Noto Sans SC"/>
                <a:cs typeface="Noto Sans SC"/>
              </a:defRPr>
            </a:lvl3pPr>
            <a:lvl4pPr algn="l">
              <a:defRPr sz="1575" b="0">
                <a:solidFill>
                  <a:srgbClr val="46536A"/>
                </a:solidFill>
                <a:latin typeface="Noto Sans SC"/>
                <a:ea typeface="Noto Sans SC"/>
                <a:cs typeface="Noto Sans SC"/>
              </a:defRPr>
            </a:lvl4pPr>
            <a:lvl5pPr algn="l">
              <a:defRPr sz="1575" b="0">
                <a:solidFill>
                  <a:srgbClr val="46536A"/>
                </a:solidFill>
                <a:latin typeface="Noto Sans SC"/>
                <a:ea typeface="Noto Sans SC"/>
                <a:cs typeface="Noto Sans SC"/>
              </a:defRPr>
            </a:lvl5pPr>
            <a:lvl6pPr algn="l">
              <a:defRPr sz="1575" b="0">
                <a:solidFill>
                  <a:srgbClr val="46536A"/>
                </a:solidFill>
                <a:latin typeface="Noto Sans SC"/>
                <a:ea typeface="Noto Sans SC"/>
                <a:cs typeface="Noto Sans SC"/>
              </a:defRPr>
            </a:lvl6pPr>
            <a:lvl7pPr algn="l">
              <a:defRPr sz="1575" b="0">
                <a:solidFill>
                  <a:srgbClr val="46536A"/>
                </a:solidFill>
                <a:latin typeface="Noto Sans SC"/>
                <a:ea typeface="Noto Sans SC"/>
                <a:cs typeface="Noto Sans SC"/>
              </a:defRPr>
            </a:lvl7pPr>
            <a:lvl8pPr algn="l">
              <a:defRPr sz="1575" b="0">
                <a:solidFill>
                  <a:srgbClr val="46536A"/>
                </a:solidFill>
                <a:latin typeface="Noto Sans SC"/>
                <a:ea typeface="Noto Sans SC"/>
                <a:cs typeface="Noto Sans SC"/>
              </a:defRPr>
            </a:lvl8pPr>
            <a:lvl9pPr algn="l">
              <a:defRPr sz="1575" b="0">
                <a:solidFill>
                  <a:srgbClr val="46536A"/>
                </a:solidFill>
                <a:latin typeface="Noto Sans SC"/>
                <a:ea typeface="Noto Sans SC"/>
                <a:cs typeface="Noto Sans SC"/>
              </a:defRPr>
            </a:lvl9pPr>
          </a:lstStyle>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组件与路由耗时</a:t>
            </a:r>
          </a:p>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固定环境与仿真规模</a:t>
            </a:r>
          </a:p>
        </p:txBody>
      </p:sp>
      <p:sp>
        <p:nvSpPr>
          <p:cNvPr id="20" name="o19">
            <a:extLst xmlns:a="http://schemas.openxmlformats.org/drawingml/2006/main">
              <a:ext uri="{FF2B5EF4-FFF2-40B4-BE49-F238E27FC236}">
                <a16:creationId xmlns:a16="http://schemas.microsoft.com/office/drawing/2014/main" id="{E7878307-D145-4275-A349-991DC6C0922C}"/>
              </a:ext>
            </a:extLst>
          </p:cNvPr>
          <p:cNvSpPr>
            <a:spLocks xmlns:a="http://schemas.openxmlformats.org/drawingml/2006/main" noGrp="1"/>
          </p:cNvSpPr>
          <p:nvPr/>
        </p:nvSpPr>
        <p:spPr>
          <a:xfrm xmlns:a="http://schemas.openxmlformats.org/drawingml/2006/main">
            <a:off x="6267450" y="3667125"/>
            <a:ext cx="5314950" cy="1666875"/>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21" name="line-16">
            <a:extLst xmlns:a="http://schemas.openxmlformats.org/drawingml/2006/main">
              <a:ext uri="{FF2B5EF4-FFF2-40B4-BE49-F238E27FC236}">
                <a16:creationId xmlns:a16="http://schemas.microsoft.com/office/drawing/2014/main" id="{5B236A16-8B91-45D5-A92D-C27C67882D2D}"/>
              </a:ext>
            </a:extLst>
          </p:cNvPr>
          <p:cNvSpPr>
            <a:spLocks xmlns:a="http://schemas.openxmlformats.org/drawingml/2006/main" noGrp="1"/>
          </p:cNvSpPr>
          <p:nvPr/>
        </p:nvSpPr>
        <p:spPr>
          <a:xfrm xmlns:a="http://schemas.openxmlformats.org/drawingml/2006/main" flipV="0">
            <a:off x="6267450" y="3667125"/>
            <a:ext cx="5314950" cy="953"/>
          </a:xfrm>
          <a:prstGeom xmlns:a="http://schemas.openxmlformats.org/drawingml/2006/main" prst="line">
            <a:avLst/>
          </a:prstGeom>
          <a:noFill xmlns:a="http://schemas.openxmlformats.org/drawingml/2006/main"/>
          <a:ln xmlns:a="http://schemas.openxmlformats.org/drawingml/2006/main" w="28575">
            <a:solidFill>
              <a:srgbClr val="B85A1E"/>
            </a:solidFill>
            <a:prstDash val="solid"/>
          </a:ln>
        </p:spPr>
      </p:sp>
      <p:sp>
        <p:nvSpPr>
          <p:cNvPr id="22" name="o21">
            <a:extLst xmlns:a="http://schemas.openxmlformats.org/drawingml/2006/main">
              <a:ext uri="{FF2B5EF4-FFF2-40B4-BE49-F238E27FC236}">
                <a16:creationId xmlns:a16="http://schemas.microsoft.com/office/drawing/2014/main" id="{D1E3C4D2-122A-43C2-9E55-6A5E86207719}"/>
              </a:ext>
            </a:extLst>
          </p:cNvPr>
          <p:cNvSpPr>
            <a:spLocks xmlns:a="http://schemas.openxmlformats.org/drawingml/2006/main" noGrp="1"/>
          </p:cNvSpPr>
          <p:nvPr/>
        </p:nvSpPr>
        <p:spPr>
          <a:xfrm xmlns:a="http://schemas.openxmlformats.org/drawingml/2006/main">
            <a:off x="6419850" y="3762375"/>
            <a:ext cx="501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B85A1E"/>
                </a:solidFill>
                <a:latin typeface="Noto Sans SC"/>
                <a:ea typeface="Noto Sans SC"/>
                <a:cs typeface="Noto Sans SC"/>
              </a:defRPr>
            </a:defPPr>
            <a:lvl1pPr algn="l">
              <a:defRPr sz="1800" b="1">
                <a:solidFill>
                  <a:srgbClr val="B85A1E"/>
                </a:solidFill>
                <a:latin typeface="Noto Sans SC"/>
                <a:ea typeface="Noto Sans SC"/>
                <a:cs typeface="Noto Sans SC"/>
              </a:defRPr>
            </a:lvl1pPr>
            <a:lvl2pPr algn="l">
              <a:defRPr sz="1800" b="1">
                <a:solidFill>
                  <a:srgbClr val="B85A1E"/>
                </a:solidFill>
                <a:latin typeface="Noto Sans SC"/>
                <a:ea typeface="Noto Sans SC"/>
                <a:cs typeface="Noto Sans SC"/>
              </a:defRPr>
            </a:lvl2pPr>
            <a:lvl3pPr algn="l">
              <a:defRPr sz="1800" b="1">
                <a:solidFill>
                  <a:srgbClr val="B85A1E"/>
                </a:solidFill>
                <a:latin typeface="Noto Sans SC"/>
                <a:ea typeface="Noto Sans SC"/>
                <a:cs typeface="Noto Sans SC"/>
              </a:defRPr>
            </a:lvl3pPr>
            <a:lvl4pPr algn="l">
              <a:defRPr sz="1800" b="1">
                <a:solidFill>
                  <a:srgbClr val="B85A1E"/>
                </a:solidFill>
                <a:latin typeface="Noto Sans SC"/>
                <a:ea typeface="Noto Sans SC"/>
                <a:cs typeface="Noto Sans SC"/>
              </a:defRPr>
            </a:lvl4pPr>
            <a:lvl5pPr algn="l">
              <a:defRPr sz="1800" b="1">
                <a:solidFill>
                  <a:srgbClr val="B85A1E"/>
                </a:solidFill>
                <a:latin typeface="Noto Sans SC"/>
                <a:ea typeface="Noto Sans SC"/>
                <a:cs typeface="Noto Sans SC"/>
              </a:defRPr>
            </a:lvl5pPr>
            <a:lvl6pPr algn="l">
              <a:defRPr sz="1800" b="1">
                <a:solidFill>
                  <a:srgbClr val="B85A1E"/>
                </a:solidFill>
                <a:latin typeface="Noto Sans SC"/>
                <a:ea typeface="Noto Sans SC"/>
                <a:cs typeface="Noto Sans SC"/>
              </a:defRPr>
            </a:lvl6pPr>
            <a:lvl7pPr algn="l">
              <a:defRPr sz="1800" b="1">
                <a:solidFill>
                  <a:srgbClr val="B85A1E"/>
                </a:solidFill>
                <a:latin typeface="Noto Sans SC"/>
                <a:ea typeface="Noto Sans SC"/>
                <a:cs typeface="Noto Sans SC"/>
              </a:defRPr>
            </a:lvl7pPr>
            <a:lvl8pPr algn="l">
              <a:defRPr sz="1800" b="1">
                <a:solidFill>
                  <a:srgbClr val="B85A1E"/>
                </a:solidFill>
                <a:latin typeface="Noto Sans SC"/>
                <a:ea typeface="Noto Sans SC"/>
                <a:cs typeface="Noto Sans SC"/>
              </a:defRPr>
            </a:lvl8pPr>
            <a:lvl9pPr algn="l">
              <a:defRPr sz="1800" b="1">
                <a:solidFill>
                  <a:srgbClr val="B85A1E"/>
                </a:solidFill>
                <a:latin typeface="Noto Sans SC"/>
                <a:ea typeface="Noto Sans SC"/>
                <a:cs typeface="Noto Sans SC"/>
              </a:defRPr>
            </a:lvl9pPr>
          </a:lstStyle>
          <a:p xmlns:a="http://schemas.openxmlformats.org/drawingml/2006/main">
            <a:pPr algn="l">
              <a:defRPr sz="1800" b="1">
                <a:solidFill>
                  <a:srgbClr val="B85A1E"/>
                </a:solidFill>
                <a:latin typeface="Noto Sans SC"/>
                <a:ea typeface="Noto Sans SC"/>
                <a:cs typeface="Noto Sans SC"/>
              </a:defRPr>
            </a:pPr>
            <a:r>
              <a:rPr sz="1800" b="1">
                <a:solidFill>
                  <a:srgbClr val="B85A1E"/>
                </a:solidFill>
                <a:latin typeface="Noto Sans SC"/>
                <a:ea typeface="Noto Sans SC"/>
                <a:cs typeface="Noto Sans SC"/>
              </a:rPr>
              <a:t>独立效果</a:t>
            </a:r>
          </a:p>
        </p:txBody>
      </p:sp>
      <p:sp>
        <p:nvSpPr>
          <p:cNvPr id="23" name="o22">
            <a:extLst xmlns:a="http://schemas.openxmlformats.org/drawingml/2006/main">
              <a:ext uri="{FF2B5EF4-FFF2-40B4-BE49-F238E27FC236}">
                <a16:creationId xmlns:a16="http://schemas.microsoft.com/office/drawing/2014/main" id="{9E858F97-C297-4073-A36E-58C64EB5F48A}"/>
              </a:ext>
            </a:extLst>
          </p:cNvPr>
          <p:cNvSpPr>
            <a:spLocks xmlns:a="http://schemas.openxmlformats.org/drawingml/2006/main" noGrp="1"/>
          </p:cNvSpPr>
          <p:nvPr/>
        </p:nvSpPr>
        <p:spPr>
          <a:xfrm xmlns:a="http://schemas.openxmlformats.org/drawingml/2006/main">
            <a:off x="6419850" y="4219575"/>
            <a:ext cx="5010150" cy="1038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46536A"/>
                </a:solidFill>
                <a:latin typeface="Noto Sans SC"/>
                <a:ea typeface="Noto Sans SC"/>
                <a:cs typeface="Noto Sans SC"/>
              </a:defRPr>
            </a:defPPr>
            <a:lvl1pPr algn="l">
              <a:defRPr sz="1575" b="0">
                <a:solidFill>
                  <a:srgbClr val="46536A"/>
                </a:solidFill>
                <a:latin typeface="Noto Sans SC"/>
                <a:ea typeface="Noto Sans SC"/>
                <a:cs typeface="Noto Sans SC"/>
              </a:defRPr>
            </a:lvl1pPr>
            <a:lvl2pPr algn="l">
              <a:defRPr sz="1575" b="0">
                <a:solidFill>
                  <a:srgbClr val="46536A"/>
                </a:solidFill>
                <a:latin typeface="Noto Sans SC"/>
                <a:ea typeface="Noto Sans SC"/>
                <a:cs typeface="Noto Sans SC"/>
              </a:defRPr>
            </a:lvl2pPr>
            <a:lvl3pPr algn="l">
              <a:defRPr sz="1575" b="0">
                <a:solidFill>
                  <a:srgbClr val="46536A"/>
                </a:solidFill>
                <a:latin typeface="Noto Sans SC"/>
                <a:ea typeface="Noto Sans SC"/>
                <a:cs typeface="Noto Sans SC"/>
              </a:defRPr>
            </a:lvl3pPr>
            <a:lvl4pPr algn="l">
              <a:defRPr sz="1575" b="0">
                <a:solidFill>
                  <a:srgbClr val="46536A"/>
                </a:solidFill>
                <a:latin typeface="Noto Sans SC"/>
                <a:ea typeface="Noto Sans SC"/>
                <a:cs typeface="Noto Sans SC"/>
              </a:defRPr>
            </a:lvl4pPr>
            <a:lvl5pPr algn="l">
              <a:defRPr sz="1575" b="0">
                <a:solidFill>
                  <a:srgbClr val="46536A"/>
                </a:solidFill>
                <a:latin typeface="Noto Sans SC"/>
                <a:ea typeface="Noto Sans SC"/>
                <a:cs typeface="Noto Sans SC"/>
              </a:defRPr>
            </a:lvl5pPr>
            <a:lvl6pPr algn="l">
              <a:defRPr sz="1575" b="0">
                <a:solidFill>
                  <a:srgbClr val="46536A"/>
                </a:solidFill>
                <a:latin typeface="Noto Sans SC"/>
                <a:ea typeface="Noto Sans SC"/>
                <a:cs typeface="Noto Sans SC"/>
              </a:defRPr>
            </a:lvl6pPr>
            <a:lvl7pPr algn="l">
              <a:defRPr sz="1575" b="0">
                <a:solidFill>
                  <a:srgbClr val="46536A"/>
                </a:solidFill>
                <a:latin typeface="Noto Sans SC"/>
                <a:ea typeface="Noto Sans SC"/>
                <a:cs typeface="Noto Sans SC"/>
              </a:defRPr>
            </a:lvl7pPr>
            <a:lvl8pPr algn="l">
              <a:defRPr sz="1575" b="0">
                <a:solidFill>
                  <a:srgbClr val="46536A"/>
                </a:solidFill>
                <a:latin typeface="Noto Sans SC"/>
                <a:ea typeface="Noto Sans SC"/>
                <a:cs typeface="Noto Sans SC"/>
              </a:defRPr>
            </a:lvl8pPr>
            <a:lvl9pPr algn="l">
              <a:defRPr sz="1575" b="0">
                <a:solidFill>
                  <a:srgbClr val="46536A"/>
                </a:solidFill>
                <a:latin typeface="Noto Sans SC"/>
                <a:ea typeface="Noto Sans SC"/>
                <a:cs typeface="Noto Sans SC"/>
              </a:defRPr>
            </a:lvl9pPr>
          </a:lstStyle>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聚类、队形、意图与时间误差</a:t>
            </a:r>
          </a:p>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真实标注、校准和泛化待补</a:t>
            </a:r>
          </a:p>
        </p:txBody>
      </p:sp>
    </p:spTree>
    <p:extLst>
      <p:ext uri="{BB962C8B-B14F-4D97-AF65-F5344CB8AC3E}">
        <p14:creationId xmlns:p14="http://schemas.microsoft.com/office/powerpoint/2010/main" val="1731462781"/>
      </p:ext>
    </p:extLst>
  </p:cSld>
</p:sld>
</file>

<file path=ppt/slides/slide30.xml><?xml version="1.0" encoding="utf-8"?>
<p:sld xmlns:p="http://schemas.openxmlformats.org/presentationml/2006/main">
  <p:cSld>
    <p:bg>
      <p:bgPr>
        <a:solidFill xmlns:a="http://schemas.openxmlformats.org/drawingml/2006/main">
          <a:srgbClr val="ECEFF1"/>
        </a:solidFill>
      </p:bgPr>
    </p:bg>
    <p:spTree>
      <p:nvGrpSpPr>
        <p:cNvPr id="1" name=""/>
        <p:cNvGrpSpPr/>
        <p:nvPr/>
      </p:nvGrpSpPr>
      <p:grpSpPr>
        <a:xfrm xmlns:a="http://schemas.openxmlformats.org/drawingml/2006/main"/>
      </p:grpSpPr>
      <p:sp>
        <p:nvSpPr>
          <p:cNvPr id="25" name="o0">
            <a:extLst xmlns:a="http://schemas.openxmlformats.org/drawingml/2006/main">
              <a:ext uri="{FF2B5EF4-FFF2-40B4-BE49-F238E27FC236}">
                <a16:creationId xmlns:a16="http://schemas.microsoft.com/office/drawing/2014/main" id="{3D19AC91-9AD0-4BF1-9759-3FCA967076E2}"/>
              </a:ext>
            </a:extLst>
          </p:cNvPr>
          <p:cNvSpPr>
            <a:spLocks xmlns:a="http://schemas.openxmlformats.org/drawingml/2006/main" noGrp="1"/>
          </p:cNvSpPr>
          <p:nvPr/>
        </p:nvSpPr>
        <p:spPr>
          <a:xfrm xmlns:a="http://schemas.openxmlformats.org/drawingml/2006/main">
            <a:off x="609600" y="219075"/>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B85A1E"/>
                </a:solidFill>
                <a:latin typeface="Noto Sans SC"/>
                <a:ea typeface="Noto Sans SC"/>
                <a:cs typeface="Noto Sans SC"/>
              </a:defRPr>
            </a:defPPr>
            <a:lvl1pPr algn="l">
              <a:defRPr sz="1275" b="1">
                <a:solidFill>
                  <a:srgbClr val="B85A1E"/>
                </a:solidFill>
                <a:latin typeface="Noto Sans SC"/>
                <a:ea typeface="Noto Sans SC"/>
                <a:cs typeface="Noto Sans SC"/>
              </a:defRPr>
            </a:lvl1pPr>
            <a:lvl2pPr algn="l">
              <a:defRPr sz="1275" b="1">
                <a:solidFill>
                  <a:srgbClr val="B85A1E"/>
                </a:solidFill>
                <a:latin typeface="Noto Sans SC"/>
                <a:ea typeface="Noto Sans SC"/>
                <a:cs typeface="Noto Sans SC"/>
              </a:defRPr>
            </a:lvl2pPr>
            <a:lvl3pPr algn="l">
              <a:defRPr sz="1275" b="1">
                <a:solidFill>
                  <a:srgbClr val="B85A1E"/>
                </a:solidFill>
                <a:latin typeface="Noto Sans SC"/>
                <a:ea typeface="Noto Sans SC"/>
                <a:cs typeface="Noto Sans SC"/>
              </a:defRPr>
            </a:lvl3pPr>
            <a:lvl4pPr algn="l">
              <a:defRPr sz="1275" b="1">
                <a:solidFill>
                  <a:srgbClr val="B85A1E"/>
                </a:solidFill>
                <a:latin typeface="Noto Sans SC"/>
                <a:ea typeface="Noto Sans SC"/>
                <a:cs typeface="Noto Sans SC"/>
              </a:defRPr>
            </a:lvl4pPr>
            <a:lvl5pPr algn="l">
              <a:defRPr sz="1275" b="1">
                <a:solidFill>
                  <a:srgbClr val="B85A1E"/>
                </a:solidFill>
                <a:latin typeface="Noto Sans SC"/>
                <a:ea typeface="Noto Sans SC"/>
                <a:cs typeface="Noto Sans SC"/>
              </a:defRPr>
            </a:lvl5pPr>
            <a:lvl6pPr algn="l">
              <a:defRPr sz="1275" b="1">
                <a:solidFill>
                  <a:srgbClr val="B85A1E"/>
                </a:solidFill>
                <a:latin typeface="Noto Sans SC"/>
                <a:ea typeface="Noto Sans SC"/>
                <a:cs typeface="Noto Sans SC"/>
              </a:defRPr>
            </a:lvl6pPr>
            <a:lvl7pPr algn="l">
              <a:defRPr sz="1275" b="1">
                <a:solidFill>
                  <a:srgbClr val="B85A1E"/>
                </a:solidFill>
                <a:latin typeface="Noto Sans SC"/>
                <a:ea typeface="Noto Sans SC"/>
                <a:cs typeface="Noto Sans SC"/>
              </a:defRPr>
            </a:lvl7pPr>
            <a:lvl8pPr algn="l">
              <a:defRPr sz="1275" b="1">
                <a:solidFill>
                  <a:srgbClr val="B85A1E"/>
                </a:solidFill>
                <a:latin typeface="Noto Sans SC"/>
                <a:ea typeface="Noto Sans SC"/>
                <a:cs typeface="Noto Sans SC"/>
              </a:defRPr>
            </a:lvl8pPr>
            <a:lvl9pPr algn="l">
              <a:defRPr sz="1275" b="1">
                <a:solidFill>
                  <a:srgbClr val="B85A1E"/>
                </a:solidFill>
                <a:latin typeface="Noto Sans SC"/>
                <a:ea typeface="Noto Sans SC"/>
                <a:cs typeface="Noto Sans SC"/>
              </a:defRPr>
            </a:lvl9pPr>
          </a:lstStyle>
          <a:p xmlns:a="http://schemas.openxmlformats.org/drawingml/2006/main">
            <a:pPr algn="l">
              <a:defRPr sz="1275" b="1">
                <a:solidFill>
                  <a:srgbClr val="B85A1E"/>
                </a:solidFill>
                <a:latin typeface="Noto Sans SC"/>
                <a:ea typeface="Noto Sans SC"/>
                <a:cs typeface="Noto Sans SC"/>
              </a:defRPr>
            </a:pPr>
            <a:r>
              <a:rPr sz="1275" b="1">
                <a:solidFill>
                  <a:srgbClr val="B85A1E"/>
                </a:solidFill>
                <a:latin typeface="Noto Sans SC"/>
                <a:ea typeface="Noto Sans SC"/>
                <a:cs typeface="Noto Sans SC"/>
              </a:rPr>
              <a:t>结语 · 当前进展与下一阶段</a:t>
            </a:r>
          </a:p>
        </p:txBody>
      </p:sp>
      <p:sp>
        <p:nvSpPr>
          <p:cNvPr id="2" name="o1">
            <a:extLst xmlns:a="http://schemas.openxmlformats.org/drawingml/2006/main">
              <a:ext uri="{FF2B5EF4-FFF2-40B4-BE49-F238E27FC236}">
                <a16:creationId xmlns:a16="http://schemas.microsoft.com/office/drawing/2014/main" id="{5332513C-B086-42F3-A0BF-CA68F36565FD}"/>
              </a:ext>
            </a:extLst>
          </p:cNvPr>
          <p:cNvSpPr>
            <a:spLocks xmlns:a="http://schemas.openxmlformats.org/drawingml/2006/main" noGrp="1"/>
          </p:cNvSpPr>
          <p:nvPr/>
        </p:nvSpPr>
        <p:spPr>
          <a:xfrm xmlns:a="http://schemas.openxmlformats.org/drawingml/2006/main">
            <a:off x="609600" y="6000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700" b="1">
                <a:solidFill>
                  <a:srgbClr val="16243A"/>
                </a:solidFill>
                <a:latin typeface="Noto Serif SC"/>
                <a:ea typeface="Noto Serif SC"/>
                <a:cs typeface="Noto Serif SC"/>
              </a:defRPr>
            </a:defPPr>
            <a:lvl1pPr algn="l">
              <a:defRPr sz="2700" b="1">
                <a:solidFill>
                  <a:srgbClr val="16243A"/>
                </a:solidFill>
                <a:latin typeface="Noto Serif SC"/>
                <a:ea typeface="Noto Serif SC"/>
                <a:cs typeface="Noto Serif SC"/>
              </a:defRPr>
            </a:lvl1pPr>
            <a:lvl2pPr algn="l">
              <a:defRPr sz="2700" b="1">
                <a:solidFill>
                  <a:srgbClr val="16243A"/>
                </a:solidFill>
                <a:latin typeface="Noto Serif SC"/>
                <a:ea typeface="Noto Serif SC"/>
                <a:cs typeface="Noto Serif SC"/>
              </a:defRPr>
            </a:lvl2pPr>
            <a:lvl3pPr algn="l">
              <a:defRPr sz="2700" b="1">
                <a:solidFill>
                  <a:srgbClr val="16243A"/>
                </a:solidFill>
                <a:latin typeface="Noto Serif SC"/>
                <a:ea typeface="Noto Serif SC"/>
                <a:cs typeface="Noto Serif SC"/>
              </a:defRPr>
            </a:lvl3pPr>
            <a:lvl4pPr algn="l">
              <a:defRPr sz="2700" b="1">
                <a:solidFill>
                  <a:srgbClr val="16243A"/>
                </a:solidFill>
                <a:latin typeface="Noto Serif SC"/>
                <a:ea typeface="Noto Serif SC"/>
                <a:cs typeface="Noto Serif SC"/>
              </a:defRPr>
            </a:lvl4pPr>
            <a:lvl5pPr algn="l">
              <a:defRPr sz="2700" b="1">
                <a:solidFill>
                  <a:srgbClr val="16243A"/>
                </a:solidFill>
                <a:latin typeface="Noto Serif SC"/>
                <a:ea typeface="Noto Serif SC"/>
                <a:cs typeface="Noto Serif SC"/>
              </a:defRPr>
            </a:lvl5pPr>
            <a:lvl6pPr algn="l">
              <a:defRPr sz="2700" b="1">
                <a:solidFill>
                  <a:srgbClr val="16243A"/>
                </a:solidFill>
                <a:latin typeface="Noto Serif SC"/>
                <a:ea typeface="Noto Serif SC"/>
                <a:cs typeface="Noto Serif SC"/>
              </a:defRPr>
            </a:lvl6pPr>
            <a:lvl7pPr algn="l">
              <a:defRPr sz="2700" b="1">
                <a:solidFill>
                  <a:srgbClr val="16243A"/>
                </a:solidFill>
                <a:latin typeface="Noto Serif SC"/>
                <a:ea typeface="Noto Serif SC"/>
                <a:cs typeface="Noto Serif SC"/>
              </a:defRPr>
            </a:lvl7pPr>
            <a:lvl8pPr algn="l">
              <a:defRPr sz="2700" b="1">
                <a:solidFill>
                  <a:srgbClr val="16243A"/>
                </a:solidFill>
                <a:latin typeface="Noto Serif SC"/>
                <a:ea typeface="Noto Serif SC"/>
                <a:cs typeface="Noto Serif SC"/>
              </a:defRPr>
            </a:lvl8pPr>
            <a:lvl9pPr algn="l">
              <a:defRPr sz="2700" b="1">
                <a:solidFill>
                  <a:srgbClr val="16243A"/>
                </a:solidFill>
                <a:latin typeface="Noto Serif SC"/>
                <a:ea typeface="Noto Serif SC"/>
                <a:cs typeface="Noto Serif SC"/>
              </a:defRPr>
            </a:lvl9pPr>
          </a:lstStyle>
          <a:p xmlns:a="http://schemas.openxmlformats.org/drawingml/2006/main">
            <a:pPr algn="l">
              <a:defRPr sz="2700" b="1">
                <a:solidFill>
                  <a:srgbClr val="16243A"/>
                </a:solidFill>
                <a:latin typeface="Noto Serif SC"/>
                <a:ea typeface="Noto Serif SC"/>
                <a:cs typeface="Noto Serif SC"/>
              </a:defRPr>
            </a:pPr>
            <a:r>
              <a:rPr sz="2700" b="1">
                <a:solidFill>
                  <a:srgbClr val="16243A"/>
                </a:solidFill>
                <a:latin typeface="Noto Serif SC"/>
                <a:ea typeface="Noto Serif SC"/>
                <a:cs typeface="Noto Serif SC"/>
              </a:rPr>
              <a:t>阶段贡献覆盖输入组织、算法组合与可追溯验证</a:t>
            </a:r>
          </a:p>
        </p:txBody>
      </p:sp>
      <p:sp>
        <p:nvSpPr>
          <p:cNvPr id="3" name="line-2">
            <a:extLst xmlns:a="http://schemas.openxmlformats.org/drawingml/2006/main">
              <a:ext uri="{FF2B5EF4-FFF2-40B4-BE49-F238E27FC236}">
                <a16:creationId xmlns:a16="http://schemas.microsoft.com/office/drawing/2014/main" id="{3E952002-9F71-408A-8566-F7D87E21A4DD}"/>
              </a:ext>
            </a:extLst>
          </p:cNvPr>
          <p:cNvSpPr>
            <a:spLocks xmlns:a="http://schemas.openxmlformats.org/drawingml/2006/main" noGrp="1"/>
          </p:cNvSpPr>
          <p:nvPr/>
        </p:nvSpPr>
        <p:spPr>
          <a:xfrm xmlns:a="http://schemas.openxmlformats.org/drawingml/2006/main" flipV="0">
            <a:off x="609600" y="1200150"/>
            <a:ext cx="10972800" cy="953"/>
          </a:xfrm>
          <a:prstGeom xmlns:a="http://schemas.openxmlformats.org/drawingml/2006/main" prst="line">
            <a:avLst/>
          </a:prstGeom>
          <a:noFill xmlns:a="http://schemas.openxmlformats.org/drawingml/2006/main"/>
          <a:ln xmlns:a="http://schemas.openxmlformats.org/drawingml/2006/main" w="14288">
            <a:solidFill>
              <a:srgbClr val="D5DAE0"/>
            </a:solidFill>
            <a:prstDash val="solid"/>
          </a:ln>
        </p:spPr>
      </p:sp>
      <p:sp>
        <p:nvSpPr>
          <p:cNvPr id="4" name="o3">
            <a:extLst xmlns:a="http://schemas.openxmlformats.org/drawingml/2006/main">
              <a:ext uri="{FF2B5EF4-FFF2-40B4-BE49-F238E27FC236}">
                <a16:creationId xmlns:a16="http://schemas.microsoft.com/office/drawing/2014/main" id="{3CC57A6B-477C-49A9-B710-953C22AE6371}"/>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00" b="0">
                <a:solidFill>
                  <a:srgbClr val="6B7689"/>
                </a:solidFill>
                <a:latin typeface="Noto Sans SC"/>
                <a:ea typeface="Noto Sans SC"/>
                <a:cs typeface="Noto Sans SC"/>
              </a:defRPr>
            </a:defPPr>
            <a:lvl1pPr algn="l">
              <a:defRPr sz="900" b="0">
                <a:solidFill>
                  <a:srgbClr val="6B7689"/>
                </a:solidFill>
                <a:latin typeface="Noto Sans SC"/>
                <a:ea typeface="Noto Sans SC"/>
                <a:cs typeface="Noto Sans SC"/>
              </a:defRPr>
            </a:lvl1pPr>
            <a:lvl2pPr algn="l">
              <a:defRPr sz="900" b="0">
                <a:solidFill>
                  <a:srgbClr val="6B7689"/>
                </a:solidFill>
                <a:latin typeface="Noto Sans SC"/>
                <a:ea typeface="Noto Sans SC"/>
                <a:cs typeface="Noto Sans SC"/>
              </a:defRPr>
            </a:lvl2pPr>
            <a:lvl3pPr algn="l">
              <a:defRPr sz="900" b="0">
                <a:solidFill>
                  <a:srgbClr val="6B7689"/>
                </a:solidFill>
                <a:latin typeface="Noto Sans SC"/>
                <a:ea typeface="Noto Sans SC"/>
                <a:cs typeface="Noto Sans SC"/>
              </a:defRPr>
            </a:lvl3pPr>
            <a:lvl4pPr algn="l">
              <a:defRPr sz="900" b="0">
                <a:solidFill>
                  <a:srgbClr val="6B7689"/>
                </a:solidFill>
                <a:latin typeface="Noto Sans SC"/>
                <a:ea typeface="Noto Sans SC"/>
                <a:cs typeface="Noto Sans SC"/>
              </a:defRPr>
            </a:lvl4pPr>
            <a:lvl5pPr algn="l">
              <a:defRPr sz="900" b="0">
                <a:solidFill>
                  <a:srgbClr val="6B7689"/>
                </a:solidFill>
                <a:latin typeface="Noto Sans SC"/>
                <a:ea typeface="Noto Sans SC"/>
                <a:cs typeface="Noto Sans SC"/>
              </a:defRPr>
            </a:lvl5pPr>
            <a:lvl6pPr algn="l">
              <a:defRPr sz="900" b="0">
                <a:solidFill>
                  <a:srgbClr val="6B7689"/>
                </a:solidFill>
                <a:latin typeface="Noto Sans SC"/>
                <a:ea typeface="Noto Sans SC"/>
                <a:cs typeface="Noto Sans SC"/>
              </a:defRPr>
            </a:lvl6pPr>
            <a:lvl7pPr algn="l">
              <a:defRPr sz="900" b="0">
                <a:solidFill>
                  <a:srgbClr val="6B7689"/>
                </a:solidFill>
                <a:latin typeface="Noto Sans SC"/>
                <a:ea typeface="Noto Sans SC"/>
                <a:cs typeface="Noto Sans SC"/>
              </a:defRPr>
            </a:lvl7pPr>
            <a:lvl8pPr algn="l">
              <a:defRPr sz="900" b="0">
                <a:solidFill>
                  <a:srgbClr val="6B7689"/>
                </a:solidFill>
                <a:latin typeface="Noto Sans SC"/>
                <a:ea typeface="Noto Sans SC"/>
                <a:cs typeface="Noto Sans SC"/>
              </a:defRPr>
            </a:lvl8pPr>
            <a:lvl9pPr algn="l">
              <a:defRPr sz="900" b="0">
                <a:solidFill>
                  <a:srgbClr val="6B7689"/>
                </a:solidFill>
                <a:latin typeface="Noto Sans SC"/>
                <a:ea typeface="Noto Sans SC"/>
                <a:cs typeface="Noto Sans SC"/>
              </a:defRPr>
            </a:lvl9pPr>
          </a:lstStyle>
          <a:p xmlns:a="http://schemas.openxmlformats.org/drawingml/2006/main">
            <a:pPr algn="l">
              <a:defRPr sz="900" b="0">
                <a:solidFill>
                  <a:srgbClr val="6B7689"/>
                </a:solidFill>
                <a:latin typeface="Noto Sans SC"/>
                <a:ea typeface="Noto Sans SC"/>
                <a:cs typeface="Noto Sans SC"/>
              </a:defRPr>
            </a:pPr>
            <a:r>
              <a:rPr sz="900" b="0">
                <a:solidFill>
                  <a:srgbClr val="6B7689"/>
                </a:solidFill>
                <a:latin typeface="Noto Sans SC"/>
                <a:ea typeface="Noto Sans SC"/>
                <a:cs typeface="Noto Sans SC"/>
              </a:rPr>
              <a:t>project_reference §13；本文对应代码与证据索引</a:t>
            </a:r>
          </a:p>
        </p:txBody>
      </p:sp>
      <p:sp>
        <p:nvSpPr>
          <p:cNvPr id="5" name="o4">
            <a:extLst xmlns:a="http://schemas.openxmlformats.org/drawingml/2006/main">
              <a:ext uri="{FF2B5EF4-FFF2-40B4-BE49-F238E27FC236}">
                <a16:creationId xmlns:a16="http://schemas.microsoft.com/office/drawing/2014/main" id="{62DCB74E-09A8-40C6-A4E5-7C440CB59A1F}"/>
              </a:ext>
            </a:extLst>
          </p:cNvPr>
          <p:cNvSpPr>
            <a:spLocks xmlns:a="http://schemas.openxmlformats.org/drawingml/2006/main" noGrp="1"/>
          </p:cNvSpPr>
          <p:nvPr/>
        </p:nvSpPr>
        <p:spPr>
          <a:xfrm xmlns:a="http://schemas.openxmlformats.org/drawingml/2006/main">
            <a:off x="10896600" y="6505575"/>
            <a:ext cx="68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6B7689"/>
                </a:solidFill>
                <a:latin typeface="Noto Sans SC"/>
                <a:ea typeface="Noto Sans SC"/>
                <a:cs typeface="Noto Sans SC"/>
              </a:defRPr>
            </a:defPPr>
            <a:lvl1pPr algn="r">
              <a:defRPr sz="1200" b="0">
                <a:solidFill>
                  <a:srgbClr val="6B7689"/>
                </a:solidFill>
                <a:latin typeface="Noto Sans SC"/>
                <a:ea typeface="Noto Sans SC"/>
                <a:cs typeface="Noto Sans SC"/>
              </a:defRPr>
            </a:lvl1pPr>
            <a:lvl2pPr algn="r">
              <a:defRPr sz="1200" b="0">
                <a:solidFill>
                  <a:srgbClr val="6B7689"/>
                </a:solidFill>
                <a:latin typeface="Noto Sans SC"/>
                <a:ea typeface="Noto Sans SC"/>
                <a:cs typeface="Noto Sans SC"/>
              </a:defRPr>
            </a:lvl2pPr>
            <a:lvl3pPr algn="r">
              <a:defRPr sz="1200" b="0">
                <a:solidFill>
                  <a:srgbClr val="6B7689"/>
                </a:solidFill>
                <a:latin typeface="Noto Sans SC"/>
                <a:ea typeface="Noto Sans SC"/>
                <a:cs typeface="Noto Sans SC"/>
              </a:defRPr>
            </a:lvl3pPr>
            <a:lvl4pPr algn="r">
              <a:defRPr sz="1200" b="0">
                <a:solidFill>
                  <a:srgbClr val="6B7689"/>
                </a:solidFill>
                <a:latin typeface="Noto Sans SC"/>
                <a:ea typeface="Noto Sans SC"/>
                <a:cs typeface="Noto Sans SC"/>
              </a:defRPr>
            </a:lvl4pPr>
            <a:lvl5pPr algn="r">
              <a:defRPr sz="1200" b="0">
                <a:solidFill>
                  <a:srgbClr val="6B7689"/>
                </a:solidFill>
                <a:latin typeface="Noto Sans SC"/>
                <a:ea typeface="Noto Sans SC"/>
                <a:cs typeface="Noto Sans SC"/>
              </a:defRPr>
            </a:lvl5pPr>
            <a:lvl6pPr algn="r">
              <a:defRPr sz="1200" b="0">
                <a:solidFill>
                  <a:srgbClr val="6B7689"/>
                </a:solidFill>
                <a:latin typeface="Noto Sans SC"/>
                <a:ea typeface="Noto Sans SC"/>
                <a:cs typeface="Noto Sans SC"/>
              </a:defRPr>
            </a:lvl6pPr>
            <a:lvl7pPr algn="r">
              <a:defRPr sz="1200" b="0">
                <a:solidFill>
                  <a:srgbClr val="6B7689"/>
                </a:solidFill>
                <a:latin typeface="Noto Sans SC"/>
                <a:ea typeface="Noto Sans SC"/>
                <a:cs typeface="Noto Sans SC"/>
              </a:defRPr>
            </a:lvl7pPr>
            <a:lvl8pPr algn="r">
              <a:defRPr sz="1200" b="0">
                <a:solidFill>
                  <a:srgbClr val="6B7689"/>
                </a:solidFill>
                <a:latin typeface="Noto Sans SC"/>
                <a:ea typeface="Noto Sans SC"/>
                <a:cs typeface="Noto Sans SC"/>
              </a:defRPr>
            </a:lvl8pPr>
            <a:lvl9pPr algn="r">
              <a:defRPr sz="1200" b="0">
                <a:solidFill>
                  <a:srgbClr val="6B7689"/>
                </a:solidFill>
                <a:latin typeface="Noto Sans SC"/>
                <a:ea typeface="Noto Sans SC"/>
                <a:cs typeface="Noto Sans SC"/>
              </a:defRPr>
            </a:lvl9pPr>
          </a:lstStyle>
          <a:p xmlns:a="http://schemas.openxmlformats.org/drawingml/2006/main">
            <a:pPr algn="r">
              <a:defRPr sz="1200" b="0">
                <a:solidFill>
                  <a:srgbClr val="6B7689"/>
                </a:solidFill>
                <a:latin typeface="Noto Sans SC"/>
                <a:ea typeface="Noto Sans SC"/>
                <a:cs typeface="Noto Sans SC"/>
              </a:defRPr>
            </a:pPr>
            <a:r>
              <a:rPr sz="1200" b="0">
                <a:solidFill>
                  <a:srgbClr val="6B7689"/>
                </a:solidFill>
                <a:latin typeface="Noto Sans SC"/>
                <a:ea typeface="Noto Sans SC"/>
                <a:cs typeface="Noto Sans SC"/>
              </a:rPr>
              <a:t>30 / 39</a:t>
            </a:r>
          </a:p>
        </p:txBody>
      </p:sp>
      <p:sp>
        <p:nvSpPr>
          <p:cNvPr id="6" name="o5">
            <a:extLst xmlns:a="http://schemas.openxmlformats.org/drawingml/2006/main">
              <a:ext uri="{FF2B5EF4-FFF2-40B4-BE49-F238E27FC236}">
                <a16:creationId xmlns:a16="http://schemas.microsoft.com/office/drawing/2014/main" id="{E12A0489-3888-4EA7-92EA-AF85EA89D746}"/>
              </a:ext>
            </a:extLst>
          </p:cNvPr>
          <p:cNvSpPr>
            <a:spLocks xmlns:a="http://schemas.openxmlformats.org/drawingml/2006/main" noGrp="1"/>
          </p:cNvSpPr>
          <p:nvPr/>
        </p:nvSpPr>
        <p:spPr>
          <a:xfrm xmlns:a="http://schemas.openxmlformats.org/drawingml/2006/main">
            <a:off x="609600" y="5981700"/>
            <a:ext cx="10972800" cy="428625"/>
          </a:xfrm>
          <a:prstGeom xmlns:a="http://schemas.openxmlformats.org/drawingml/2006/main" prst="roundRect">
            <a:avLst>
              <a:gd name="adj" fmla="val 17778"/>
            </a:avLst>
          </a:prstGeom>
          <a:solidFill xmlns:a="http://schemas.openxmlformats.org/drawingml/2006/main">
            <a:srgbClr val="D6E6E5"/>
          </a:solidFill>
          <a:ln xmlns:a="http://schemas.openxmlformats.org/drawingml/2006/main" w="0">
            <a:noFill/>
            <a:prstDash val="solid"/>
          </a:ln>
        </p:spPr>
      </p:sp>
      <p:sp>
        <p:nvSpPr>
          <p:cNvPr id="7" name="o6">
            <a:extLst xmlns:a="http://schemas.openxmlformats.org/drawingml/2006/main">
              <a:ext uri="{FF2B5EF4-FFF2-40B4-BE49-F238E27FC236}">
                <a16:creationId xmlns:a16="http://schemas.microsoft.com/office/drawing/2014/main" id="{F052974F-689C-49E1-ACFA-842581884A29}"/>
              </a:ext>
            </a:extLst>
          </p:cNvPr>
          <p:cNvSpPr>
            <a:spLocks xmlns:a="http://schemas.openxmlformats.org/drawingml/2006/main" noGrp="1"/>
          </p:cNvSpPr>
          <p:nvPr/>
        </p:nvSpPr>
        <p:spPr>
          <a:xfrm xmlns:a="http://schemas.openxmlformats.org/drawingml/2006/main">
            <a:off x="781050" y="6029325"/>
            <a:ext cx="10629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75" b="1">
                <a:solidFill>
                  <a:srgbClr val="0F6E73"/>
                </a:solidFill>
                <a:latin typeface="Noto Sans SC"/>
                <a:ea typeface="Noto Sans SC"/>
                <a:cs typeface="Noto Sans SC"/>
              </a:defRPr>
            </a:defPPr>
            <a:lvl1pPr algn="l">
              <a:defRPr sz="1575" b="1">
                <a:solidFill>
                  <a:srgbClr val="0F6E73"/>
                </a:solidFill>
                <a:latin typeface="Noto Sans SC"/>
                <a:ea typeface="Noto Sans SC"/>
                <a:cs typeface="Noto Sans SC"/>
              </a:defRPr>
            </a:lvl1pPr>
            <a:lvl2pPr algn="l">
              <a:defRPr sz="1575" b="1">
                <a:solidFill>
                  <a:srgbClr val="0F6E73"/>
                </a:solidFill>
                <a:latin typeface="Noto Sans SC"/>
                <a:ea typeface="Noto Sans SC"/>
                <a:cs typeface="Noto Sans SC"/>
              </a:defRPr>
            </a:lvl2pPr>
            <a:lvl3pPr algn="l">
              <a:defRPr sz="1575" b="1">
                <a:solidFill>
                  <a:srgbClr val="0F6E73"/>
                </a:solidFill>
                <a:latin typeface="Noto Sans SC"/>
                <a:ea typeface="Noto Sans SC"/>
                <a:cs typeface="Noto Sans SC"/>
              </a:defRPr>
            </a:lvl3pPr>
            <a:lvl4pPr algn="l">
              <a:defRPr sz="1575" b="1">
                <a:solidFill>
                  <a:srgbClr val="0F6E73"/>
                </a:solidFill>
                <a:latin typeface="Noto Sans SC"/>
                <a:ea typeface="Noto Sans SC"/>
                <a:cs typeface="Noto Sans SC"/>
              </a:defRPr>
            </a:lvl4pPr>
            <a:lvl5pPr algn="l">
              <a:defRPr sz="1575" b="1">
                <a:solidFill>
                  <a:srgbClr val="0F6E73"/>
                </a:solidFill>
                <a:latin typeface="Noto Sans SC"/>
                <a:ea typeface="Noto Sans SC"/>
                <a:cs typeface="Noto Sans SC"/>
              </a:defRPr>
            </a:lvl5pPr>
            <a:lvl6pPr algn="l">
              <a:defRPr sz="1575" b="1">
                <a:solidFill>
                  <a:srgbClr val="0F6E73"/>
                </a:solidFill>
                <a:latin typeface="Noto Sans SC"/>
                <a:ea typeface="Noto Sans SC"/>
                <a:cs typeface="Noto Sans SC"/>
              </a:defRPr>
            </a:lvl6pPr>
            <a:lvl7pPr algn="l">
              <a:defRPr sz="1575" b="1">
                <a:solidFill>
                  <a:srgbClr val="0F6E73"/>
                </a:solidFill>
                <a:latin typeface="Noto Sans SC"/>
                <a:ea typeface="Noto Sans SC"/>
                <a:cs typeface="Noto Sans SC"/>
              </a:defRPr>
            </a:lvl7pPr>
            <a:lvl8pPr algn="l">
              <a:defRPr sz="1575" b="1">
                <a:solidFill>
                  <a:srgbClr val="0F6E73"/>
                </a:solidFill>
                <a:latin typeface="Noto Sans SC"/>
                <a:ea typeface="Noto Sans SC"/>
                <a:cs typeface="Noto Sans SC"/>
              </a:defRPr>
            </a:lvl8pPr>
            <a:lvl9pPr algn="l">
              <a:defRPr sz="1575" b="1">
                <a:solidFill>
                  <a:srgbClr val="0F6E73"/>
                </a:solidFill>
                <a:latin typeface="Noto Sans SC"/>
                <a:ea typeface="Noto Sans SC"/>
                <a:cs typeface="Noto Sans SC"/>
              </a:defRPr>
            </a:lvl9pPr>
          </a:lstStyle>
          <a:p xmlns:a="http://schemas.openxmlformats.org/drawingml/2006/main">
            <a:pPr algn="l">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下一阶段优先补齐独立效果与部署条件验证，再讨论实际业务验收。</a:t>
            </a:r>
          </a:p>
        </p:txBody>
      </p:sp>
      <p:sp>
        <p:nvSpPr>
          <p:cNvPr id="8" name="o7">
            <a:extLst xmlns:a="http://schemas.openxmlformats.org/drawingml/2006/main">
              <a:ext uri="{FF2B5EF4-FFF2-40B4-BE49-F238E27FC236}">
                <a16:creationId xmlns:a16="http://schemas.microsoft.com/office/drawing/2014/main" id="{E821D87D-A17E-44E5-86DF-056E2E9A5D74}"/>
              </a:ext>
            </a:extLst>
          </p:cNvPr>
          <p:cNvSpPr>
            <a:spLocks xmlns:a="http://schemas.openxmlformats.org/drawingml/2006/main" noGrp="1"/>
          </p:cNvSpPr>
          <p:nvPr/>
        </p:nvSpPr>
        <p:spPr>
          <a:xfrm xmlns:a="http://schemas.openxmlformats.org/drawingml/2006/main">
            <a:off x="609600" y="1685925"/>
            <a:ext cx="3492500" cy="857250"/>
          </a:xfrm>
          <a:prstGeom xmlns:a="http://schemas.openxmlformats.org/drawingml/2006/main" prst="roundRect">
            <a:avLst>
              <a:gd name="adj" fmla="val 8889"/>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输入与事实组织</a:t>
            </a:r>
          </a:p>
        </p:txBody>
      </p:sp>
      <p:sp>
        <p:nvSpPr>
          <p:cNvPr id="9" name="line-7">
            <a:extLst xmlns:a="http://schemas.openxmlformats.org/drawingml/2006/main">
              <a:ext uri="{FF2B5EF4-FFF2-40B4-BE49-F238E27FC236}">
                <a16:creationId xmlns:a16="http://schemas.microsoft.com/office/drawing/2014/main" id="{020CC4CC-D5A3-414D-9227-2AE3CF60E749}"/>
              </a:ext>
            </a:extLst>
          </p:cNvPr>
          <p:cNvSpPr>
            <a:spLocks xmlns:a="http://schemas.openxmlformats.org/drawingml/2006/main" noGrp="1"/>
          </p:cNvSpPr>
          <p:nvPr/>
        </p:nvSpPr>
        <p:spPr>
          <a:xfrm xmlns:a="http://schemas.openxmlformats.org/drawingml/2006/main" flipV="0">
            <a:off x="4130675" y="2114550"/>
            <a:ext cx="180975"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0" name="line-7">
            <a:extLst xmlns:a="http://schemas.openxmlformats.org/drawingml/2006/main">
              <a:ext uri="{FF2B5EF4-FFF2-40B4-BE49-F238E27FC236}">
                <a16:creationId xmlns:a16="http://schemas.microsoft.com/office/drawing/2014/main" id="{7E909583-B598-42B9-9F41-C39CA010250C}"/>
              </a:ext>
            </a:extLst>
          </p:cNvPr>
          <p:cNvSpPr>
            <a:spLocks xmlns:a="http://schemas.openxmlformats.org/drawingml/2006/main" noGrp="1"/>
          </p:cNvSpPr>
          <p:nvPr/>
        </p:nvSpPr>
        <p:spPr>
          <a:xfrm xmlns:a="http://schemas.openxmlformats.org/drawingml/2006/main" flipV="1">
            <a:off x="4236419" y="2114550"/>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1" name="line-7">
            <a:extLst xmlns:a="http://schemas.openxmlformats.org/drawingml/2006/main">
              <a:ext uri="{FF2B5EF4-FFF2-40B4-BE49-F238E27FC236}">
                <a16:creationId xmlns:a16="http://schemas.microsoft.com/office/drawing/2014/main" id="{D69336C6-124B-4323-B3AA-7CDE2BD48452}"/>
              </a:ext>
            </a:extLst>
          </p:cNvPr>
          <p:cNvSpPr>
            <a:spLocks xmlns:a="http://schemas.openxmlformats.org/drawingml/2006/main" noGrp="1"/>
          </p:cNvSpPr>
          <p:nvPr/>
        </p:nvSpPr>
        <p:spPr>
          <a:xfrm xmlns:a="http://schemas.openxmlformats.org/drawingml/2006/main" flipV="0">
            <a:off x="4236419" y="2073451"/>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2" name="o11">
            <a:extLst xmlns:a="http://schemas.openxmlformats.org/drawingml/2006/main">
              <a:ext uri="{FF2B5EF4-FFF2-40B4-BE49-F238E27FC236}">
                <a16:creationId xmlns:a16="http://schemas.microsoft.com/office/drawing/2014/main" id="{4295FF3C-74E5-449A-9057-4F7791E519F2}"/>
              </a:ext>
            </a:extLst>
          </p:cNvPr>
          <p:cNvSpPr>
            <a:spLocks xmlns:a="http://schemas.openxmlformats.org/drawingml/2006/main" noGrp="1"/>
          </p:cNvSpPr>
          <p:nvPr/>
        </p:nvSpPr>
        <p:spPr>
          <a:xfrm xmlns:a="http://schemas.openxmlformats.org/drawingml/2006/main">
            <a:off x="4349750" y="1685925"/>
            <a:ext cx="3492500" cy="857250"/>
          </a:xfrm>
          <a:prstGeom xmlns:a="http://schemas.openxmlformats.org/drawingml/2006/main" prst="roundRect">
            <a:avLst>
              <a:gd name="adj" fmla="val 8889"/>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子算法与规则组合</a:t>
            </a:r>
          </a:p>
        </p:txBody>
      </p:sp>
      <p:sp>
        <p:nvSpPr>
          <p:cNvPr id="13" name="line-8">
            <a:extLst xmlns:a="http://schemas.openxmlformats.org/drawingml/2006/main">
              <a:ext uri="{FF2B5EF4-FFF2-40B4-BE49-F238E27FC236}">
                <a16:creationId xmlns:a16="http://schemas.microsoft.com/office/drawing/2014/main" id="{E9A23494-9002-48F2-A65D-9D90FE666A63}"/>
              </a:ext>
            </a:extLst>
          </p:cNvPr>
          <p:cNvSpPr>
            <a:spLocks xmlns:a="http://schemas.openxmlformats.org/drawingml/2006/main" noGrp="1"/>
          </p:cNvSpPr>
          <p:nvPr/>
        </p:nvSpPr>
        <p:spPr>
          <a:xfrm xmlns:a="http://schemas.openxmlformats.org/drawingml/2006/main" flipV="0">
            <a:off x="7870825" y="2114550"/>
            <a:ext cx="180975" cy="953"/>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4" name="line-8">
            <a:extLst xmlns:a="http://schemas.openxmlformats.org/drawingml/2006/main">
              <a:ext uri="{FF2B5EF4-FFF2-40B4-BE49-F238E27FC236}">
                <a16:creationId xmlns:a16="http://schemas.microsoft.com/office/drawing/2014/main" id="{CF8A2AF5-E023-40BF-8418-E95C9826ECBA}"/>
              </a:ext>
            </a:extLst>
          </p:cNvPr>
          <p:cNvSpPr>
            <a:spLocks xmlns:a="http://schemas.openxmlformats.org/drawingml/2006/main" noGrp="1"/>
          </p:cNvSpPr>
          <p:nvPr/>
        </p:nvSpPr>
        <p:spPr>
          <a:xfrm xmlns:a="http://schemas.openxmlformats.org/drawingml/2006/main" flipV="1">
            <a:off x="7976569" y="2114550"/>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5" name="line-8">
            <a:extLst xmlns:a="http://schemas.openxmlformats.org/drawingml/2006/main">
              <a:ext uri="{FF2B5EF4-FFF2-40B4-BE49-F238E27FC236}">
                <a16:creationId xmlns:a16="http://schemas.microsoft.com/office/drawing/2014/main" id="{F4E2D94A-21E9-4978-8CF4-8EC7BE50446F}"/>
              </a:ext>
            </a:extLst>
          </p:cNvPr>
          <p:cNvSpPr>
            <a:spLocks xmlns:a="http://schemas.openxmlformats.org/drawingml/2006/main" noGrp="1"/>
          </p:cNvSpPr>
          <p:nvPr/>
        </p:nvSpPr>
        <p:spPr>
          <a:xfrm xmlns:a="http://schemas.openxmlformats.org/drawingml/2006/main" flipV="0">
            <a:off x="7976569" y="2073451"/>
            <a:ext cx="75231" cy="41099"/>
          </a:xfrm>
          <a:prstGeom xmlns:a="http://schemas.openxmlformats.org/drawingml/2006/main" prst="line">
            <a:avLst/>
          </a:prstGeom>
          <a:noFill xmlns:a="http://schemas.openxmlformats.org/drawingml/2006/main"/>
          <a:ln xmlns:a="http://schemas.openxmlformats.org/drawingml/2006/main" w="19050">
            <a:solidFill>
              <a:srgbClr val="0F6E73"/>
            </a:solidFill>
            <a:prstDash val="solid"/>
          </a:ln>
        </p:spPr>
      </p:sp>
      <p:sp>
        <p:nvSpPr>
          <p:cNvPr id="16" name="o15">
            <a:extLst xmlns:a="http://schemas.openxmlformats.org/drawingml/2006/main">
              <a:ext uri="{FF2B5EF4-FFF2-40B4-BE49-F238E27FC236}">
                <a16:creationId xmlns:a16="http://schemas.microsoft.com/office/drawing/2014/main" id="{6501F054-E3C5-4AD4-916D-0113C8C26535}"/>
              </a:ext>
            </a:extLst>
          </p:cNvPr>
          <p:cNvSpPr>
            <a:spLocks xmlns:a="http://schemas.openxmlformats.org/drawingml/2006/main" noGrp="1"/>
          </p:cNvSpPr>
          <p:nvPr/>
        </p:nvSpPr>
        <p:spPr>
          <a:xfrm xmlns:a="http://schemas.openxmlformats.org/drawingml/2006/main">
            <a:off x="8089900" y="1685925"/>
            <a:ext cx="3492500" cy="857250"/>
          </a:xfrm>
          <a:prstGeom xmlns:a="http://schemas.openxmlformats.org/drawingml/2006/main" prst="roundRect">
            <a:avLst>
              <a:gd name="adj" fmla="val 8889"/>
            </a:avLst>
          </a:prstGeom>
          <a:solidFill xmlns:a="http://schemas.openxmlformats.org/drawingml/2006/main">
            <a:srgbClr val="FBFBF8"/>
          </a:solidFill>
          <a:ln xmlns:a="http://schemas.openxmlformats.org/drawingml/2006/main" w="11430">
            <a:solidFill>
              <a:srgbClr val="D5DAE0"/>
            </a:solid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0F6E73"/>
                </a:solidFill>
                <a:latin typeface="Noto Sans SC"/>
                <a:ea typeface="Noto Sans SC"/>
                <a:cs typeface="Noto Sans SC"/>
              </a:defRPr>
            </a:defPPr>
            <a:lvl1pPr algn="ctr">
              <a:defRPr sz="1575" b="1">
                <a:solidFill>
                  <a:srgbClr val="0F6E73"/>
                </a:solidFill>
                <a:latin typeface="Noto Sans SC"/>
                <a:ea typeface="Noto Sans SC"/>
                <a:cs typeface="Noto Sans SC"/>
              </a:defRPr>
            </a:lvl1pPr>
            <a:lvl2pPr algn="ctr">
              <a:defRPr sz="1575" b="1">
                <a:solidFill>
                  <a:srgbClr val="0F6E73"/>
                </a:solidFill>
                <a:latin typeface="Noto Sans SC"/>
                <a:ea typeface="Noto Sans SC"/>
                <a:cs typeface="Noto Sans SC"/>
              </a:defRPr>
            </a:lvl2pPr>
            <a:lvl3pPr algn="ctr">
              <a:defRPr sz="1575" b="1">
                <a:solidFill>
                  <a:srgbClr val="0F6E73"/>
                </a:solidFill>
                <a:latin typeface="Noto Sans SC"/>
                <a:ea typeface="Noto Sans SC"/>
                <a:cs typeface="Noto Sans SC"/>
              </a:defRPr>
            </a:lvl3pPr>
            <a:lvl4pPr algn="ctr">
              <a:defRPr sz="1575" b="1">
                <a:solidFill>
                  <a:srgbClr val="0F6E73"/>
                </a:solidFill>
                <a:latin typeface="Noto Sans SC"/>
                <a:ea typeface="Noto Sans SC"/>
                <a:cs typeface="Noto Sans SC"/>
              </a:defRPr>
            </a:lvl4pPr>
            <a:lvl5pPr algn="ctr">
              <a:defRPr sz="1575" b="1">
                <a:solidFill>
                  <a:srgbClr val="0F6E73"/>
                </a:solidFill>
                <a:latin typeface="Noto Sans SC"/>
                <a:ea typeface="Noto Sans SC"/>
                <a:cs typeface="Noto Sans SC"/>
              </a:defRPr>
            </a:lvl5pPr>
            <a:lvl6pPr algn="ctr">
              <a:defRPr sz="1575" b="1">
                <a:solidFill>
                  <a:srgbClr val="0F6E73"/>
                </a:solidFill>
                <a:latin typeface="Noto Sans SC"/>
                <a:ea typeface="Noto Sans SC"/>
                <a:cs typeface="Noto Sans SC"/>
              </a:defRPr>
            </a:lvl6pPr>
            <a:lvl7pPr algn="ctr">
              <a:defRPr sz="1575" b="1">
                <a:solidFill>
                  <a:srgbClr val="0F6E73"/>
                </a:solidFill>
                <a:latin typeface="Noto Sans SC"/>
                <a:ea typeface="Noto Sans SC"/>
                <a:cs typeface="Noto Sans SC"/>
              </a:defRPr>
            </a:lvl7pPr>
            <a:lvl8pPr algn="ctr">
              <a:defRPr sz="1575" b="1">
                <a:solidFill>
                  <a:srgbClr val="0F6E73"/>
                </a:solidFill>
                <a:latin typeface="Noto Sans SC"/>
                <a:ea typeface="Noto Sans SC"/>
                <a:cs typeface="Noto Sans SC"/>
              </a:defRPr>
            </a:lvl8pPr>
            <a:lvl9pPr algn="ctr">
              <a:defRPr sz="1575" b="1">
                <a:solidFill>
                  <a:srgbClr val="0F6E73"/>
                </a:solidFill>
                <a:latin typeface="Noto Sans SC"/>
                <a:ea typeface="Noto Sans SC"/>
                <a:cs typeface="Noto Sans SC"/>
              </a:defRPr>
            </a:lvl9pPr>
          </a:lstStyle>
          <a:p xmlns:a="http://schemas.openxmlformats.org/drawingml/2006/main">
            <a:pPr algn="ctr">
              <a:defRPr sz="1575" b="1">
                <a:solidFill>
                  <a:srgbClr val="0F6E73"/>
                </a:solidFill>
                <a:latin typeface="Noto Sans SC"/>
                <a:ea typeface="Noto Sans SC"/>
                <a:cs typeface="Noto Sans SC"/>
              </a:defRPr>
            </a:pPr>
            <a:r>
              <a:rPr sz="1575" b="1">
                <a:solidFill>
                  <a:srgbClr val="0F6E73"/>
                </a:solidFill>
                <a:latin typeface="Noto Sans SC"/>
                <a:ea typeface="Noto Sans SC"/>
                <a:cs typeface="Noto Sans SC"/>
              </a:rPr>
              <a:t>优化与可追溯输出</a:t>
            </a:r>
          </a:p>
        </p:txBody>
      </p:sp>
      <p:sp>
        <p:nvSpPr>
          <p:cNvPr id="17" name="o16">
            <a:extLst xmlns:a="http://schemas.openxmlformats.org/drawingml/2006/main">
              <a:ext uri="{FF2B5EF4-FFF2-40B4-BE49-F238E27FC236}">
                <a16:creationId xmlns:a16="http://schemas.microsoft.com/office/drawing/2014/main" id="{F3D2B0F8-211A-498F-88FB-81A997DF205C}"/>
              </a:ext>
            </a:extLst>
          </p:cNvPr>
          <p:cNvSpPr>
            <a:spLocks xmlns:a="http://schemas.openxmlformats.org/drawingml/2006/main" noGrp="1"/>
          </p:cNvSpPr>
          <p:nvPr/>
        </p:nvSpPr>
        <p:spPr>
          <a:xfrm xmlns:a="http://schemas.openxmlformats.org/drawingml/2006/main">
            <a:off x="609600" y="3228975"/>
            <a:ext cx="5238750" cy="2219325"/>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18" name="line-10">
            <a:extLst xmlns:a="http://schemas.openxmlformats.org/drawingml/2006/main">
              <a:ext uri="{FF2B5EF4-FFF2-40B4-BE49-F238E27FC236}">
                <a16:creationId xmlns:a16="http://schemas.microsoft.com/office/drawing/2014/main" id="{8CFBB224-8125-4AD5-B047-221FA85165F3}"/>
              </a:ext>
            </a:extLst>
          </p:cNvPr>
          <p:cNvSpPr>
            <a:spLocks xmlns:a="http://schemas.openxmlformats.org/drawingml/2006/main" noGrp="1"/>
          </p:cNvSpPr>
          <p:nvPr/>
        </p:nvSpPr>
        <p:spPr>
          <a:xfrm xmlns:a="http://schemas.openxmlformats.org/drawingml/2006/main" flipV="0">
            <a:off x="609600" y="3228975"/>
            <a:ext cx="5238750" cy="953"/>
          </a:xfrm>
          <a:prstGeom xmlns:a="http://schemas.openxmlformats.org/drawingml/2006/main" prst="line">
            <a:avLst/>
          </a:prstGeom>
          <a:noFill xmlns:a="http://schemas.openxmlformats.org/drawingml/2006/main"/>
          <a:ln xmlns:a="http://schemas.openxmlformats.org/drawingml/2006/main" w="28575">
            <a:solidFill>
              <a:srgbClr val="0F6E73"/>
            </a:solidFill>
            <a:prstDash val="solid"/>
          </a:ln>
        </p:spPr>
      </p:sp>
      <p:sp>
        <p:nvSpPr>
          <p:cNvPr id="19" name="o18">
            <a:extLst xmlns:a="http://schemas.openxmlformats.org/drawingml/2006/main">
              <a:ext uri="{FF2B5EF4-FFF2-40B4-BE49-F238E27FC236}">
                <a16:creationId xmlns:a16="http://schemas.microsoft.com/office/drawing/2014/main" id="{19152C58-4C0A-4F07-8493-FD8B6B3F3409}"/>
              </a:ext>
            </a:extLst>
          </p:cNvPr>
          <p:cNvSpPr>
            <a:spLocks xmlns:a="http://schemas.openxmlformats.org/drawingml/2006/main" noGrp="1"/>
          </p:cNvSpPr>
          <p:nvPr/>
        </p:nvSpPr>
        <p:spPr>
          <a:xfrm xmlns:a="http://schemas.openxmlformats.org/drawingml/2006/main">
            <a:off x="762000" y="3324225"/>
            <a:ext cx="4933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0F6E73"/>
                </a:solidFill>
                <a:latin typeface="Noto Sans SC"/>
                <a:ea typeface="Noto Sans SC"/>
                <a:cs typeface="Noto Sans SC"/>
              </a:defRPr>
            </a:defPPr>
            <a:lvl1pPr algn="l">
              <a:defRPr sz="1800" b="1">
                <a:solidFill>
                  <a:srgbClr val="0F6E73"/>
                </a:solidFill>
                <a:latin typeface="Noto Sans SC"/>
                <a:ea typeface="Noto Sans SC"/>
                <a:cs typeface="Noto Sans SC"/>
              </a:defRPr>
            </a:lvl1pPr>
            <a:lvl2pPr algn="l">
              <a:defRPr sz="1800" b="1">
                <a:solidFill>
                  <a:srgbClr val="0F6E73"/>
                </a:solidFill>
                <a:latin typeface="Noto Sans SC"/>
                <a:ea typeface="Noto Sans SC"/>
                <a:cs typeface="Noto Sans SC"/>
              </a:defRPr>
            </a:lvl2pPr>
            <a:lvl3pPr algn="l">
              <a:defRPr sz="1800" b="1">
                <a:solidFill>
                  <a:srgbClr val="0F6E73"/>
                </a:solidFill>
                <a:latin typeface="Noto Sans SC"/>
                <a:ea typeface="Noto Sans SC"/>
                <a:cs typeface="Noto Sans SC"/>
              </a:defRPr>
            </a:lvl3pPr>
            <a:lvl4pPr algn="l">
              <a:defRPr sz="1800" b="1">
                <a:solidFill>
                  <a:srgbClr val="0F6E73"/>
                </a:solidFill>
                <a:latin typeface="Noto Sans SC"/>
                <a:ea typeface="Noto Sans SC"/>
                <a:cs typeface="Noto Sans SC"/>
              </a:defRPr>
            </a:lvl4pPr>
            <a:lvl5pPr algn="l">
              <a:defRPr sz="1800" b="1">
                <a:solidFill>
                  <a:srgbClr val="0F6E73"/>
                </a:solidFill>
                <a:latin typeface="Noto Sans SC"/>
                <a:ea typeface="Noto Sans SC"/>
                <a:cs typeface="Noto Sans SC"/>
              </a:defRPr>
            </a:lvl5pPr>
            <a:lvl6pPr algn="l">
              <a:defRPr sz="1800" b="1">
                <a:solidFill>
                  <a:srgbClr val="0F6E73"/>
                </a:solidFill>
                <a:latin typeface="Noto Sans SC"/>
                <a:ea typeface="Noto Sans SC"/>
                <a:cs typeface="Noto Sans SC"/>
              </a:defRPr>
            </a:lvl6pPr>
            <a:lvl7pPr algn="l">
              <a:defRPr sz="1800" b="1">
                <a:solidFill>
                  <a:srgbClr val="0F6E73"/>
                </a:solidFill>
                <a:latin typeface="Noto Sans SC"/>
                <a:ea typeface="Noto Sans SC"/>
                <a:cs typeface="Noto Sans SC"/>
              </a:defRPr>
            </a:lvl7pPr>
            <a:lvl8pPr algn="l">
              <a:defRPr sz="1800" b="1">
                <a:solidFill>
                  <a:srgbClr val="0F6E73"/>
                </a:solidFill>
                <a:latin typeface="Noto Sans SC"/>
                <a:ea typeface="Noto Sans SC"/>
                <a:cs typeface="Noto Sans SC"/>
              </a:defRPr>
            </a:lvl8pPr>
            <a:lvl9pPr algn="l">
              <a:defRPr sz="1800" b="1">
                <a:solidFill>
                  <a:srgbClr val="0F6E73"/>
                </a:solidFill>
                <a:latin typeface="Noto Sans SC"/>
                <a:ea typeface="Noto Sans SC"/>
                <a:cs typeface="Noto Sans SC"/>
              </a:defRPr>
            </a:lvl9pPr>
          </a:lstStyle>
          <a:p xmlns:a="http://schemas.openxmlformats.org/drawingml/2006/main">
            <a:pPr algn="l">
              <a:defRPr sz="1800" b="1">
                <a:solidFill>
                  <a:srgbClr val="0F6E73"/>
                </a:solidFill>
                <a:latin typeface="Noto Sans SC"/>
                <a:ea typeface="Noto Sans SC"/>
                <a:cs typeface="Noto Sans SC"/>
              </a:defRPr>
            </a:pPr>
            <a:r>
              <a:rPr sz="1800" b="1">
                <a:solidFill>
                  <a:srgbClr val="0F6E73"/>
                </a:solidFill>
                <a:latin typeface="Noto Sans SC"/>
                <a:ea typeface="Noto Sans SC"/>
                <a:cs typeface="Noto Sans SC"/>
              </a:rPr>
              <a:t>已经形成的工程能力</a:t>
            </a:r>
          </a:p>
        </p:txBody>
      </p:sp>
      <p:sp>
        <p:nvSpPr>
          <p:cNvPr id="20" name="o19">
            <a:extLst xmlns:a="http://schemas.openxmlformats.org/drawingml/2006/main">
              <a:ext uri="{FF2B5EF4-FFF2-40B4-BE49-F238E27FC236}">
                <a16:creationId xmlns:a16="http://schemas.microsoft.com/office/drawing/2014/main" id="{D6C30FB9-8B9B-45A2-B21D-922C3C3C139F}"/>
              </a:ext>
            </a:extLst>
          </p:cNvPr>
          <p:cNvSpPr>
            <a:spLocks xmlns:a="http://schemas.openxmlformats.org/drawingml/2006/main" noGrp="1"/>
          </p:cNvSpPr>
          <p:nvPr/>
        </p:nvSpPr>
        <p:spPr>
          <a:xfrm xmlns:a="http://schemas.openxmlformats.org/drawingml/2006/main">
            <a:off x="762000" y="3781425"/>
            <a:ext cx="4933950" cy="1590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46536A"/>
                </a:solidFill>
                <a:latin typeface="Noto Sans SC"/>
                <a:ea typeface="Noto Sans SC"/>
                <a:cs typeface="Noto Sans SC"/>
              </a:defRPr>
            </a:defPPr>
            <a:lvl1pPr algn="l">
              <a:defRPr sz="1575" b="0">
                <a:solidFill>
                  <a:srgbClr val="46536A"/>
                </a:solidFill>
                <a:latin typeface="Noto Sans SC"/>
                <a:ea typeface="Noto Sans SC"/>
                <a:cs typeface="Noto Sans SC"/>
              </a:defRPr>
            </a:lvl1pPr>
            <a:lvl2pPr algn="l">
              <a:defRPr sz="1575" b="0">
                <a:solidFill>
                  <a:srgbClr val="46536A"/>
                </a:solidFill>
                <a:latin typeface="Noto Sans SC"/>
                <a:ea typeface="Noto Sans SC"/>
                <a:cs typeface="Noto Sans SC"/>
              </a:defRPr>
            </a:lvl2pPr>
            <a:lvl3pPr algn="l">
              <a:defRPr sz="1575" b="0">
                <a:solidFill>
                  <a:srgbClr val="46536A"/>
                </a:solidFill>
                <a:latin typeface="Noto Sans SC"/>
                <a:ea typeface="Noto Sans SC"/>
                <a:cs typeface="Noto Sans SC"/>
              </a:defRPr>
            </a:lvl3pPr>
            <a:lvl4pPr algn="l">
              <a:defRPr sz="1575" b="0">
                <a:solidFill>
                  <a:srgbClr val="46536A"/>
                </a:solidFill>
                <a:latin typeface="Noto Sans SC"/>
                <a:ea typeface="Noto Sans SC"/>
                <a:cs typeface="Noto Sans SC"/>
              </a:defRPr>
            </a:lvl4pPr>
            <a:lvl5pPr algn="l">
              <a:defRPr sz="1575" b="0">
                <a:solidFill>
                  <a:srgbClr val="46536A"/>
                </a:solidFill>
                <a:latin typeface="Noto Sans SC"/>
                <a:ea typeface="Noto Sans SC"/>
                <a:cs typeface="Noto Sans SC"/>
              </a:defRPr>
            </a:lvl5pPr>
            <a:lvl6pPr algn="l">
              <a:defRPr sz="1575" b="0">
                <a:solidFill>
                  <a:srgbClr val="46536A"/>
                </a:solidFill>
                <a:latin typeface="Noto Sans SC"/>
                <a:ea typeface="Noto Sans SC"/>
                <a:cs typeface="Noto Sans SC"/>
              </a:defRPr>
            </a:lvl6pPr>
            <a:lvl7pPr algn="l">
              <a:defRPr sz="1575" b="0">
                <a:solidFill>
                  <a:srgbClr val="46536A"/>
                </a:solidFill>
                <a:latin typeface="Noto Sans SC"/>
                <a:ea typeface="Noto Sans SC"/>
                <a:cs typeface="Noto Sans SC"/>
              </a:defRPr>
            </a:lvl7pPr>
            <a:lvl8pPr algn="l">
              <a:defRPr sz="1575" b="0">
                <a:solidFill>
                  <a:srgbClr val="46536A"/>
                </a:solidFill>
                <a:latin typeface="Noto Sans SC"/>
                <a:ea typeface="Noto Sans SC"/>
                <a:cs typeface="Noto Sans SC"/>
              </a:defRPr>
            </a:lvl8pPr>
            <a:lvl9pPr algn="l">
              <a:defRPr sz="1575" b="0">
                <a:solidFill>
                  <a:srgbClr val="46536A"/>
                </a:solidFill>
                <a:latin typeface="Noto Sans SC"/>
                <a:ea typeface="Noto Sans SC"/>
                <a:cs typeface="Noto Sans SC"/>
              </a:defRPr>
            </a:lvl9pPr>
          </a:lstStyle>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共享空间依据与逐目标分流</a:t>
            </a:r>
          </a:p>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正常路径、回退路径和缺失状态</a:t>
            </a:r>
          </a:p>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保存请求、中间量、响应与证据</a:t>
            </a:r>
          </a:p>
        </p:txBody>
      </p:sp>
      <p:sp>
        <p:nvSpPr>
          <p:cNvPr id="21" name="o20">
            <a:extLst xmlns:a="http://schemas.openxmlformats.org/drawingml/2006/main">
              <a:ext uri="{FF2B5EF4-FFF2-40B4-BE49-F238E27FC236}">
                <a16:creationId xmlns:a16="http://schemas.microsoft.com/office/drawing/2014/main" id="{72F3C9CB-8E3D-48C1-AD5D-756B2157D05F}"/>
              </a:ext>
            </a:extLst>
          </p:cNvPr>
          <p:cNvSpPr>
            <a:spLocks xmlns:a="http://schemas.openxmlformats.org/drawingml/2006/main" noGrp="1"/>
          </p:cNvSpPr>
          <p:nvPr/>
        </p:nvSpPr>
        <p:spPr>
          <a:xfrm xmlns:a="http://schemas.openxmlformats.org/drawingml/2006/main">
            <a:off x="6286500" y="3228975"/>
            <a:ext cx="5295900" cy="2219325"/>
          </a:xfrm>
          <a:prstGeom xmlns:a="http://schemas.openxmlformats.org/drawingml/2006/main" prst="rect">
            <a:avLst/>
          </a:prstGeom>
          <a:solidFill xmlns:a="http://schemas.openxmlformats.org/drawingml/2006/main">
            <a:srgbClr val="FBFBF8"/>
          </a:solidFill>
          <a:ln xmlns:a="http://schemas.openxmlformats.org/drawingml/2006/main" w="0">
            <a:noFill/>
            <a:prstDash val="solid"/>
          </a:ln>
        </p:spPr>
      </p:sp>
      <p:sp>
        <p:nvSpPr>
          <p:cNvPr id="22" name="line-13">
            <a:extLst xmlns:a="http://schemas.openxmlformats.org/drawingml/2006/main">
              <a:ext uri="{FF2B5EF4-FFF2-40B4-BE49-F238E27FC236}">
                <a16:creationId xmlns:a16="http://schemas.microsoft.com/office/drawing/2014/main" id="{BECC2F3E-8BA9-4457-A11B-BBE53F3FF826}"/>
              </a:ext>
            </a:extLst>
          </p:cNvPr>
          <p:cNvSpPr>
            <a:spLocks xmlns:a="http://schemas.openxmlformats.org/drawingml/2006/main" noGrp="1"/>
          </p:cNvSpPr>
          <p:nvPr/>
        </p:nvSpPr>
        <p:spPr>
          <a:xfrm xmlns:a="http://schemas.openxmlformats.org/drawingml/2006/main" flipV="0">
            <a:off x="6286500" y="3228975"/>
            <a:ext cx="5295900" cy="953"/>
          </a:xfrm>
          <a:prstGeom xmlns:a="http://schemas.openxmlformats.org/drawingml/2006/main" prst="line">
            <a:avLst/>
          </a:prstGeom>
          <a:noFill xmlns:a="http://schemas.openxmlformats.org/drawingml/2006/main"/>
          <a:ln xmlns:a="http://schemas.openxmlformats.org/drawingml/2006/main" w="28575">
            <a:solidFill>
              <a:srgbClr val="B85A1E"/>
            </a:solidFill>
            <a:prstDash val="solid"/>
          </a:ln>
        </p:spPr>
      </p:sp>
      <p:sp>
        <p:nvSpPr>
          <p:cNvPr id="23" name="o22">
            <a:extLst xmlns:a="http://schemas.openxmlformats.org/drawingml/2006/main">
              <a:ext uri="{FF2B5EF4-FFF2-40B4-BE49-F238E27FC236}">
                <a16:creationId xmlns:a16="http://schemas.microsoft.com/office/drawing/2014/main" id="{1DF0C1D9-6D7C-4299-BE30-7362211CFB98}"/>
              </a:ext>
            </a:extLst>
          </p:cNvPr>
          <p:cNvSpPr>
            <a:spLocks xmlns:a="http://schemas.openxmlformats.org/drawingml/2006/main" noGrp="1"/>
          </p:cNvSpPr>
          <p:nvPr/>
        </p:nvSpPr>
        <p:spPr>
          <a:xfrm xmlns:a="http://schemas.openxmlformats.org/drawingml/2006/main">
            <a:off x="6438900" y="3324225"/>
            <a:ext cx="4991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B85A1E"/>
                </a:solidFill>
                <a:latin typeface="Noto Sans SC"/>
                <a:ea typeface="Noto Sans SC"/>
                <a:cs typeface="Noto Sans SC"/>
              </a:defRPr>
            </a:defPPr>
            <a:lvl1pPr algn="l">
              <a:defRPr sz="1800" b="1">
                <a:solidFill>
                  <a:srgbClr val="B85A1E"/>
                </a:solidFill>
                <a:latin typeface="Noto Sans SC"/>
                <a:ea typeface="Noto Sans SC"/>
                <a:cs typeface="Noto Sans SC"/>
              </a:defRPr>
            </a:lvl1pPr>
            <a:lvl2pPr algn="l">
              <a:defRPr sz="1800" b="1">
                <a:solidFill>
                  <a:srgbClr val="B85A1E"/>
                </a:solidFill>
                <a:latin typeface="Noto Sans SC"/>
                <a:ea typeface="Noto Sans SC"/>
                <a:cs typeface="Noto Sans SC"/>
              </a:defRPr>
            </a:lvl2pPr>
            <a:lvl3pPr algn="l">
              <a:defRPr sz="1800" b="1">
                <a:solidFill>
                  <a:srgbClr val="B85A1E"/>
                </a:solidFill>
                <a:latin typeface="Noto Sans SC"/>
                <a:ea typeface="Noto Sans SC"/>
                <a:cs typeface="Noto Sans SC"/>
              </a:defRPr>
            </a:lvl3pPr>
            <a:lvl4pPr algn="l">
              <a:defRPr sz="1800" b="1">
                <a:solidFill>
                  <a:srgbClr val="B85A1E"/>
                </a:solidFill>
                <a:latin typeface="Noto Sans SC"/>
                <a:ea typeface="Noto Sans SC"/>
                <a:cs typeface="Noto Sans SC"/>
              </a:defRPr>
            </a:lvl4pPr>
            <a:lvl5pPr algn="l">
              <a:defRPr sz="1800" b="1">
                <a:solidFill>
                  <a:srgbClr val="B85A1E"/>
                </a:solidFill>
                <a:latin typeface="Noto Sans SC"/>
                <a:ea typeface="Noto Sans SC"/>
                <a:cs typeface="Noto Sans SC"/>
              </a:defRPr>
            </a:lvl5pPr>
            <a:lvl6pPr algn="l">
              <a:defRPr sz="1800" b="1">
                <a:solidFill>
                  <a:srgbClr val="B85A1E"/>
                </a:solidFill>
                <a:latin typeface="Noto Sans SC"/>
                <a:ea typeface="Noto Sans SC"/>
                <a:cs typeface="Noto Sans SC"/>
              </a:defRPr>
            </a:lvl6pPr>
            <a:lvl7pPr algn="l">
              <a:defRPr sz="1800" b="1">
                <a:solidFill>
                  <a:srgbClr val="B85A1E"/>
                </a:solidFill>
                <a:latin typeface="Noto Sans SC"/>
                <a:ea typeface="Noto Sans SC"/>
                <a:cs typeface="Noto Sans SC"/>
              </a:defRPr>
            </a:lvl7pPr>
            <a:lvl8pPr algn="l">
              <a:defRPr sz="1800" b="1">
                <a:solidFill>
                  <a:srgbClr val="B85A1E"/>
                </a:solidFill>
                <a:latin typeface="Noto Sans SC"/>
                <a:ea typeface="Noto Sans SC"/>
                <a:cs typeface="Noto Sans SC"/>
              </a:defRPr>
            </a:lvl8pPr>
            <a:lvl9pPr algn="l">
              <a:defRPr sz="1800" b="1">
                <a:solidFill>
                  <a:srgbClr val="B85A1E"/>
                </a:solidFill>
                <a:latin typeface="Noto Sans SC"/>
                <a:ea typeface="Noto Sans SC"/>
                <a:cs typeface="Noto Sans SC"/>
              </a:defRPr>
            </a:lvl9pPr>
          </a:lstStyle>
          <a:p xmlns:a="http://schemas.openxmlformats.org/drawingml/2006/main">
            <a:pPr algn="l">
              <a:defRPr sz="1800" b="1">
                <a:solidFill>
                  <a:srgbClr val="B85A1E"/>
                </a:solidFill>
                <a:latin typeface="Noto Sans SC"/>
                <a:ea typeface="Noto Sans SC"/>
                <a:cs typeface="Noto Sans SC"/>
              </a:defRPr>
            </a:pPr>
            <a:r>
              <a:rPr sz="1800" b="1">
                <a:solidFill>
                  <a:srgbClr val="B85A1E"/>
                </a:solidFill>
                <a:latin typeface="Noto Sans SC"/>
                <a:ea typeface="Noto Sans SC"/>
                <a:cs typeface="Noto Sans SC"/>
              </a:rPr>
              <a:t>需要独立验证的内容</a:t>
            </a:r>
          </a:p>
        </p:txBody>
      </p:sp>
      <p:sp>
        <p:nvSpPr>
          <p:cNvPr id="24" name="o23">
            <a:extLst xmlns:a="http://schemas.openxmlformats.org/drawingml/2006/main">
              <a:ext uri="{FF2B5EF4-FFF2-40B4-BE49-F238E27FC236}">
                <a16:creationId xmlns:a16="http://schemas.microsoft.com/office/drawing/2014/main" id="{612B5972-8DD6-4E4F-9FB8-05B440FB9DAC}"/>
              </a:ext>
            </a:extLst>
          </p:cNvPr>
          <p:cNvSpPr>
            <a:spLocks xmlns:a="http://schemas.openxmlformats.org/drawingml/2006/main" noGrp="1"/>
          </p:cNvSpPr>
          <p:nvPr/>
        </p:nvSpPr>
        <p:spPr>
          <a:xfrm xmlns:a="http://schemas.openxmlformats.org/drawingml/2006/main">
            <a:off x="6438900" y="3781425"/>
            <a:ext cx="4991100" cy="1590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46536A"/>
                </a:solidFill>
                <a:latin typeface="Noto Sans SC"/>
                <a:ea typeface="Noto Sans SC"/>
                <a:cs typeface="Noto Sans SC"/>
              </a:defRPr>
            </a:defPPr>
            <a:lvl1pPr algn="l">
              <a:defRPr sz="1575" b="0">
                <a:solidFill>
                  <a:srgbClr val="46536A"/>
                </a:solidFill>
                <a:latin typeface="Noto Sans SC"/>
                <a:ea typeface="Noto Sans SC"/>
                <a:cs typeface="Noto Sans SC"/>
              </a:defRPr>
            </a:lvl1pPr>
            <a:lvl2pPr algn="l">
              <a:defRPr sz="1575" b="0">
                <a:solidFill>
                  <a:srgbClr val="46536A"/>
                </a:solidFill>
                <a:latin typeface="Noto Sans SC"/>
                <a:ea typeface="Noto Sans SC"/>
                <a:cs typeface="Noto Sans SC"/>
              </a:defRPr>
            </a:lvl2pPr>
            <a:lvl3pPr algn="l">
              <a:defRPr sz="1575" b="0">
                <a:solidFill>
                  <a:srgbClr val="46536A"/>
                </a:solidFill>
                <a:latin typeface="Noto Sans SC"/>
                <a:ea typeface="Noto Sans SC"/>
                <a:cs typeface="Noto Sans SC"/>
              </a:defRPr>
            </a:lvl3pPr>
            <a:lvl4pPr algn="l">
              <a:defRPr sz="1575" b="0">
                <a:solidFill>
                  <a:srgbClr val="46536A"/>
                </a:solidFill>
                <a:latin typeface="Noto Sans SC"/>
                <a:ea typeface="Noto Sans SC"/>
                <a:cs typeface="Noto Sans SC"/>
              </a:defRPr>
            </a:lvl4pPr>
            <a:lvl5pPr algn="l">
              <a:defRPr sz="1575" b="0">
                <a:solidFill>
                  <a:srgbClr val="46536A"/>
                </a:solidFill>
                <a:latin typeface="Noto Sans SC"/>
                <a:ea typeface="Noto Sans SC"/>
                <a:cs typeface="Noto Sans SC"/>
              </a:defRPr>
            </a:lvl5pPr>
            <a:lvl6pPr algn="l">
              <a:defRPr sz="1575" b="0">
                <a:solidFill>
                  <a:srgbClr val="46536A"/>
                </a:solidFill>
                <a:latin typeface="Noto Sans SC"/>
                <a:ea typeface="Noto Sans SC"/>
                <a:cs typeface="Noto Sans SC"/>
              </a:defRPr>
            </a:lvl6pPr>
            <a:lvl7pPr algn="l">
              <a:defRPr sz="1575" b="0">
                <a:solidFill>
                  <a:srgbClr val="46536A"/>
                </a:solidFill>
                <a:latin typeface="Noto Sans SC"/>
                <a:ea typeface="Noto Sans SC"/>
                <a:cs typeface="Noto Sans SC"/>
              </a:defRPr>
            </a:lvl7pPr>
            <a:lvl8pPr algn="l">
              <a:defRPr sz="1575" b="0">
                <a:solidFill>
                  <a:srgbClr val="46536A"/>
                </a:solidFill>
                <a:latin typeface="Noto Sans SC"/>
                <a:ea typeface="Noto Sans SC"/>
                <a:cs typeface="Noto Sans SC"/>
              </a:defRPr>
            </a:lvl8pPr>
            <a:lvl9pPr algn="l">
              <a:defRPr sz="1575" b="0">
                <a:solidFill>
                  <a:srgbClr val="46536A"/>
                </a:solidFill>
                <a:latin typeface="Noto Sans SC"/>
                <a:ea typeface="Noto Sans SC"/>
                <a:cs typeface="Noto Sans SC"/>
              </a:defRPr>
            </a:lvl9pPr>
          </a:lstStyle>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真实标注上的聚类、队形与意图效果</a:t>
            </a:r>
          </a:p>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ETA 误差与概率参数校准</a:t>
            </a:r>
          </a:p>
          <a:p xmlns:a="http://schemas.openxmlformats.org/drawingml/2006/main">
            <a:pPr algn="l">
              <a:defRPr sz="1575" b="0">
                <a:solidFill>
                  <a:srgbClr val="46536A"/>
                </a:solidFill>
                <a:latin typeface="Noto Sans SC"/>
                <a:ea typeface="Noto Sans SC"/>
                <a:cs typeface="Noto Sans SC"/>
              </a:defRPr>
            </a:pPr>
            <a:r>
              <a:rPr sz="1575" b="0">
                <a:solidFill>
                  <a:srgbClr val="46536A"/>
                </a:solidFill>
                <a:latin typeface="Noto Sans SC"/>
                <a:ea typeface="Noto Sans SC"/>
                <a:cs typeface="Noto Sans SC"/>
              </a:rPr>
              <a:t>部署环境并发、冷启动和长期尾延迟</a:t>
            </a:r>
          </a:p>
        </p:txBody>
      </p:sp>
    </p:spTree>
    <p:extLst>
      <p:ext uri="{BB962C8B-B14F-4D97-AF65-F5344CB8AC3E}">
        <p14:creationId xmlns:p14="http://schemas.microsoft.com/office/powerpoint/2010/main" val="2037302490"/>
      </p:ext>
    </p:extLst>
  </p:cSld>
</p:sld>
</file>

<file path=ppt/slides/slide31.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7" name="o0">
            <a:extLst xmlns:a="http://schemas.openxmlformats.org/drawingml/2006/main">
              <a:ext uri="{FF2B5EF4-FFF2-40B4-BE49-F238E27FC236}">
                <a16:creationId xmlns:a16="http://schemas.microsoft.com/office/drawing/2014/main" id="{489206A2-AF16-4E0C-8642-F258B87F789D}"/>
              </a:ext>
            </a:extLst>
          </p:cNvPr>
          <p:cNvSpPr>
            <a:spLocks xmlns:a="http://schemas.openxmlformats.org/drawingml/2006/main" noGrp="1"/>
          </p:cNvSpPr>
          <p:nvPr/>
        </p:nvSpPr>
        <p:spPr>
          <a:xfrm xmlns:a="http://schemas.openxmlformats.org/drawingml/2006/main">
            <a:off x="609600" y="20955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00" b="0">
                <a:solidFill>
                  <a:srgbClr val="53657A"/>
                </a:solidFill>
                <a:latin typeface="Noto Sans SC"/>
                <a:ea typeface="Noto Sans SC"/>
                <a:cs typeface="Noto Sans SC"/>
              </a:defRPr>
            </a:defPPr>
            <a:lvl1pPr algn="l">
              <a:defRPr sz="1200" b="0">
                <a:solidFill>
                  <a:srgbClr val="53657A"/>
                </a:solidFill>
                <a:latin typeface="Noto Sans SC"/>
                <a:ea typeface="Noto Sans SC"/>
                <a:cs typeface="Noto Sans SC"/>
              </a:defRPr>
            </a:lvl1pPr>
            <a:lvl2pPr algn="l">
              <a:defRPr sz="1200" b="0">
                <a:solidFill>
                  <a:srgbClr val="53657A"/>
                </a:solidFill>
                <a:latin typeface="Noto Sans SC"/>
                <a:ea typeface="Noto Sans SC"/>
                <a:cs typeface="Noto Sans SC"/>
              </a:defRPr>
            </a:lvl2pPr>
            <a:lvl3pPr algn="l">
              <a:defRPr sz="1200" b="0">
                <a:solidFill>
                  <a:srgbClr val="53657A"/>
                </a:solidFill>
                <a:latin typeface="Noto Sans SC"/>
                <a:ea typeface="Noto Sans SC"/>
                <a:cs typeface="Noto Sans SC"/>
              </a:defRPr>
            </a:lvl3pPr>
            <a:lvl4pPr algn="l">
              <a:defRPr sz="1200" b="0">
                <a:solidFill>
                  <a:srgbClr val="53657A"/>
                </a:solidFill>
                <a:latin typeface="Noto Sans SC"/>
                <a:ea typeface="Noto Sans SC"/>
                <a:cs typeface="Noto Sans SC"/>
              </a:defRPr>
            </a:lvl4pPr>
            <a:lvl5pPr algn="l">
              <a:defRPr sz="1200" b="0">
                <a:solidFill>
                  <a:srgbClr val="53657A"/>
                </a:solidFill>
                <a:latin typeface="Noto Sans SC"/>
                <a:ea typeface="Noto Sans SC"/>
                <a:cs typeface="Noto Sans SC"/>
              </a:defRPr>
            </a:lvl5pPr>
            <a:lvl6pPr algn="l">
              <a:defRPr sz="1200" b="0">
                <a:solidFill>
                  <a:srgbClr val="53657A"/>
                </a:solidFill>
                <a:latin typeface="Noto Sans SC"/>
                <a:ea typeface="Noto Sans SC"/>
                <a:cs typeface="Noto Sans SC"/>
              </a:defRPr>
            </a:lvl6pPr>
            <a:lvl7pPr algn="l">
              <a:defRPr sz="1200" b="0">
                <a:solidFill>
                  <a:srgbClr val="53657A"/>
                </a:solidFill>
                <a:latin typeface="Noto Sans SC"/>
                <a:ea typeface="Noto Sans SC"/>
                <a:cs typeface="Noto Sans SC"/>
              </a:defRPr>
            </a:lvl7pPr>
            <a:lvl8pPr algn="l">
              <a:defRPr sz="1200" b="0">
                <a:solidFill>
                  <a:srgbClr val="53657A"/>
                </a:solidFill>
                <a:latin typeface="Noto Sans SC"/>
                <a:ea typeface="Noto Sans SC"/>
                <a:cs typeface="Noto Sans SC"/>
              </a:defRPr>
            </a:lvl8pPr>
            <a:lvl9pPr algn="l">
              <a:defRPr sz="1200" b="0">
                <a:solidFill>
                  <a:srgbClr val="53657A"/>
                </a:solidFill>
                <a:latin typeface="Noto Sans SC"/>
                <a:ea typeface="Noto Sans SC"/>
                <a:cs typeface="Noto Sans SC"/>
              </a:defRPr>
            </a:lvl9pPr>
          </a:lstStyle>
          <a:p xmlns:a="http://schemas.openxmlformats.org/drawingml/2006/main">
            <a:pPr algn="l">
              <a:defRPr sz="1200" b="0">
                <a:solidFill>
                  <a:srgbClr val="53657A"/>
                </a:solidFill>
                <a:latin typeface="Noto Sans SC"/>
                <a:ea typeface="Noto Sans SC"/>
                <a:cs typeface="Noto Sans SC"/>
              </a:defRPr>
            </a:pPr>
            <a:r>
              <a:rPr sz="1200" b="0">
                <a:solidFill>
                  <a:srgbClr val="53657A"/>
                </a:solidFill>
                <a:latin typeface="Noto Sans SC"/>
                <a:ea typeface="Noto Sans SC"/>
                <a:cs typeface="Noto Sans SC"/>
              </a:rPr>
              <a:t>算法原理与阶段验证</a:t>
            </a:r>
          </a:p>
        </p:txBody>
      </p:sp>
      <p:sp>
        <p:nvSpPr>
          <p:cNvPr id="2" name="o1">
            <a:extLst xmlns:a="http://schemas.openxmlformats.org/drawingml/2006/main">
              <a:ext uri="{FF2B5EF4-FFF2-40B4-BE49-F238E27FC236}">
                <a16:creationId xmlns:a16="http://schemas.microsoft.com/office/drawing/2014/main" id="{2EB8AF5E-EC46-4A9E-9A80-E8894E79706D}"/>
              </a:ext>
            </a:extLst>
          </p:cNvPr>
          <p:cNvSpPr>
            <a:spLocks xmlns:a="http://schemas.openxmlformats.org/drawingml/2006/main" noGrp="1"/>
          </p:cNvSpPr>
          <p:nvPr/>
        </p:nvSpPr>
        <p:spPr>
          <a:xfrm xmlns:a="http://schemas.openxmlformats.org/drawingml/2006/main">
            <a:off x="609600" y="561975"/>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000" b="1">
                <a:solidFill>
                  <a:srgbClr val="16243A"/>
                </a:solidFill>
                <a:latin typeface="Noto Serif SC"/>
                <a:ea typeface="Noto Serif SC"/>
                <a:cs typeface="Noto Serif SC"/>
              </a:defRPr>
            </a:defPPr>
            <a:lvl1pPr algn="l">
              <a:defRPr sz="3000" b="1">
                <a:solidFill>
                  <a:srgbClr val="16243A"/>
                </a:solidFill>
                <a:latin typeface="Noto Serif SC"/>
                <a:ea typeface="Noto Serif SC"/>
                <a:cs typeface="Noto Serif SC"/>
              </a:defRPr>
            </a:lvl1pPr>
            <a:lvl2pPr algn="l">
              <a:defRPr sz="3000" b="1">
                <a:solidFill>
                  <a:srgbClr val="16243A"/>
                </a:solidFill>
                <a:latin typeface="Noto Serif SC"/>
                <a:ea typeface="Noto Serif SC"/>
                <a:cs typeface="Noto Serif SC"/>
              </a:defRPr>
            </a:lvl2pPr>
            <a:lvl3pPr algn="l">
              <a:defRPr sz="3000" b="1">
                <a:solidFill>
                  <a:srgbClr val="16243A"/>
                </a:solidFill>
                <a:latin typeface="Noto Serif SC"/>
                <a:ea typeface="Noto Serif SC"/>
                <a:cs typeface="Noto Serif SC"/>
              </a:defRPr>
            </a:lvl3pPr>
            <a:lvl4pPr algn="l">
              <a:defRPr sz="3000" b="1">
                <a:solidFill>
                  <a:srgbClr val="16243A"/>
                </a:solidFill>
                <a:latin typeface="Noto Serif SC"/>
                <a:ea typeface="Noto Serif SC"/>
                <a:cs typeface="Noto Serif SC"/>
              </a:defRPr>
            </a:lvl4pPr>
            <a:lvl5pPr algn="l">
              <a:defRPr sz="3000" b="1">
                <a:solidFill>
                  <a:srgbClr val="16243A"/>
                </a:solidFill>
                <a:latin typeface="Noto Serif SC"/>
                <a:ea typeface="Noto Serif SC"/>
                <a:cs typeface="Noto Serif SC"/>
              </a:defRPr>
            </a:lvl5pPr>
            <a:lvl6pPr algn="l">
              <a:defRPr sz="3000" b="1">
                <a:solidFill>
                  <a:srgbClr val="16243A"/>
                </a:solidFill>
                <a:latin typeface="Noto Serif SC"/>
                <a:ea typeface="Noto Serif SC"/>
                <a:cs typeface="Noto Serif SC"/>
              </a:defRPr>
            </a:lvl6pPr>
            <a:lvl7pPr algn="l">
              <a:defRPr sz="3000" b="1">
                <a:solidFill>
                  <a:srgbClr val="16243A"/>
                </a:solidFill>
                <a:latin typeface="Noto Serif SC"/>
                <a:ea typeface="Noto Serif SC"/>
                <a:cs typeface="Noto Serif SC"/>
              </a:defRPr>
            </a:lvl7pPr>
            <a:lvl8pPr algn="l">
              <a:defRPr sz="3000" b="1">
                <a:solidFill>
                  <a:srgbClr val="16243A"/>
                </a:solidFill>
                <a:latin typeface="Noto Serif SC"/>
                <a:ea typeface="Noto Serif SC"/>
                <a:cs typeface="Noto Serif SC"/>
              </a:defRPr>
            </a:lvl8pPr>
            <a:lvl9pPr algn="l">
              <a:defRPr sz="3000" b="1">
                <a:solidFill>
                  <a:srgbClr val="16243A"/>
                </a:solidFill>
                <a:latin typeface="Noto Serif SC"/>
                <a:ea typeface="Noto Serif SC"/>
                <a:cs typeface="Noto Serif SC"/>
              </a:defRPr>
            </a:lvl9pPr>
          </a:lstStyle>
          <a:p xmlns:a="http://schemas.openxmlformats.org/drawingml/2006/main">
            <a:pPr algn="l">
              <a:defRPr sz="3000" b="1">
                <a:solidFill>
                  <a:srgbClr val="16243A"/>
                </a:solidFill>
                <a:latin typeface="Noto Serif SC"/>
                <a:ea typeface="Noto Serif SC"/>
                <a:cs typeface="Noto Serif SC"/>
              </a:defRPr>
            </a:pPr>
            <a:r>
              <a:rPr sz="3000" b="1">
                <a:solidFill>
                  <a:srgbClr val="16243A"/>
                </a:solidFill>
                <a:latin typeface="Noto Serif SC"/>
                <a:ea typeface="Noto Serif SC"/>
                <a:cs typeface="Noto Serif SC"/>
              </a:rPr>
              <a:t>A1 身份与计划判定表</a:t>
            </a:r>
          </a:p>
        </p:txBody>
      </p:sp>
      <p:sp>
        <p:nvSpPr>
          <p:cNvPr id="3" name="line-2">
            <a:extLst xmlns:a="http://schemas.openxmlformats.org/drawingml/2006/main">
              <a:ext uri="{FF2B5EF4-FFF2-40B4-BE49-F238E27FC236}">
                <a16:creationId xmlns:a16="http://schemas.microsoft.com/office/drawing/2014/main" id="{948C390A-DB4D-4B91-997A-7B7B58DB757D}"/>
              </a:ext>
            </a:extLst>
          </p:cNvPr>
          <p:cNvSpPr>
            <a:spLocks xmlns:a="http://schemas.openxmlformats.org/drawingml/2006/main" noGrp="1"/>
          </p:cNvSpPr>
          <p:nvPr/>
        </p:nvSpPr>
        <p:spPr>
          <a:xfrm xmlns:a="http://schemas.openxmlformats.org/drawingml/2006/main" flipV="0">
            <a:off x="609600" y="1304925"/>
            <a:ext cx="10972800" cy="953"/>
          </a:xfrm>
          <a:prstGeom xmlns:a="http://schemas.openxmlformats.org/drawingml/2006/main" prst="line">
            <a:avLst/>
          </a:prstGeom>
          <a:noFill xmlns:a="http://schemas.openxmlformats.org/drawingml/2006/main"/>
          <a:ln xmlns:a="http://schemas.openxmlformats.org/drawingml/2006/main" w="19050">
            <a:solidFill>
              <a:srgbClr val="CCD6E3"/>
            </a:solidFill>
            <a:prstDash val="solid"/>
          </a:ln>
        </p:spPr>
      </p:sp>
      <p:sp>
        <p:nvSpPr>
          <p:cNvPr id="4" name="line-2">
            <a:extLst xmlns:a="http://schemas.openxmlformats.org/drawingml/2006/main">
              <a:ext uri="{FF2B5EF4-FFF2-40B4-BE49-F238E27FC236}">
                <a16:creationId xmlns:a16="http://schemas.microsoft.com/office/drawing/2014/main" id="{6D5FB864-0F06-403F-B571-34C4C74AD669}"/>
              </a:ext>
            </a:extLst>
          </p:cNvPr>
          <p:cNvSpPr>
            <a:spLocks xmlns:a="http://schemas.openxmlformats.org/drawingml/2006/main" noGrp="1"/>
          </p:cNvSpPr>
          <p:nvPr/>
        </p:nvSpPr>
        <p:spPr>
          <a:xfrm xmlns:a="http://schemas.openxmlformats.org/drawingml/2006/main" flipV="0">
            <a:off x="609600" y="1304925"/>
            <a:ext cx="762000" cy="953"/>
          </a:xfrm>
          <a:prstGeom xmlns:a="http://schemas.openxmlformats.org/drawingml/2006/main" prst="line">
            <a:avLst/>
          </a:prstGeom>
          <a:noFill xmlns:a="http://schemas.openxmlformats.org/drawingml/2006/main"/>
          <a:ln xmlns:a="http://schemas.openxmlformats.org/drawingml/2006/main" w="38100">
            <a:solidFill>
              <a:srgbClr val="224E88"/>
            </a:solidFill>
            <a:prstDash val="solid"/>
          </a:ln>
        </p:spPr>
      </p:sp>
      <p:sp>
        <p:nvSpPr>
          <p:cNvPr id="5" name="o4">
            <a:extLst xmlns:a="http://schemas.openxmlformats.org/drawingml/2006/main">
              <a:ext uri="{FF2B5EF4-FFF2-40B4-BE49-F238E27FC236}">
                <a16:creationId xmlns:a16="http://schemas.microsoft.com/office/drawing/2014/main" id="{70F84C66-F794-4429-ADA7-9CCC9C1BB304}"/>
              </a:ext>
            </a:extLst>
          </p:cNvPr>
          <p:cNvSpPr>
            <a:spLocks xmlns:a="http://schemas.openxmlformats.org/drawingml/2006/main" noGrp="1"/>
          </p:cNvSpPr>
          <p:nvPr/>
        </p:nvSpPr>
        <p:spPr>
          <a:xfrm xmlns:a="http://schemas.openxmlformats.org/drawingml/2006/main">
            <a:off x="609600" y="6496050"/>
            <a:ext cx="1000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38" b="0">
                <a:solidFill>
                  <a:srgbClr val="53657A"/>
                </a:solidFill>
                <a:latin typeface="Noto Sans SC"/>
                <a:ea typeface="Noto Sans SC"/>
                <a:cs typeface="Noto Sans SC"/>
              </a:defRPr>
            </a:defPPr>
            <a:lvl1pPr algn="l">
              <a:defRPr sz="938" b="0">
                <a:solidFill>
                  <a:srgbClr val="53657A"/>
                </a:solidFill>
                <a:latin typeface="Noto Sans SC"/>
                <a:ea typeface="Noto Sans SC"/>
                <a:cs typeface="Noto Sans SC"/>
              </a:defRPr>
            </a:lvl1pPr>
            <a:lvl2pPr algn="l">
              <a:defRPr sz="938" b="0">
                <a:solidFill>
                  <a:srgbClr val="53657A"/>
                </a:solidFill>
                <a:latin typeface="Noto Sans SC"/>
                <a:ea typeface="Noto Sans SC"/>
                <a:cs typeface="Noto Sans SC"/>
              </a:defRPr>
            </a:lvl2pPr>
            <a:lvl3pPr algn="l">
              <a:defRPr sz="938" b="0">
                <a:solidFill>
                  <a:srgbClr val="53657A"/>
                </a:solidFill>
                <a:latin typeface="Noto Sans SC"/>
                <a:ea typeface="Noto Sans SC"/>
                <a:cs typeface="Noto Sans SC"/>
              </a:defRPr>
            </a:lvl3pPr>
            <a:lvl4pPr algn="l">
              <a:defRPr sz="938" b="0">
                <a:solidFill>
                  <a:srgbClr val="53657A"/>
                </a:solidFill>
                <a:latin typeface="Noto Sans SC"/>
                <a:ea typeface="Noto Sans SC"/>
                <a:cs typeface="Noto Sans SC"/>
              </a:defRPr>
            </a:lvl4pPr>
            <a:lvl5pPr algn="l">
              <a:defRPr sz="938" b="0">
                <a:solidFill>
                  <a:srgbClr val="53657A"/>
                </a:solidFill>
                <a:latin typeface="Noto Sans SC"/>
                <a:ea typeface="Noto Sans SC"/>
                <a:cs typeface="Noto Sans SC"/>
              </a:defRPr>
            </a:lvl5pPr>
            <a:lvl6pPr algn="l">
              <a:defRPr sz="938" b="0">
                <a:solidFill>
                  <a:srgbClr val="53657A"/>
                </a:solidFill>
                <a:latin typeface="Noto Sans SC"/>
                <a:ea typeface="Noto Sans SC"/>
                <a:cs typeface="Noto Sans SC"/>
              </a:defRPr>
            </a:lvl6pPr>
            <a:lvl7pPr algn="l">
              <a:defRPr sz="938" b="0">
                <a:solidFill>
                  <a:srgbClr val="53657A"/>
                </a:solidFill>
                <a:latin typeface="Noto Sans SC"/>
                <a:ea typeface="Noto Sans SC"/>
                <a:cs typeface="Noto Sans SC"/>
              </a:defRPr>
            </a:lvl7pPr>
            <a:lvl8pPr algn="l">
              <a:defRPr sz="938" b="0">
                <a:solidFill>
                  <a:srgbClr val="53657A"/>
                </a:solidFill>
                <a:latin typeface="Noto Sans SC"/>
                <a:ea typeface="Noto Sans SC"/>
                <a:cs typeface="Noto Sans SC"/>
              </a:defRPr>
            </a:lvl8pPr>
            <a:lvl9pPr algn="l">
              <a:defRPr sz="938" b="0">
                <a:solidFill>
                  <a:srgbClr val="53657A"/>
                </a:solidFill>
                <a:latin typeface="Noto Sans SC"/>
                <a:ea typeface="Noto Sans SC"/>
                <a:cs typeface="Noto Sans SC"/>
              </a:defRPr>
            </a:lvl9pPr>
          </a:lstStyle>
          <a:p xmlns:a="http://schemas.openxmlformats.org/drawingml/2006/main">
            <a:pPr algn="l">
              <a:defRPr sz="938" b="0">
                <a:solidFill>
                  <a:srgbClr val="53657A"/>
                </a:solidFill>
                <a:latin typeface="Noto Sans SC"/>
                <a:ea typeface="Noto Sans SC"/>
                <a:cs typeface="Noto Sans SC"/>
              </a:defRPr>
            </a:pPr>
            <a:r>
              <a:rPr sz="938" b="0">
                <a:solidFill>
                  <a:srgbClr val="53657A"/>
                </a:solidFill>
                <a:latin typeface="Noto Sans SC"/>
                <a:ea typeface="Noto Sans SC"/>
                <a:cs typeface="Noto Sans SC"/>
              </a:rPr>
              <a:t>v32_gateway.py；engine.py _target_exemption</a:t>
            </a:r>
          </a:p>
        </p:txBody>
      </p:sp>
      <p:sp>
        <p:nvSpPr>
          <p:cNvPr id="6" name="o5">
            <a:extLst xmlns:a="http://schemas.openxmlformats.org/drawingml/2006/main">
              <a:ext uri="{FF2B5EF4-FFF2-40B4-BE49-F238E27FC236}">
                <a16:creationId xmlns:a16="http://schemas.microsoft.com/office/drawing/2014/main" id="{67CDDC9A-17E1-4546-8CFD-A8F1EF79B1F7}"/>
              </a:ext>
            </a:extLst>
          </p:cNvPr>
          <p:cNvSpPr>
            <a:spLocks xmlns:a="http://schemas.openxmlformats.org/drawingml/2006/main" noGrp="1"/>
          </p:cNvSpPr>
          <p:nvPr/>
        </p:nvSpPr>
        <p:spPr>
          <a:xfrm xmlns:a="http://schemas.openxmlformats.org/drawingml/2006/main">
            <a:off x="10763250" y="6477000"/>
            <a:ext cx="819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3657A"/>
                </a:solidFill>
                <a:latin typeface="Noto Sans SC"/>
                <a:ea typeface="Noto Sans SC"/>
                <a:cs typeface="Noto Sans SC"/>
              </a:defRPr>
            </a:defPPr>
            <a:lvl1pPr algn="r">
              <a:defRPr sz="1200" b="0">
                <a:solidFill>
                  <a:srgbClr val="53657A"/>
                </a:solidFill>
                <a:latin typeface="Noto Sans SC"/>
                <a:ea typeface="Noto Sans SC"/>
                <a:cs typeface="Noto Sans SC"/>
              </a:defRPr>
            </a:lvl1pPr>
            <a:lvl2pPr algn="r">
              <a:defRPr sz="1200" b="0">
                <a:solidFill>
                  <a:srgbClr val="53657A"/>
                </a:solidFill>
                <a:latin typeface="Noto Sans SC"/>
                <a:ea typeface="Noto Sans SC"/>
                <a:cs typeface="Noto Sans SC"/>
              </a:defRPr>
            </a:lvl2pPr>
            <a:lvl3pPr algn="r">
              <a:defRPr sz="1200" b="0">
                <a:solidFill>
                  <a:srgbClr val="53657A"/>
                </a:solidFill>
                <a:latin typeface="Noto Sans SC"/>
                <a:ea typeface="Noto Sans SC"/>
                <a:cs typeface="Noto Sans SC"/>
              </a:defRPr>
            </a:lvl3pPr>
            <a:lvl4pPr algn="r">
              <a:defRPr sz="1200" b="0">
                <a:solidFill>
                  <a:srgbClr val="53657A"/>
                </a:solidFill>
                <a:latin typeface="Noto Sans SC"/>
                <a:ea typeface="Noto Sans SC"/>
                <a:cs typeface="Noto Sans SC"/>
              </a:defRPr>
            </a:lvl4pPr>
            <a:lvl5pPr algn="r">
              <a:defRPr sz="1200" b="0">
                <a:solidFill>
                  <a:srgbClr val="53657A"/>
                </a:solidFill>
                <a:latin typeface="Noto Sans SC"/>
                <a:ea typeface="Noto Sans SC"/>
                <a:cs typeface="Noto Sans SC"/>
              </a:defRPr>
            </a:lvl5pPr>
            <a:lvl6pPr algn="r">
              <a:defRPr sz="1200" b="0">
                <a:solidFill>
                  <a:srgbClr val="53657A"/>
                </a:solidFill>
                <a:latin typeface="Noto Sans SC"/>
                <a:ea typeface="Noto Sans SC"/>
                <a:cs typeface="Noto Sans SC"/>
              </a:defRPr>
            </a:lvl6pPr>
            <a:lvl7pPr algn="r">
              <a:defRPr sz="1200" b="0">
                <a:solidFill>
                  <a:srgbClr val="53657A"/>
                </a:solidFill>
                <a:latin typeface="Noto Sans SC"/>
                <a:ea typeface="Noto Sans SC"/>
                <a:cs typeface="Noto Sans SC"/>
              </a:defRPr>
            </a:lvl7pPr>
            <a:lvl8pPr algn="r">
              <a:defRPr sz="1200" b="0">
                <a:solidFill>
                  <a:srgbClr val="53657A"/>
                </a:solidFill>
                <a:latin typeface="Noto Sans SC"/>
                <a:ea typeface="Noto Sans SC"/>
                <a:cs typeface="Noto Sans SC"/>
              </a:defRPr>
            </a:lvl8pPr>
            <a:lvl9pPr algn="r">
              <a:defRPr sz="1200" b="0">
                <a:solidFill>
                  <a:srgbClr val="53657A"/>
                </a:solidFill>
                <a:latin typeface="Noto Sans SC"/>
                <a:ea typeface="Noto Sans SC"/>
                <a:cs typeface="Noto Sans SC"/>
              </a:defRPr>
            </a:lvl9pPr>
          </a:lstStyle>
          <a:p xmlns:a="http://schemas.openxmlformats.org/drawingml/2006/main">
            <a:pPr algn="r">
              <a:defRPr sz="1200" b="0">
                <a:solidFill>
                  <a:srgbClr val="53657A"/>
                </a:solidFill>
                <a:latin typeface="Noto Sans SC"/>
                <a:ea typeface="Noto Sans SC"/>
                <a:cs typeface="Noto Sans SC"/>
              </a:defRPr>
            </a:pPr>
            <a:r>
              <a:rPr sz="1200" b="0">
                <a:solidFill>
                  <a:srgbClr val="53657A"/>
                </a:solidFill>
                <a:latin typeface="Noto Sans SC"/>
                <a:ea typeface="Noto Sans SC"/>
                <a:cs typeface="Noto Sans SC"/>
              </a:rPr>
              <a:t>31 / 39</a:t>
            </a:r>
          </a:p>
        </p:txBody>
      </p:sp>
      <p:graphicFrame xmlns:a="http://schemas.openxmlformats.org/drawingml/2006/main" xmlns:m="http://schemas.openxmlformats.org/officeDocument/2006/math" xmlns:w="http://schemas.openxmlformats.org/wordprocessingml/2006/main" xmlns:a14="http://schemas.microsoft.com/office/drawing/2010/main" xmlns:r="http://schemas.openxmlformats.org/officeDocument/2006/relationships" xmlns:rel="http://schemas.openxmlformats.org/package/2006/relationships" xmlns:ct="http://schemas.openxmlformats.org/package/2006/content-types">
        <p:nvGraphicFramePr>
          <p:cNvPr id="7001" name="native-table-7001"/>
          <p:cNvGraphicFramePr/>
          <p:nvPr/>
        </p:nvGraphicFramePr>
        <p:xfrm>
          <a:off x="609600" y="1762125"/>
          <a:ext cx="10972800" cy="3905250"/>
        </p:xfrm>
        <a:graphic>
          <a:graphicData uri="http://schemas.openxmlformats.org/drawingml/2006/table">
            <a:tbl>
              <a:tblPr firstRow="1" bandRow="1"/>
              <a:tblGrid>
                <a:gridCol w="3657600">
                  <a:extLst>
                    <a:ext uri="{9D8B030D-6E8A-4147-A177-3AD203B41FA5}">
                      <ns0:colId xmlns:ns0="http://schemas.microsoft.com/office/drawing/2014/main" val="20000"/>
                    </a:ext>
                  </a:extLst>
                </a:gridCol>
                <a:gridCol w="3657600">
                  <a:extLst>
                    <a:ext uri="{9D8B030D-6E8A-4147-A177-3AD203B41FA5}">
                      <ns0:colId xmlns:ns0="http://schemas.microsoft.com/office/drawing/2014/main" val="20001"/>
                    </a:ext>
                  </a:extLst>
                </a:gridCol>
                <a:gridCol w="3657600">
                  <a:extLst>
                    <a:ext uri="{9D8B030D-6E8A-4147-A177-3AD203B41FA5}">
                      <ns0:colId xmlns:ns0="http://schemas.microsoft.com/office/drawing/2014/main" val="20002"/>
                    </a:ext>
                  </a:extLst>
                </a:gridCol>
              </a:tblGrid>
              <a:tr h="557893">
                <a:tc>
                  <a:txBody>
                    <a:bodyPr/>
                    <a:lstStyle/>
                    <a:p>
                      <a:pPr algn="l"/>
                      <a:r>
                        <a:rPr lang="zh-CN" sz="1650" b="1">
                          <a:solidFill>
                            <a:srgbClr val="1E293B"/>
                          </a:solidFill>
                          <a:latin typeface="Noto Sans SC"/>
                          <a:ea typeface="Noto Sans SC"/>
                          <a:cs typeface="Noto Sans SC"/>
                        </a:rPr>
                        <a:t>条件</a:t>
                      </a:r>
                      <a:endParaRPr lang="zh-CN" sz="165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DFE8F1"/>
                    </a:solidFill>
                  </a:tcPr>
                </a:tc>
                <a:tc>
                  <a:txBody>
                    <a:bodyPr/>
                    <a:lstStyle/>
                    <a:p>
                      <a:pPr algn="l"/>
                      <a:r>
                        <a:rPr lang="zh-CN" sz="1650" b="1">
                          <a:solidFill>
                            <a:srgbClr val="1E293B"/>
                          </a:solidFill>
                          <a:latin typeface="Noto Sans SC"/>
                          <a:ea typeface="Noto Sans SC"/>
                          <a:cs typeface="Noto Sans SC"/>
                        </a:rPr>
                        <a:t>当前行为</a:t>
                      </a:r>
                      <a:endParaRPr lang="zh-CN" sz="165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DFE8F1"/>
                    </a:solidFill>
                  </a:tcPr>
                </a:tc>
                <a:tc>
                  <a:txBody>
                    <a:bodyPr/>
                    <a:lstStyle/>
                    <a:p>
                      <a:pPr algn="l"/>
                      <a:r>
                        <a:rPr lang="zh-CN" sz="1650" b="1">
                          <a:solidFill>
                            <a:srgbClr val="1E293B"/>
                          </a:solidFill>
                          <a:latin typeface="Noto Sans SC"/>
                          <a:ea typeface="Noto Sans SC"/>
                          <a:cs typeface="Noto Sans SC"/>
                        </a:rPr>
                        <a:t>影响</a:t>
                      </a:r>
                      <a:endParaRPr lang="zh-CN" sz="165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DFE8F1"/>
                    </a:solidFill>
                  </a:tcPr>
                </a:tc>
                <a:extLst>
                  <a:ext uri="{0D108BD9-81ED-4DB2-BD59-A6C34878D82A}">
                    <ns0:rowId xmlns:ns0="http://schemas.microsoft.com/office/drawing/2014/main" val="10000"/>
                  </a:ext>
                </a:extLst>
              </a:tr>
              <a:tr h="557893">
                <a:tc>
                  <a:txBody>
                    <a:bodyPr/>
                    <a:lstStyle/>
                    <a:p>
                      <a:pPr algn="l"/>
                      <a:r>
                        <a:rPr lang="zh-CN" sz="1650" b="0">
                          <a:solidFill>
                            <a:srgbClr val="1E293B"/>
                          </a:solidFill>
                          <a:latin typeface="Noto Sans SC"/>
                          <a:ea typeface="Noto Sans SC"/>
                          <a:cs typeface="Noto Sans SC"/>
                        </a:rPr>
                        <a:t>无SN</a:t>
                      </a:r>
                      <a:endParaRPr lang="zh-CN" sz="165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FFFFF"/>
                    </a:solidFill>
                  </a:tcPr>
                </a:tc>
                <a:tc>
                  <a:txBody>
                    <a:bodyPr/>
                    <a:lstStyle/>
                    <a:p>
                      <a:pPr algn="l"/>
                      <a:r>
                        <a:rPr lang="zh-CN" sz="1650" b="0">
                          <a:solidFill>
                            <a:srgbClr val="1E293B"/>
                          </a:solidFill>
                          <a:latin typeface="Noto Sans SC"/>
                          <a:ea typeface="Noto Sans SC"/>
                          <a:cs typeface="Noto Sans SC"/>
                        </a:rPr>
                        <a:t>registrationStatus=unknown</a:t>
                      </a:r>
                      <a:endParaRPr lang="zh-CN" sz="165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FFFFF"/>
                    </a:solidFill>
                  </a:tcPr>
                </a:tc>
                <a:tc>
                  <a:txBody>
                    <a:bodyPr/>
                    <a:lstStyle/>
                    <a:p>
                      <a:pPr algn="l"/>
                      <a:r>
                        <a:rPr lang="zh-CN" sz="1650" b="0">
                          <a:solidFill>
                            <a:srgbClr val="1E293B"/>
                          </a:solidFill>
                          <a:latin typeface="Noto Sans SC"/>
                          <a:ea typeface="Noto Sans SC"/>
                          <a:cs typeface="Noto Sans SC"/>
                        </a:rPr>
                        <a:t>身份来源不足</a:t>
                      </a:r>
                      <a:endParaRPr lang="zh-CN" sz="165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FFFFF"/>
                    </a:solidFill>
                  </a:tcPr>
                </a:tc>
                <a:extLst>
                  <a:ext uri="{0D108BD9-81ED-4DB2-BD59-A6C34878D82A}">
                    <ns0:rowId xmlns:ns0="http://schemas.microsoft.com/office/drawing/2014/main" val="10001"/>
                  </a:ext>
                </a:extLst>
              </a:tr>
              <a:tr h="557893">
                <a:tc>
                  <a:txBody>
                    <a:bodyPr/>
                    <a:lstStyle/>
                    <a:p>
                      <a:pPr algn="l"/>
                      <a:r>
                        <a:rPr lang="zh-CN" sz="1650" b="0">
                          <a:solidFill>
                            <a:srgbClr val="1E293B"/>
                          </a:solidFill>
                          <a:latin typeface="Noto Sans SC"/>
                          <a:ea typeface="Noto Sans SC"/>
                          <a:cs typeface="Noto Sans SC"/>
                        </a:rPr>
                        <a:t>有SN，无有效设备记录</a:t>
                      </a:r>
                      <a:endParaRPr lang="zh-CN" sz="165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4F7FA"/>
                    </a:solidFill>
                  </a:tcPr>
                </a:tc>
                <a:tc>
                  <a:txBody>
                    <a:bodyPr/>
                    <a:lstStyle/>
                    <a:p>
                      <a:pPr algn="l"/>
                      <a:r>
                        <a:rPr lang="zh-CN" sz="1650" b="0">
                          <a:solidFill>
                            <a:srgbClr val="1E293B"/>
                          </a:solidFill>
                          <a:latin typeface="Noto Sans SC"/>
                          <a:ea typeface="Noto Sans SC"/>
                          <a:cs typeface="Noto Sans SC"/>
                        </a:rPr>
                        <a:t>unregistered</a:t>
                      </a:r>
                      <a:endParaRPr lang="zh-CN" sz="165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4F7FA"/>
                    </a:solidFill>
                  </a:tcPr>
                </a:tc>
                <a:tc>
                  <a:txBody>
                    <a:bodyPr/>
                    <a:lstStyle/>
                    <a:p>
                      <a:pPr algn="l"/>
                      <a:r>
                        <a:rPr lang="zh-CN" sz="1650" b="0">
                          <a:solidFill>
                            <a:srgbClr val="1E293B"/>
                          </a:solidFill>
                          <a:latin typeface="Noto Sans SC"/>
                          <a:ea typeface="Noto Sans SC"/>
                          <a:cs typeface="Noto Sans SC"/>
                        </a:rPr>
                        <a:t>明确未登记路径</a:t>
                      </a:r>
                      <a:endParaRPr lang="zh-CN" sz="165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4F7FA"/>
                    </a:solidFill>
                  </a:tcPr>
                </a:tc>
                <a:extLst>
                  <a:ext uri="{0D108BD9-81ED-4DB2-BD59-A6C34878D82A}">
                    <ns0:rowId xmlns:ns0="http://schemas.microsoft.com/office/drawing/2014/main" val="10002"/>
                  </a:ext>
                </a:extLst>
              </a:tr>
              <a:tr h="557893">
                <a:tc>
                  <a:txBody>
                    <a:bodyPr/>
                    <a:lstStyle/>
                    <a:p>
                      <a:pPr algn="l"/>
                      <a:r>
                        <a:rPr lang="zh-CN" sz="1650" b="0">
                          <a:solidFill>
                            <a:srgbClr val="1E293B"/>
                          </a:solidFill>
                          <a:latin typeface="Noto Sans SC"/>
                          <a:ea typeface="Noto Sans SC"/>
                          <a:cs typeface="Noto Sans SC"/>
                        </a:rPr>
                        <a:t>重复有效设备SN</a:t>
                      </a:r>
                      <a:endParaRPr lang="zh-CN" sz="165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FFFFF"/>
                    </a:solidFill>
                  </a:tcPr>
                </a:tc>
                <a:tc>
                  <a:txBody>
                    <a:bodyPr/>
                    <a:lstStyle/>
                    <a:p>
                      <a:pPr algn="l"/>
                      <a:r>
                        <a:rPr lang="zh-CN" sz="1650" b="0">
                          <a:solidFill>
                            <a:srgbClr val="1E293B"/>
                          </a:solidFill>
                          <a:latin typeface="Noto Sans SC"/>
                          <a:ea typeface="Noto Sans SC"/>
                          <a:cs typeface="Noto Sans SC"/>
                        </a:rPr>
                        <a:t>拒绝请求</a:t>
                      </a:r>
                      <a:endParaRPr lang="zh-CN" sz="165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FFFFF"/>
                    </a:solidFill>
                  </a:tcPr>
                </a:tc>
                <a:tc>
                  <a:txBody>
                    <a:bodyPr/>
                    <a:lstStyle/>
                    <a:p>
                      <a:pPr algn="l"/>
                      <a:r>
                        <a:rPr lang="zh-CN" sz="1650" b="0">
                          <a:solidFill>
                            <a:srgbClr val="1E293B"/>
                          </a:solidFill>
                          <a:latin typeface="Noto Sans SC"/>
                          <a:ea typeface="Noto Sans SC"/>
                          <a:cs typeface="Noto Sans SC"/>
                        </a:rPr>
                        <a:t>防止任意选择</a:t>
                      </a:r>
                      <a:endParaRPr lang="zh-CN" sz="165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FFFFF"/>
                    </a:solidFill>
                  </a:tcPr>
                </a:tc>
                <a:extLst>
                  <a:ext uri="{0D108BD9-81ED-4DB2-BD59-A6C34878D82A}">
                    <ns0:rowId xmlns:ns0="http://schemas.microsoft.com/office/drawing/2014/main" val="10003"/>
                  </a:ext>
                </a:extLst>
              </a:tr>
              <a:tr h="557893">
                <a:tc>
                  <a:txBody>
                    <a:bodyPr/>
                    <a:lstStyle/>
                    <a:p>
                      <a:pPr algn="l"/>
                      <a:r>
                        <a:rPr lang="zh-CN" sz="1650" b="0">
                          <a:solidFill>
                            <a:srgbClr val="1E293B"/>
                          </a:solidFill>
                          <a:latin typeface="Noto Sans SC"/>
                          <a:ea typeface="Noto Sans SC"/>
                          <a:cs typeface="Noto Sans SC"/>
                        </a:rPr>
                        <a:t>有效白名单重复／型号冲突</a:t>
                      </a:r>
                      <a:endParaRPr lang="zh-CN" sz="165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4F7FA"/>
                    </a:solidFill>
                  </a:tcPr>
                </a:tc>
                <a:tc>
                  <a:txBody>
                    <a:bodyPr/>
                    <a:lstStyle/>
                    <a:p>
                      <a:pPr algn="l"/>
                      <a:r>
                        <a:rPr lang="zh-CN" sz="1650" b="0">
                          <a:solidFill>
                            <a:srgbClr val="1E293B"/>
                          </a:solidFill>
                          <a:latin typeface="Noto Sans SC"/>
                          <a:ea typeface="Noto Sans SC"/>
                          <a:cs typeface="Noto Sans SC"/>
                        </a:rPr>
                        <a:t>禁用相关白名单并诊断</a:t>
                      </a:r>
                      <a:endParaRPr lang="zh-CN" sz="165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4F7FA"/>
                    </a:solidFill>
                  </a:tcPr>
                </a:tc>
                <a:tc>
                  <a:txBody>
                    <a:bodyPr/>
                    <a:lstStyle/>
                    <a:p>
                      <a:pPr algn="l"/>
                      <a:r>
                        <a:rPr lang="zh-CN" sz="1650" b="0">
                          <a:solidFill>
                            <a:srgbClr val="1E293B"/>
                          </a:solidFill>
                          <a:latin typeface="Noto Sans SC"/>
                          <a:ea typeface="Noto Sans SC"/>
                          <a:cs typeface="Noto Sans SC"/>
                        </a:rPr>
                        <a:t>不能据此豁免</a:t>
                      </a:r>
                      <a:endParaRPr lang="zh-CN" sz="165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4F7FA"/>
                    </a:solidFill>
                  </a:tcPr>
                </a:tc>
                <a:extLst>
                  <a:ext uri="{0D108BD9-81ED-4DB2-BD59-A6C34878D82A}">
                    <ns0:rowId xmlns:ns0="http://schemas.microsoft.com/office/drawing/2014/main" val="10004"/>
                  </a:ext>
                </a:extLst>
              </a:tr>
              <a:tr h="557893">
                <a:tc>
                  <a:txBody>
                    <a:bodyPr/>
                    <a:lstStyle/>
                    <a:p>
                      <a:pPr algn="l"/>
                      <a:r>
                        <a:rPr lang="zh-CN" sz="1650" b="0">
                          <a:solidFill>
                            <a:srgbClr val="1E293B"/>
                          </a:solidFill>
                          <a:latin typeface="Noto Sans SC"/>
                          <a:ea typeface="Noto Sans SC"/>
                          <a:cs typeface="Noto Sans SC"/>
                        </a:rPr>
                        <a:t>计划当前点不在路线容差内</a:t>
                      </a:r>
                      <a:endParaRPr lang="zh-CN" sz="165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FFFFF"/>
                    </a:solidFill>
                  </a:tcPr>
                </a:tc>
                <a:tc>
                  <a:txBody>
                    <a:bodyPr/>
                    <a:lstStyle/>
                    <a:p>
                      <a:pPr algn="l"/>
                      <a:r>
                        <a:rPr lang="zh-CN" sz="1650" b="0">
                          <a:solidFill>
                            <a:srgbClr val="1E293B"/>
                          </a:solidFill>
                          <a:latin typeface="Noto Sans SC"/>
                          <a:ea typeface="Noto Sans SC"/>
                          <a:cs typeface="Noto Sans SC"/>
                        </a:rPr>
                        <a:t>该计划不命中</a:t>
                      </a:r>
                      <a:endParaRPr lang="zh-CN" sz="165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FFFFF"/>
                    </a:solidFill>
                  </a:tcPr>
                </a:tc>
                <a:tc>
                  <a:txBody>
                    <a:bodyPr/>
                    <a:lstStyle/>
                    <a:p>
                      <a:pPr algn="l"/>
                      <a:r>
                        <a:rPr lang="zh-CN" sz="1650" b="0">
                          <a:solidFill>
                            <a:srgbClr val="1E293B"/>
                          </a:solidFill>
                          <a:latin typeface="Noto Sans SC"/>
                          <a:ea typeface="Noto Sans SC"/>
                          <a:cs typeface="Noto Sans SC"/>
                        </a:rPr>
                        <a:t>保留正常判读</a:t>
                      </a:r>
                      <a:endParaRPr lang="zh-CN" sz="165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FFFFF"/>
                    </a:solidFill>
                  </a:tcPr>
                </a:tc>
                <a:extLst>
                  <a:ext uri="{0D108BD9-81ED-4DB2-BD59-A6C34878D82A}">
                    <ns0:rowId xmlns:ns0="http://schemas.microsoft.com/office/drawing/2014/main" val="10005"/>
                  </a:ext>
                </a:extLst>
              </a:tr>
              <a:tr h="557893">
                <a:tc>
                  <a:txBody>
                    <a:bodyPr/>
                    <a:lstStyle/>
                    <a:p>
                      <a:pPr algn="l"/>
                      <a:r>
                        <a:rPr lang="zh-CN" sz="1650" b="0">
                          <a:solidFill>
                            <a:srgbClr val="1E293B"/>
                          </a:solidFill>
                          <a:latin typeface="Noto Sans SC"/>
                          <a:ea typeface="Noto Sans SC"/>
                          <a:cs typeface="Noto Sans SC"/>
                        </a:rPr>
                        <a:t>多条计划命中</a:t>
                      </a:r>
                      <a:endParaRPr lang="zh-CN" sz="165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4F7FA"/>
                    </a:solidFill>
                  </a:tcPr>
                </a:tc>
                <a:tc>
                  <a:txBody>
                    <a:bodyPr/>
                    <a:lstStyle/>
                    <a:p>
                      <a:pPr algn="l"/>
                      <a:r>
                        <a:rPr lang="zh-CN" sz="1650" b="0">
                          <a:solidFill>
                            <a:srgbClr val="1E293B"/>
                          </a:solidFill>
                          <a:latin typeface="Noto Sans SC"/>
                          <a:ea typeface="Noto Sans SC"/>
                          <a:cs typeface="Noto Sans SC"/>
                        </a:rPr>
                        <a:t>偏差、申报时间、ID排序</a:t>
                      </a:r>
                      <a:endParaRPr lang="zh-CN" sz="165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4F7FA"/>
                    </a:solidFill>
                  </a:tcPr>
                </a:tc>
                <a:tc>
                  <a:txBody>
                    <a:bodyPr/>
                    <a:lstStyle/>
                    <a:p>
                      <a:pPr algn="l"/>
                      <a:r>
                        <a:rPr lang="zh-CN" sz="1650" b="0">
                          <a:solidFill>
                            <a:srgbClr val="1E293B"/>
                          </a:solidFill>
                          <a:latin typeface="Noto Sans SC"/>
                          <a:ea typeface="Noto Sans SC"/>
                          <a:cs typeface="Noto Sans SC"/>
                        </a:rPr>
                        <a:t>稳定选择并留记录</a:t>
                      </a:r>
                      <a:endParaRPr lang="zh-CN" sz="165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4F7FA"/>
                    </a:solidFill>
                  </a:tcPr>
                </a:tc>
                <a:extLst>
                  <a:ext uri="{0D108BD9-81ED-4DB2-BD59-A6C34878D82A}">
                    <ns0:rowId xmlns:ns0="http://schemas.microsoft.com/office/drawing/2014/main" val="10006"/>
                  </a:ext>
                </a:extLst>
              </a:tr>
            </a:tbl>
          </a:graphicData>
        </a:graphic>
      </p:graphicFrame>
    </p:spTree>
    <p:extLst>
      <p:ext uri="{BB962C8B-B14F-4D97-AF65-F5344CB8AC3E}">
        <p14:creationId xmlns:p14="http://schemas.microsoft.com/office/powerpoint/2010/main" val="1108332984"/>
      </p:ext>
    </p:extLst>
  </p:cSld>
</p:sld>
</file>

<file path=ppt/slides/slide32.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10" name="o0">
            <a:extLst xmlns:a="http://schemas.openxmlformats.org/drawingml/2006/main">
              <a:ext uri="{FF2B5EF4-FFF2-40B4-BE49-F238E27FC236}">
                <a16:creationId xmlns:a16="http://schemas.microsoft.com/office/drawing/2014/main" id="{259EE59E-4348-43E2-8359-5C118B5CC1F2}"/>
              </a:ext>
            </a:extLst>
          </p:cNvPr>
          <p:cNvSpPr>
            <a:spLocks xmlns:a="http://schemas.openxmlformats.org/drawingml/2006/main" noGrp="1"/>
          </p:cNvSpPr>
          <p:nvPr/>
        </p:nvSpPr>
        <p:spPr>
          <a:xfrm xmlns:a="http://schemas.openxmlformats.org/drawingml/2006/main">
            <a:off x="609600" y="20955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00" b="0">
                <a:solidFill>
                  <a:srgbClr val="53657A"/>
                </a:solidFill>
                <a:latin typeface="Noto Sans SC"/>
                <a:ea typeface="Noto Sans SC"/>
                <a:cs typeface="Noto Sans SC"/>
              </a:defRPr>
            </a:defPPr>
            <a:lvl1pPr algn="l">
              <a:defRPr sz="1200" b="0">
                <a:solidFill>
                  <a:srgbClr val="53657A"/>
                </a:solidFill>
                <a:latin typeface="Noto Sans SC"/>
                <a:ea typeface="Noto Sans SC"/>
                <a:cs typeface="Noto Sans SC"/>
              </a:defRPr>
            </a:lvl1pPr>
            <a:lvl2pPr algn="l">
              <a:defRPr sz="1200" b="0">
                <a:solidFill>
                  <a:srgbClr val="53657A"/>
                </a:solidFill>
                <a:latin typeface="Noto Sans SC"/>
                <a:ea typeface="Noto Sans SC"/>
                <a:cs typeface="Noto Sans SC"/>
              </a:defRPr>
            </a:lvl2pPr>
            <a:lvl3pPr algn="l">
              <a:defRPr sz="1200" b="0">
                <a:solidFill>
                  <a:srgbClr val="53657A"/>
                </a:solidFill>
                <a:latin typeface="Noto Sans SC"/>
                <a:ea typeface="Noto Sans SC"/>
                <a:cs typeface="Noto Sans SC"/>
              </a:defRPr>
            </a:lvl3pPr>
            <a:lvl4pPr algn="l">
              <a:defRPr sz="1200" b="0">
                <a:solidFill>
                  <a:srgbClr val="53657A"/>
                </a:solidFill>
                <a:latin typeface="Noto Sans SC"/>
                <a:ea typeface="Noto Sans SC"/>
                <a:cs typeface="Noto Sans SC"/>
              </a:defRPr>
            </a:lvl4pPr>
            <a:lvl5pPr algn="l">
              <a:defRPr sz="1200" b="0">
                <a:solidFill>
                  <a:srgbClr val="53657A"/>
                </a:solidFill>
                <a:latin typeface="Noto Sans SC"/>
                <a:ea typeface="Noto Sans SC"/>
                <a:cs typeface="Noto Sans SC"/>
              </a:defRPr>
            </a:lvl5pPr>
            <a:lvl6pPr algn="l">
              <a:defRPr sz="1200" b="0">
                <a:solidFill>
                  <a:srgbClr val="53657A"/>
                </a:solidFill>
                <a:latin typeface="Noto Sans SC"/>
                <a:ea typeface="Noto Sans SC"/>
                <a:cs typeface="Noto Sans SC"/>
              </a:defRPr>
            </a:lvl6pPr>
            <a:lvl7pPr algn="l">
              <a:defRPr sz="1200" b="0">
                <a:solidFill>
                  <a:srgbClr val="53657A"/>
                </a:solidFill>
                <a:latin typeface="Noto Sans SC"/>
                <a:ea typeface="Noto Sans SC"/>
                <a:cs typeface="Noto Sans SC"/>
              </a:defRPr>
            </a:lvl7pPr>
            <a:lvl8pPr algn="l">
              <a:defRPr sz="1200" b="0">
                <a:solidFill>
                  <a:srgbClr val="53657A"/>
                </a:solidFill>
                <a:latin typeface="Noto Sans SC"/>
                <a:ea typeface="Noto Sans SC"/>
                <a:cs typeface="Noto Sans SC"/>
              </a:defRPr>
            </a:lvl8pPr>
            <a:lvl9pPr algn="l">
              <a:defRPr sz="1200" b="0">
                <a:solidFill>
                  <a:srgbClr val="53657A"/>
                </a:solidFill>
                <a:latin typeface="Noto Sans SC"/>
                <a:ea typeface="Noto Sans SC"/>
                <a:cs typeface="Noto Sans SC"/>
              </a:defRPr>
            </a:lvl9pPr>
          </a:lstStyle>
          <a:p xmlns:a="http://schemas.openxmlformats.org/drawingml/2006/main">
            <a:pPr algn="l">
              <a:defRPr sz="1200" b="0">
                <a:solidFill>
                  <a:srgbClr val="53657A"/>
                </a:solidFill>
                <a:latin typeface="Noto Sans SC"/>
                <a:ea typeface="Noto Sans SC"/>
                <a:cs typeface="Noto Sans SC"/>
              </a:defRPr>
            </a:pPr>
            <a:r>
              <a:rPr sz="1200" b="0">
                <a:solidFill>
                  <a:srgbClr val="53657A"/>
                </a:solidFill>
                <a:latin typeface="Noto Sans SC"/>
                <a:ea typeface="Noto Sans SC"/>
                <a:cs typeface="Noto Sans SC"/>
              </a:rPr>
              <a:t>算法原理与阶段验证</a:t>
            </a:r>
          </a:p>
        </p:txBody>
      </p:sp>
      <p:sp>
        <p:nvSpPr>
          <p:cNvPr id="2" name="o1">
            <a:extLst xmlns:a="http://schemas.openxmlformats.org/drawingml/2006/main">
              <a:ext uri="{FF2B5EF4-FFF2-40B4-BE49-F238E27FC236}">
                <a16:creationId xmlns:a16="http://schemas.microsoft.com/office/drawing/2014/main" id="{CA5A3DBA-2C09-4419-860F-B543F3C45A65}"/>
              </a:ext>
            </a:extLst>
          </p:cNvPr>
          <p:cNvSpPr>
            <a:spLocks xmlns:a="http://schemas.openxmlformats.org/drawingml/2006/main" noGrp="1"/>
          </p:cNvSpPr>
          <p:nvPr/>
        </p:nvSpPr>
        <p:spPr>
          <a:xfrm xmlns:a="http://schemas.openxmlformats.org/drawingml/2006/main">
            <a:off x="609600" y="561975"/>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000" b="1">
                <a:solidFill>
                  <a:srgbClr val="16243A"/>
                </a:solidFill>
                <a:latin typeface="Noto Serif SC"/>
                <a:ea typeface="Noto Serif SC"/>
                <a:cs typeface="Noto Serif SC"/>
              </a:defRPr>
            </a:defPPr>
            <a:lvl1pPr algn="l">
              <a:defRPr sz="3000" b="1">
                <a:solidFill>
                  <a:srgbClr val="16243A"/>
                </a:solidFill>
                <a:latin typeface="Noto Serif SC"/>
                <a:ea typeface="Noto Serif SC"/>
                <a:cs typeface="Noto Serif SC"/>
              </a:defRPr>
            </a:lvl1pPr>
            <a:lvl2pPr algn="l">
              <a:defRPr sz="3000" b="1">
                <a:solidFill>
                  <a:srgbClr val="16243A"/>
                </a:solidFill>
                <a:latin typeface="Noto Serif SC"/>
                <a:ea typeface="Noto Serif SC"/>
                <a:cs typeface="Noto Serif SC"/>
              </a:defRPr>
            </a:lvl2pPr>
            <a:lvl3pPr algn="l">
              <a:defRPr sz="3000" b="1">
                <a:solidFill>
                  <a:srgbClr val="16243A"/>
                </a:solidFill>
                <a:latin typeface="Noto Serif SC"/>
                <a:ea typeface="Noto Serif SC"/>
                <a:cs typeface="Noto Serif SC"/>
              </a:defRPr>
            </a:lvl3pPr>
            <a:lvl4pPr algn="l">
              <a:defRPr sz="3000" b="1">
                <a:solidFill>
                  <a:srgbClr val="16243A"/>
                </a:solidFill>
                <a:latin typeface="Noto Serif SC"/>
                <a:ea typeface="Noto Serif SC"/>
                <a:cs typeface="Noto Serif SC"/>
              </a:defRPr>
            </a:lvl4pPr>
            <a:lvl5pPr algn="l">
              <a:defRPr sz="3000" b="1">
                <a:solidFill>
                  <a:srgbClr val="16243A"/>
                </a:solidFill>
                <a:latin typeface="Noto Serif SC"/>
                <a:ea typeface="Noto Serif SC"/>
                <a:cs typeface="Noto Serif SC"/>
              </a:defRPr>
            </a:lvl5pPr>
            <a:lvl6pPr algn="l">
              <a:defRPr sz="3000" b="1">
                <a:solidFill>
                  <a:srgbClr val="16243A"/>
                </a:solidFill>
                <a:latin typeface="Noto Serif SC"/>
                <a:ea typeface="Noto Serif SC"/>
                <a:cs typeface="Noto Serif SC"/>
              </a:defRPr>
            </a:lvl6pPr>
            <a:lvl7pPr algn="l">
              <a:defRPr sz="3000" b="1">
                <a:solidFill>
                  <a:srgbClr val="16243A"/>
                </a:solidFill>
                <a:latin typeface="Noto Serif SC"/>
                <a:ea typeface="Noto Serif SC"/>
                <a:cs typeface="Noto Serif SC"/>
              </a:defRPr>
            </a:lvl7pPr>
            <a:lvl8pPr algn="l">
              <a:defRPr sz="3000" b="1">
                <a:solidFill>
                  <a:srgbClr val="16243A"/>
                </a:solidFill>
                <a:latin typeface="Noto Serif SC"/>
                <a:ea typeface="Noto Serif SC"/>
                <a:cs typeface="Noto Serif SC"/>
              </a:defRPr>
            </a:lvl8pPr>
            <a:lvl9pPr algn="l">
              <a:defRPr sz="3000" b="1">
                <a:solidFill>
                  <a:srgbClr val="16243A"/>
                </a:solidFill>
                <a:latin typeface="Noto Serif SC"/>
                <a:ea typeface="Noto Serif SC"/>
                <a:cs typeface="Noto Serif SC"/>
              </a:defRPr>
            </a:lvl9pPr>
          </a:lstStyle>
          <a:p xmlns:a="http://schemas.openxmlformats.org/drawingml/2006/main">
            <a:pPr algn="l">
              <a:defRPr sz="3000" b="1">
                <a:solidFill>
                  <a:srgbClr val="16243A"/>
                </a:solidFill>
                <a:latin typeface="Noto Serif SC"/>
                <a:ea typeface="Noto Serif SC"/>
                <a:cs typeface="Noto Serif SC"/>
              </a:defRPr>
            </a:pPr>
            <a:r>
              <a:rPr sz="3000" b="1">
                <a:solidFill>
                  <a:srgbClr val="16243A"/>
                </a:solidFill>
                <a:latin typeface="Noto Serif SC"/>
                <a:ea typeface="Noto Serif SC"/>
                <a:cs typeface="Noto Serif SC"/>
              </a:rPr>
              <a:t>A2 聚类伪代码与特殊配置</a:t>
            </a:r>
          </a:p>
        </p:txBody>
      </p:sp>
      <p:sp>
        <p:nvSpPr>
          <p:cNvPr id="3" name="line-2">
            <a:extLst xmlns:a="http://schemas.openxmlformats.org/drawingml/2006/main">
              <a:ext uri="{FF2B5EF4-FFF2-40B4-BE49-F238E27FC236}">
                <a16:creationId xmlns:a16="http://schemas.microsoft.com/office/drawing/2014/main" id="{D3109890-134E-4A31-B86A-FB182972C4A3}"/>
              </a:ext>
            </a:extLst>
          </p:cNvPr>
          <p:cNvSpPr>
            <a:spLocks xmlns:a="http://schemas.openxmlformats.org/drawingml/2006/main" noGrp="1"/>
          </p:cNvSpPr>
          <p:nvPr/>
        </p:nvSpPr>
        <p:spPr>
          <a:xfrm xmlns:a="http://schemas.openxmlformats.org/drawingml/2006/main" flipV="0">
            <a:off x="609600" y="1304925"/>
            <a:ext cx="10972800" cy="953"/>
          </a:xfrm>
          <a:prstGeom xmlns:a="http://schemas.openxmlformats.org/drawingml/2006/main" prst="line">
            <a:avLst/>
          </a:prstGeom>
          <a:noFill xmlns:a="http://schemas.openxmlformats.org/drawingml/2006/main"/>
          <a:ln xmlns:a="http://schemas.openxmlformats.org/drawingml/2006/main" w="19050">
            <a:solidFill>
              <a:srgbClr val="CCD6E3"/>
            </a:solidFill>
            <a:prstDash val="solid"/>
          </a:ln>
        </p:spPr>
      </p:sp>
      <p:sp>
        <p:nvSpPr>
          <p:cNvPr id="4" name="line-2">
            <a:extLst xmlns:a="http://schemas.openxmlformats.org/drawingml/2006/main">
              <a:ext uri="{FF2B5EF4-FFF2-40B4-BE49-F238E27FC236}">
                <a16:creationId xmlns:a16="http://schemas.microsoft.com/office/drawing/2014/main" id="{4AE5FC03-D62F-459F-96D2-BCFC61890603}"/>
              </a:ext>
            </a:extLst>
          </p:cNvPr>
          <p:cNvSpPr>
            <a:spLocks xmlns:a="http://schemas.openxmlformats.org/drawingml/2006/main" noGrp="1"/>
          </p:cNvSpPr>
          <p:nvPr/>
        </p:nvSpPr>
        <p:spPr>
          <a:xfrm xmlns:a="http://schemas.openxmlformats.org/drawingml/2006/main" flipV="0">
            <a:off x="609600" y="1304925"/>
            <a:ext cx="762000" cy="953"/>
          </a:xfrm>
          <a:prstGeom xmlns:a="http://schemas.openxmlformats.org/drawingml/2006/main" prst="line">
            <a:avLst/>
          </a:prstGeom>
          <a:noFill xmlns:a="http://schemas.openxmlformats.org/drawingml/2006/main"/>
          <a:ln xmlns:a="http://schemas.openxmlformats.org/drawingml/2006/main" w="38100">
            <a:solidFill>
              <a:srgbClr val="224E88"/>
            </a:solidFill>
            <a:prstDash val="solid"/>
          </a:ln>
        </p:spPr>
      </p:sp>
      <p:sp>
        <p:nvSpPr>
          <p:cNvPr id="5" name="o4">
            <a:extLst xmlns:a="http://schemas.openxmlformats.org/drawingml/2006/main">
              <a:ext uri="{FF2B5EF4-FFF2-40B4-BE49-F238E27FC236}">
                <a16:creationId xmlns:a16="http://schemas.microsoft.com/office/drawing/2014/main" id="{9BC786E7-FD2E-42B1-8D17-4F6E05F9B4E2}"/>
              </a:ext>
            </a:extLst>
          </p:cNvPr>
          <p:cNvSpPr>
            <a:spLocks xmlns:a="http://schemas.openxmlformats.org/drawingml/2006/main" noGrp="1"/>
          </p:cNvSpPr>
          <p:nvPr/>
        </p:nvSpPr>
        <p:spPr>
          <a:xfrm xmlns:a="http://schemas.openxmlformats.org/drawingml/2006/main">
            <a:off x="609600" y="6496050"/>
            <a:ext cx="1000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38" b="0">
                <a:solidFill>
                  <a:srgbClr val="53657A"/>
                </a:solidFill>
                <a:latin typeface="Noto Sans SC"/>
                <a:ea typeface="Noto Sans SC"/>
                <a:cs typeface="Noto Sans SC"/>
              </a:defRPr>
            </a:defPPr>
            <a:lvl1pPr algn="l">
              <a:defRPr sz="938" b="0">
                <a:solidFill>
                  <a:srgbClr val="53657A"/>
                </a:solidFill>
                <a:latin typeface="Noto Sans SC"/>
                <a:ea typeface="Noto Sans SC"/>
                <a:cs typeface="Noto Sans SC"/>
              </a:defRPr>
            </a:lvl1pPr>
            <a:lvl2pPr algn="l">
              <a:defRPr sz="938" b="0">
                <a:solidFill>
                  <a:srgbClr val="53657A"/>
                </a:solidFill>
                <a:latin typeface="Noto Sans SC"/>
                <a:ea typeface="Noto Sans SC"/>
                <a:cs typeface="Noto Sans SC"/>
              </a:defRPr>
            </a:lvl2pPr>
            <a:lvl3pPr algn="l">
              <a:defRPr sz="938" b="0">
                <a:solidFill>
                  <a:srgbClr val="53657A"/>
                </a:solidFill>
                <a:latin typeface="Noto Sans SC"/>
                <a:ea typeface="Noto Sans SC"/>
                <a:cs typeface="Noto Sans SC"/>
              </a:defRPr>
            </a:lvl3pPr>
            <a:lvl4pPr algn="l">
              <a:defRPr sz="938" b="0">
                <a:solidFill>
                  <a:srgbClr val="53657A"/>
                </a:solidFill>
                <a:latin typeface="Noto Sans SC"/>
                <a:ea typeface="Noto Sans SC"/>
                <a:cs typeface="Noto Sans SC"/>
              </a:defRPr>
            </a:lvl4pPr>
            <a:lvl5pPr algn="l">
              <a:defRPr sz="938" b="0">
                <a:solidFill>
                  <a:srgbClr val="53657A"/>
                </a:solidFill>
                <a:latin typeface="Noto Sans SC"/>
                <a:ea typeface="Noto Sans SC"/>
                <a:cs typeface="Noto Sans SC"/>
              </a:defRPr>
            </a:lvl5pPr>
            <a:lvl6pPr algn="l">
              <a:defRPr sz="938" b="0">
                <a:solidFill>
                  <a:srgbClr val="53657A"/>
                </a:solidFill>
                <a:latin typeface="Noto Sans SC"/>
                <a:ea typeface="Noto Sans SC"/>
                <a:cs typeface="Noto Sans SC"/>
              </a:defRPr>
            </a:lvl6pPr>
            <a:lvl7pPr algn="l">
              <a:defRPr sz="938" b="0">
                <a:solidFill>
                  <a:srgbClr val="53657A"/>
                </a:solidFill>
                <a:latin typeface="Noto Sans SC"/>
                <a:ea typeface="Noto Sans SC"/>
                <a:cs typeface="Noto Sans SC"/>
              </a:defRPr>
            </a:lvl7pPr>
            <a:lvl8pPr algn="l">
              <a:defRPr sz="938" b="0">
                <a:solidFill>
                  <a:srgbClr val="53657A"/>
                </a:solidFill>
                <a:latin typeface="Noto Sans SC"/>
                <a:ea typeface="Noto Sans SC"/>
                <a:cs typeface="Noto Sans SC"/>
              </a:defRPr>
            </a:lvl8pPr>
            <a:lvl9pPr algn="l">
              <a:defRPr sz="938" b="0">
                <a:solidFill>
                  <a:srgbClr val="53657A"/>
                </a:solidFill>
                <a:latin typeface="Noto Sans SC"/>
                <a:ea typeface="Noto Sans SC"/>
                <a:cs typeface="Noto Sans SC"/>
              </a:defRPr>
            </a:lvl9pPr>
          </a:lstStyle>
          <a:p xmlns:a="http://schemas.openxmlformats.org/drawingml/2006/main">
            <a:pPr algn="l">
              <a:defRPr sz="938" b="0">
                <a:solidFill>
                  <a:srgbClr val="53657A"/>
                </a:solidFill>
                <a:latin typeface="Noto Sans SC"/>
                <a:ea typeface="Noto Sans SC"/>
                <a:cs typeface="Noto Sans SC"/>
              </a:defRPr>
            </a:pPr>
            <a:r>
              <a:rPr sz="938" b="0">
                <a:solidFill>
                  <a:srgbClr val="53657A"/>
                </a:solidFill>
                <a:latin typeface="Noto Sans SC"/>
                <a:ea typeface="Noto Sans SC"/>
                <a:cs typeface="Noto Sans SC"/>
              </a:rPr>
              <a:t>SplitClusters；当前参数；正常DBSCAN与回退分组分别计量</a:t>
            </a:r>
          </a:p>
        </p:txBody>
      </p:sp>
      <p:sp>
        <p:nvSpPr>
          <p:cNvPr id="6" name="o5">
            <a:extLst xmlns:a="http://schemas.openxmlformats.org/drawingml/2006/main">
              <a:ext uri="{FF2B5EF4-FFF2-40B4-BE49-F238E27FC236}">
                <a16:creationId xmlns:a16="http://schemas.microsoft.com/office/drawing/2014/main" id="{152E7757-DDE2-4F44-84A1-B5D286AFDBAC}"/>
              </a:ext>
            </a:extLst>
          </p:cNvPr>
          <p:cNvSpPr>
            <a:spLocks xmlns:a="http://schemas.openxmlformats.org/drawingml/2006/main" noGrp="1"/>
          </p:cNvSpPr>
          <p:nvPr/>
        </p:nvSpPr>
        <p:spPr>
          <a:xfrm xmlns:a="http://schemas.openxmlformats.org/drawingml/2006/main">
            <a:off x="10763250" y="6477000"/>
            <a:ext cx="819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3657A"/>
                </a:solidFill>
                <a:latin typeface="Noto Sans SC"/>
                <a:ea typeface="Noto Sans SC"/>
                <a:cs typeface="Noto Sans SC"/>
              </a:defRPr>
            </a:defPPr>
            <a:lvl1pPr algn="r">
              <a:defRPr sz="1200" b="0">
                <a:solidFill>
                  <a:srgbClr val="53657A"/>
                </a:solidFill>
                <a:latin typeface="Noto Sans SC"/>
                <a:ea typeface="Noto Sans SC"/>
                <a:cs typeface="Noto Sans SC"/>
              </a:defRPr>
            </a:lvl1pPr>
            <a:lvl2pPr algn="r">
              <a:defRPr sz="1200" b="0">
                <a:solidFill>
                  <a:srgbClr val="53657A"/>
                </a:solidFill>
                <a:latin typeface="Noto Sans SC"/>
                <a:ea typeface="Noto Sans SC"/>
                <a:cs typeface="Noto Sans SC"/>
              </a:defRPr>
            </a:lvl2pPr>
            <a:lvl3pPr algn="r">
              <a:defRPr sz="1200" b="0">
                <a:solidFill>
                  <a:srgbClr val="53657A"/>
                </a:solidFill>
                <a:latin typeface="Noto Sans SC"/>
                <a:ea typeface="Noto Sans SC"/>
                <a:cs typeface="Noto Sans SC"/>
              </a:defRPr>
            </a:lvl3pPr>
            <a:lvl4pPr algn="r">
              <a:defRPr sz="1200" b="0">
                <a:solidFill>
                  <a:srgbClr val="53657A"/>
                </a:solidFill>
                <a:latin typeface="Noto Sans SC"/>
                <a:ea typeface="Noto Sans SC"/>
                <a:cs typeface="Noto Sans SC"/>
              </a:defRPr>
            </a:lvl4pPr>
            <a:lvl5pPr algn="r">
              <a:defRPr sz="1200" b="0">
                <a:solidFill>
                  <a:srgbClr val="53657A"/>
                </a:solidFill>
                <a:latin typeface="Noto Sans SC"/>
                <a:ea typeface="Noto Sans SC"/>
                <a:cs typeface="Noto Sans SC"/>
              </a:defRPr>
            </a:lvl5pPr>
            <a:lvl6pPr algn="r">
              <a:defRPr sz="1200" b="0">
                <a:solidFill>
                  <a:srgbClr val="53657A"/>
                </a:solidFill>
                <a:latin typeface="Noto Sans SC"/>
                <a:ea typeface="Noto Sans SC"/>
                <a:cs typeface="Noto Sans SC"/>
              </a:defRPr>
            </a:lvl6pPr>
            <a:lvl7pPr algn="r">
              <a:defRPr sz="1200" b="0">
                <a:solidFill>
                  <a:srgbClr val="53657A"/>
                </a:solidFill>
                <a:latin typeface="Noto Sans SC"/>
                <a:ea typeface="Noto Sans SC"/>
                <a:cs typeface="Noto Sans SC"/>
              </a:defRPr>
            </a:lvl7pPr>
            <a:lvl8pPr algn="r">
              <a:defRPr sz="1200" b="0">
                <a:solidFill>
                  <a:srgbClr val="53657A"/>
                </a:solidFill>
                <a:latin typeface="Noto Sans SC"/>
                <a:ea typeface="Noto Sans SC"/>
                <a:cs typeface="Noto Sans SC"/>
              </a:defRPr>
            </a:lvl8pPr>
            <a:lvl9pPr algn="r">
              <a:defRPr sz="1200" b="0">
                <a:solidFill>
                  <a:srgbClr val="53657A"/>
                </a:solidFill>
                <a:latin typeface="Noto Sans SC"/>
                <a:ea typeface="Noto Sans SC"/>
                <a:cs typeface="Noto Sans SC"/>
              </a:defRPr>
            </a:lvl9pPr>
          </a:lstStyle>
          <a:p xmlns:a="http://schemas.openxmlformats.org/drawingml/2006/main">
            <a:pPr algn="r">
              <a:defRPr sz="1200" b="0">
                <a:solidFill>
                  <a:srgbClr val="53657A"/>
                </a:solidFill>
                <a:latin typeface="Noto Sans SC"/>
                <a:ea typeface="Noto Sans SC"/>
                <a:cs typeface="Noto Sans SC"/>
              </a:defRPr>
            </a:pPr>
            <a:r>
              <a:rPr sz="1200" b="0">
                <a:solidFill>
                  <a:srgbClr val="53657A"/>
                </a:solidFill>
                <a:latin typeface="Noto Sans SC"/>
                <a:ea typeface="Noto Sans SC"/>
                <a:cs typeface="Noto Sans SC"/>
              </a:rPr>
              <a:t>32 / 39</a:t>
            </a:r>
          </a:p>
        </p:txBody>
      </p:sp>
      <p:sp>
        <p:nvSpPr>
          <p:cNvPr id="7" name="o6">
            <a:extLst xmlns:a="http://schemas.openxmlformats.org/drawingml/2006/main">
              <a:ext uri="{FF2B5EF4-FFF2-40B4-BE49-F238E27FC236}">
                <a16:creationId xmlns:a16="http://schemas.microsoft.com/office/drawing/2014/main" id="{31AE406A-8F1E-4E33-A2C0-5E2C96A5360D}"/>
              </a:ext>
            </a:extLst>
          </p:cNvPr>
          <p:cNvSpPr>
            <a:spLocks xmlns:a="http://schemas.openxmlformats.org/drawingml/2006/main" noGrp="1"/>
          </p:cNvSpPr>
          <p:nvPr/>
        </p:nvSpPr>
        <p:spPr>
          <a:xfrm xmlns:a="http://schemas.openxmlformats.org/drawingml/2006/main">
            <a:off x="609600" y="1762125"/>
            <a:ext cx="1097280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0">
                <a:solidFill>
                  <a:srgbClr val="1E293B"/>
                </a:solidFill>
                <a:latin typeface="Noto Sans SC"/>
                <a:ea typeface="Noto Sans SC"/>
                <a:cs typeface="Noto Sans SC"/>
              </a:defRPr>
            </a:defPPr>
            <a:lvl1pPr algn="l">
              <a:defRPr sz="1875" b="0">
                <a:solidFill>
                  <a:srgbClr val="1E293B"/>
                </a:solidFill>
                <a:latin typeface="Noto Sans SC"/>
                <a:ea typeface="Noto Sans SC"/>
                <a:cs typeface="Noto Sans SC"/>
              </a:defRPr>
            </a:lvl1pPr>
            <a:lvl2pPr algn="l">
              <a:defRPr sz="1875" b="0">
                <a:solidFill>
                  <a:srgbClr val="1E293B"/>
                </a:solidFill>
                <a:latin typeface="Noto Sans SC"/>
                <a:ea typeface="Noto Sans SC"/>
                <a:cs typeface="Noto Sans SC"/>
              </a:defRPr>
            </a:lvl2pPr>
            <a:lvl3pPr algn="l">
              <a:defRPr sz="1875" b="0">
                <a:solidFill>
                  <a:srgbClr val="1E293B"/>
                </a:solidFill>
                <a:latin typeface="Noto Sans SC"/>
                <a:ea typeface="Noto Sans SC"/>
                <a:cs typeface="Noto Sans SC"/>
              </a:defRPr>
            </a:lvl3pPr>
            <a:lvl4pPr algn="l">
              <a:defRPr sz="1875" b="0">
                <a:solidFill>
                  <a:srgbClr val="1E293B"/>
                </a:solidFill>
                <a:latin typeface="Noto Sans SC"/>
                <a:ea typeface="Noto Sans SC"/>
                <a:cs typeface="Noto Sans SC"/>
              </a:defRPr>
            </a:lvl4pPr>
            <a:lvl5pPr algn="l">
              <a:defRPr sz="1875" b="0">
                <a:solidFill>
                  <a:srgbClr val="1E293B"/>
                </a:solidFill>
                <a:latin typeface="Noto Sans SC"/>
                <a:ea typeface="Noto Sans SC"/>
                <a:cs typeface="Noto Sans SC"/>
              </a:defRPr>
            </a:lvl5pPr>
            <a:lvl6pPr algn="l">
              <a:defRPr sz="1875" b="0">
                <a:solidFill>
                  <a:srgbClr val="1E293B"/>
                </a:solidFill>
                <a:latin typeface="Noto Sans SC"/>
                <a:ea typeface="Noto Sans SC"/>
                <a:cs typeface="Noto Sans SC"/>
              </a:defRPr>
            </a:lvl6pPr>
            <a:lvl7pPr algn="l">
              <a:defRPr sz="1875" b="0">
                <a:solidFill>
                  <a:srgbClr val="1E293B"/>
                </a:solidFill>
                <a:latin typeface="Noto Sans SC"/>
                <a:ea typeface="Noto Sans SC"/>
                <a:cs typeface="Noto Sans SC"/>
              </a:defRPr>
            </a:lvl7pPr>
            <a:lvl8pPr algn="l">
              <a:defRPr sz="1875" b="0">
                <a:solidFill>
                  <a:srgbClr val="1E293B"/>
                </a:solidFill>
                <a:latin typeface="Noto Sans SC"/>
                <a:ea typeface="Noto Sans SC"/>
                <a:cs typeface="Noto Sans SC"/>
              </a:defRPr>
            </a:lvl8pPr>
            <a:lvl9pPr algn="l">
              <a:defRPr sz="1875" b="0">
                <a:solidFill>
                  <a:srgbClr val="1E293B"/>
                </a:solidFill>
                <a:latin typeface="Noto Sans SC"/>
                <a:ea typeface="Noto Sans SC"/>
                <a:cs typeface="Noto Sans SC"/>
              </a:defRPr>
            </a:lvl9pPr>
          </a:lstStyle>
          <a:p xmlns:a="http://schemas.openxmlformats.org/drawingml/2006/main">
            <a:pPr algn="l">
              <a:defRPr sz="1875" b="0">
                <a:solidFill>
                  <a:srgbClr val="1E293B"/>
                </a:solidFill>
                <a:latin typeface="Noto Sans SC"/>
                <a:ea typeface="Noto Sans SC"/>
                <a:cs typeface="Noto Sans SC"/>
              </a:defRPr>
            </a:pPr>
            <a:r>
              <a:rPr sz="1875" b="0">
                <a:solidFill>
                  <a:srgbClr val="1E293B"/>
                </a:solidFill>
                <a:latin typeface="Noto Sans SC"/>
                <a:ea typeface="Noto Sans SC"/>
                <a:cs typeface="Noto Sans SC"/>
              </a:rPr>
              <a:t>01  提取末位置与有效短窗运动段</a:t>
            </a:r>
          </a:p>
          <a:p xmlns:a="http://schemas.openxmlformats.org/drawingml/2006/main">
            <a:pPr algn="l">
              <a:defRPr sz="1875" b="0">
                <a:solidFill>
                  <a:srgbClr val="1E293B"/>
                </a:solidFill>
                <a:latin typeface="Noto Sans SC"/>
                <a:ea typeface="Noto Sans SC"/>
                <a:cs typeface="Noto Sans SC"/>
              </a:defRPr>
            </a:pPr>
            <a:r>
              <a:rPr sz="1875" b="0">
                <a:solidFill>
                  <a:srgbClr val="1E293B"/>
                </a:solidFill>
                <a:latin typeface="Noto Sans SC"/>
                <a:ea typeface="Noto Sans SC"/>
                <a:cs typeface="Noto Sans SC"/>
              </a:rPr>
              <a:t>02  中位速度／单位方向，估计可靠度</a:t>
            </a:r>
          </a:p>
          <a:p xmlns:a="http://schemas.openxmlformats.org/drawingml/2006/main">
            <a:pPr algn="l">
              <a:defRPr sz="1875" b="0">
                <a:solidFill>
                  <a:srgbClr val="1E293B"/>
                </a:solidFill>
                <a:latin typeface="Noto Sans SC"/>
                <a:ea typeface="Noto Sans SC"/>
                <a:cs typeface="Noto Sans SC"/>
              </a:defRPr>
            </a:pPr>
            <a:r>
              <a:rPr sz="1875" b="0">
                <a:solidFill>
                  <a:srgbClr val="1E293B"/>
                </a:solidFill>
                <a:latin typeface="Noto Sans SC"/>
                <a:ea typeface="Noto Sans SC"/>
                <a:cs typeface="Noto Sans SC"/>
              </a:rPr>
              <a:t>03  分别标准化位置、方向和速度</a:t>
            </a:r>
          </a:p>
          <a:p xmlns:a="http://schemas.openxmlformats.org/drawingml/2006/main">
            <a:pPr algn="l">
              <a:defRPr sz="1875" b="0">
                <a:solidFill>
                  <a:srgbClr val="1E293B"/>
                </a:solidFill>
                <a:latin typeface="Noto Sans SC"/>
                <a:ea typeface="Noto Sans SC"/>
                <a:cs typeface="Noto Sans SC"/>
              </a:defRPr>
            </a:pPr>
            <a:r>
              <a:rPr sz="1875" b="0">
                <a:solidFill>
                  <a:srgbClr val="1E293B"/>
                </a:solidFill>
                <a:latin typeface="Noto Sans SC"/>
                <a:ea typeface="Noto Sans SC"/>
                <a:cs typeface="Noto Sans SC"/>
              </a:rPr>
              <a:t>04  成对取最小可靠度，计算完整距离矩阵</a:t>
            </a:r>
          </a:p>
          <a:p xmlns:a="http://schemas.openxmlformats.org/drawingml/2006/main">
            <a:pPr algn="l">
              <a:defRPr sz="1875" b="0">
                <a:solidFill>
                  <a:srgbClr val="1E293B"/>
                </a:solidFill>
                <a:latin typeface="Noto Sans SC"/>
                <a:ea typeface="Noto Sans SC"/>
                <a:cs typeface="Noto Sans SC"/>
              </a:defRPr>
            </a:pPr>
            <a:r>
              <a:rPr sz="1875" b="0">
                <a:solidFill>
                  <a:srgbClr val="1E293B"/>
                </a:solidFill>
                <a:latin typeface="Noto Sans SC"/>
                <a:ea typeface="Noto Sans SC"/>
                <a:cs typeface="Noto Sans SC"/>
              </a:rPr>
              <a:t>05  DBSCAN(metric=precomputed, eps=1.5, min_samples=1)</a:t>
            </a:r>
          </a:p>
          <a:p xmlns:a="http://schemas.openxmlformats.org/drawingml/2006/main">
            <a:pPr algn="l">
              <a:defRPr sz="1875" b="0">
                <a:solidFill>
                  <a:srgbClr val="1E293B"/>
                </a:solidFill>
                <a:latin typeface="Noto Sans SC"/>
                <a:ea typeface="Noto Sans SC"/>
                <a:cs typeface="Noto Sans SC"/>
              </a:defRPr>
            </a:pPr>
            <a:r>
              <a:rPr sz="1875" b="0">
                <a:solidFill>
                  <a:srgbClr val="1E293B"/>
                </a:solidFill>
                <a:latin typeface="Noto Sans SC"/>
                <a:ea typeface="Noto Sans SC"/>
                <a:cs typeface="Noto Sans SC"/>
              </a:rPr>
              <a:t>06  输出成员集合与成员集合生成的ID</a:t>
            </a:r>
          </a:p>
        </p:txBody>
      </p:sp>
      <p:sp>
        <p:nvSpPr>
          <p:cNvPr id="8" name="line-5">
            <a:extLst xmlns:a="http://schemas.openxmlformats.org/drawingml/2006/main">
              <a:ext uri="{FF2B5EF4-FFF2-40B4-BE49-F238E27FC236}">
                <a16:creationId xmlns:a16="http://schemas.microsoft.com/office/drawing/2014/main" id="{3D87D530-BF22-47DE-979C-7C17B66322FD}"/>
              </a:ext>
            </a:extLst>
          </p:cNvPr>
          <p:cNvSpPr>
            <a:spLocks xmlns:a="http://schemas.openxmlformats.org/drawingml/2006/main" noGrp="1"/>
          </p:cNvSpPr>
          <p:nvPr/>
        </p:nvSpPr>
        <p:spPr>
          <a:xfrm xmlns:a="http://schemas.openxmlformats.org/drawingml/2006/main" flipV="0">
            <a:off x="609600" y="5915025"/>
            <a:ext cx="10972800" cy="953"/>
          </a:xfrm>
          <a:prstGeom xmlns:a="http://schemas.openxmlformats.org/drawingml/2006/main" prst="line">
            <a:avLst/>
          </a:prstGeom>
          <a:noFill xmlns:a="http://schemas.openxmlformats.org/drawingml/2006/main"/>
          <a:ln xmlns:a="http://schemas.openxmlformats.org/drawingml/2006/main" w="19050">
            <a:solidFill>
              <a:srgbClr val="CCD6E3"/>
            </a:solidFill>
            <a:prstDash val="solid"/>
          </a:ln>
        </p:spPr>
      </p:sp>
      <p:sp>
        <p:nvSpPr>
          <p:cNvPr id="9" name="o8">
            <a:extLst xmlns:a="http://schemas.openxmlformats.org/drawingml/2006/main">
              <a:ext uri="{FF2B5EF4-FFF2-40B4-BE49-F238E27FC236}">
                <a16:creationId xmlns:a16="http://schemas.microsoft.com/office/drawing/2014/main" id="{D0F8CD7F-2A3A-4D89-92EB-DBC3E038C768}"/>
              </a:ext>
            </a:extLst>
          </p:cNvPr>
          <p:cNvSpPr>
            <a:spLocks xmlns:a="http://schemas.openxmlformats.org/drawingml/2006/main" noGrp="1"/>
          </p:cNvSpPr>
          <p:nvPr/>
        </p:nvSpPr>
        <p:spPr>
          <a:xfrm xmlns:a="http://schemas.openxmlformats.org/drawingml/2006/main">
            <a:off x="609600" y="6019800"/>
            <a:ext cx="109728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75" b="0">
                <a:solidFill>
                  <a:srgbClr val="0F6E73"/>
                </a:solidFill>
                <a:latin typeface="Noto Sans SC"/>
                <a:ea typeface="Noto Sans SC"/>
                <a:cs typeface="Noto Sans SC"/>
              </a:defRPr>
            </a:defPPr>
            <a:lvl1pPr algn="l">
              <a:defRPr sz="1575" b="0">
                <a:solidFill>
                  <a:srgbClr val="0F6E73"/>
                </a:solidFill>
                <a:latin typeface="Noto Sans SC"/>
                <a:ea typeface="Noto Sans SC"/>
                <a:cs typeface="Noto Sans SC"/>
              </a:defRPr>
            </a:lvl1pPr>
            <a:lvl2pPr algn="l">
              <a:defRPr sz="1575" b="0">
                <a:solidFill>
                  <a:srgbClr val="0F6E73"/>
                </a:solidFill>
                <a:latin typeface="Noto Sans SC"/>
                <a:ea typeface="Noto Sans SC"/>
                <a:cs typeface="Noto Sans SC"/>
              </a:defRPr>
            </a:lvl2pPr>
            <a:lvl3pPr algn="l">
              <a:defRPr sz="1575" b="0">
                <a:solidFill>
                  <a:srgbClr val="0F6E73"/>
                </a:solidFill>
                <a:latin typeface="Noto Sans SC"/>
                <a:ea typeface="Noto Sans SC"/>
                <a:cs typeface="Noto Sans SC"/>
              </a:defRPr>
            </a:lvl3pPr>
            <a:lvl4pPr algn="l">
              <a:defRPr sz="1575" b="0">
                <a:solidFill>
                  <a:srgbClr val="0F6E73"/>
                </a:solidFill>
                <a:latin typeface="Noto Sans SC"/>
                <a:ea typeface="Noto Sans SC"/>
                <a:cs typeface="Noto Sans SC"/>
              </a:defRPr>
            </a:lvl4pPr>
            <a:lvl5pPr algn="l">
              <a:defRPr sz="1575" b="0">
                <a:solidFill>
                  <a:srgbClr val="0F6E73"/>
                </a:solidFill>
                <a:latin typeface="Noto Sans SC"/>
                <a:ea typeface="Noto Sans SC"/>
                <a:cs typeface="Noto Sans SC"/>
              </a:defRPr>
            </a:lvl5pPr>
            <a:lvl6pPr algn="l">
              <a:defRPr sz="1575" b="0">
                <a:solidFill>
                  <a:srgbClr val="0F6E73"/>
                </a:solidFill>
                <a:latin typeface="Noto Sans SC"/>
                <a:ea typeface="Noto Sans SC"/>
                <a:cs typeface="Noto Sans SC"/>
              </a:defRPr>
            </a:lvl6pPr>
            <a:lvl7pPr algn="l">
              <a:defRPr sz="1575" b="0">
                <a:solidFill>
                  <a:srgbClr val="0F6E73"/>
                </a:solidFill>
                <a:latin typeface="Noto Sans SC"/>
                <a:ea typeface="Noto Sans SC"/>
                <a:cs typeface="Noto Sans SC"/>
              </a:defRPr>
            </a:lvl7pPr>
            <a:lvl8pPr algn="l">
              <a:defRPr sz="1575" b="0">
                <a:solidFill>
                  <a:srgbClr val="0F6E73"/>
                </a:solidFill>
                <a:latin typeface="Noto Sans SC"/>
                <a:ea typeface="Noto Sans SC"/>
                <a:cs typeface="Noto Sans SC"/>
              </a:defRPr>
            </a:lvl8pPr>
            <a:lvl9pPr algn="l">
              <a:defRPr sz="1575" b="0">
                <a:solidFill>
                  <a:srgbClr val="0F6E73"/>
                </a:solidFill>
                <a:latin typeface="Noto Sans SC"/>
                <a:ea typeface="Noto Sans SC"/>
                <a:cs typeface="Noto Sans SC"/>
              </a:defRPr>
            </a:lvl9pPr>
          </a:lstStyle>
          <a:p xmlns:a="http://schemas.openxmlformats.org/drawingml/2006/main">
            <a:pPr algn="l">
              <a:defRPr sz="1575" b="0">
                <a:solidFill>
                  <a:srgbClr val="0F6E73"/>
                </a:solidFill>
                <a:latin typeface="Noto Sans SC"/>
                <a:ea typeface="Noto Sans SC"/>
                <a:cs typeface="Noto Sans SC"/>
              </a:defRPr>
            </a:pPr>
            <a:r>
              <a:rPr sz="1575" b="0">
                <a:solidFill>
                  <a:srgbClr val="0F6E73"/>
                </a:solidFill>
                <a:latin typeface="Noto Sans SC"/>
                <a:ea typeface="Noto Sans SC"/>
                <a:cs typeface="Noto Sans SC"/>
              </a:rPr>
              <a:t>无可用分组才走引擎距离／航向连通回退；当前无持续群体身份跟踪。</a:t>
            </a:r>
          </a:p>
        </p:txBody>
      </p:sp>
      <ns0:AlternateContent xmlns:a="http://schemas.openxmlformats.org/drawingml/2006/main" xmlns:m="http://schemas.openxmlformats.org/officeDocument/2006/math" xmlns:w="http://schemas.openxmlformats.org/wordprocessingml/2006/main" xmlns:a14="http://schemas.microsoft.com/office/drawing/2010/main" xmlns:r="http://schemas.openxmlformats.org/officeDocument/2006/relationships" xmlns:rel="http://schemas.openxmlformats.org/package/2006/relationships" xmlns:ct="http://schemas.openxmlformats.org/package/2006/content-types" xmlns:ns0="http://schemas.openxmlformats.org/markup-compatibility/2006">
        <ns0:Choice Requires="a14">
          <p:sp>
            <p:nvSpPr>
              <p:cNvPr id="7001" name="equation-neighbors"/>
              <p:cNvSpPr txBox="1">
                <a:spLocks noGrp="1"/>
              </p:cNvSpPr>
              <p:nvPr/>
            </p:nvSpPr>
            <p:spPr>
              <a:xfrm>
                <a:off x="609600" y="5095875"/>
                <a:ext cx="6667500" cy="523875"/>
              </a:xfrm>
              <a:prstGeom prst="rect">
                <a:avLst/>
              </a:prstGeom>
              <a:noFill/>
              <a:ln>
                <a:noFill/>
              </a:ln>
            </p:spPr>
            <p:txBody>
              <a:bodyPr wrap="none" lIns="0" tIns="0" rIns="0" bIns="0" anchor="ctr">
                <a:noAutofit/>
              </a:bodyPr>
              <a:lstStyle/>
              <a:p>
                <a:pPr algn="ctr"/>
                <a14:m>
                  <m:oMathPara>
                    <m:oMath>
                      <m:sSub>
                        <m:sSubPr>
                          <m:ctrlPr>
                            <a:rPr>
                              <a:latin typeface="Cambria Math" panose="02040503050406030204" pitchFamily="18" charset="0"/>
                            </a:rPr>
                          </m:ctrlPr>
                        </m:sSubPr>
                        <m:e>
                          <m:r>
                            <a:rPr>
                              <a:latin typeface="Cambria Math" panose="02040503050406030204" pitchFamily="18" charset="0"/>
                            </a:rPr>
                            <m:t>𝑁</m:t>
                          </m:r>
                        </m:e>
                        <m:sub>
                          <m:r>
                            <a:rPr>
                              <a:latin typeface="Cambria Math" panose="02040503050406030204" pitchFamily="18" charset="0"/>
                            </a:rPr>
                            <m:t>𝜀</m:t>
                          </m:r>
                        </m:sub>
                      </m:sSub>
                      <m:r>
                        <a:rPr>
                          <a:latin typeface="Cambria Math" panose="02040503050406030204" pitchFamily="18" charset="0"/>
                        </a:rPr>
                        <m:t>(</m:t>
                      </m:r>
                      <m:r>
                        <a:rPr>
                          <a:latin typeface="Cambria Math" panose="02040503050406030204" pitchFamily="18" charset="0"/>
                        </a:rPr>
                        <m:t>𝑖</m:t>
                      </m:r>
                      <m:r>
                        <a:rPr>
                          <a:latin typeface="Cambria Math" panose="02040503050406030204" pitchFamily="18" charset="0"/>
                        </a:rPr>
                        <m:t>) = {</m:t>
                      </m:r>
                      <m:r>
                        <a:rPr>
                          <a:latin typeface="Cambria Math" panose="02040503050406030204" pitchFamily="18" charset="0"/>
                        </a:rPr>
                        <m:t>𝑗</m:t>
                      </m:r>
                      <m:r>
                        <a:rPr>
                          <a:latin typeface="Cambria Math" panose="02040503050406030204" pitchFamily="18" charset="0"/>
                        </a:rPr>
                        <m:t> : </m:t>
                      </m:r>
                      <m:sSub>
                        <m:sSubPr>
                          <m:ctrlPr>
                            <a:rPr>
                              <a:latin typeface="Cambria Math" panose="02040503050406030204" pitchFamily="18" charset="0"/>
                            </a:rPr>
                          </m:ctrlPr>
                        </m:sSubPr>
                        <m:e>
                          <m:r>
                            <a:rPr>
                              <a:latin typeface="Cambria Math" panose="02040503050406030204" pitchFamily="18" charset="0"/>
                            </a:rPr>
                            <m:t>𝐷</m:t>
                          </m:r>
                        </m:e>
                        <m:sub>
                          <m:r>
                            <a:rPr>
                              <a:latin typeface="Cambria Math" panose="02040503050406030204" pitchFamily="18" charset="0"/>
                            </a:rPr>
                            <m:t>𝑖𝑗</m:t>
                          </m:r>
                        </m:sub>
                      </m:sSub>
                      <m:r>
                        <a:rPr>
                          <a:latin typeface="Cambria Math" panose="02040503050406030204" pitchFamily="18" charset="0"/>
                        </a:rPr>
                        <m:t> ≤ </m:t>
                      </m:r>
                      <m:r>
                        <a:rPr>
                          <a:latin typeface="Cambria Math" panose="02040503050406030204" pitchFamily="18" charset="0"/>
                        </a:rPr>
                        <m:t>𝜀</m:t>
                      </m:r>
                      <m:r>
                        <a:rPr>
                          <a:latin typeface="Cambria Math" panose="02040503050406030204" pitchFamily="18" charset="0"/>
                        </a:rPr>
                        <m:t>}</m:t>
                      </m:r>
                    </m:oMath>
                  </m:oMathPara>
                </a14:m>
                <a:endParaRPr/>
              </a:p>
            </p:txBody>
          </p:sp>
        </ns0:Choice>
        <ns0:Fallback>
          <p:sp>
            <p:nvSpPr>
              <p:cNvPr id="7001" name="equation-neighbors"/>
              <p:cNvSpPr txBox="1">
                <a:spLocks noGrp="1" noRot="1" noChangeAspect="1" noMove="1" noResize="1" noEditPoints="1" noAdjustHandles="1" noChangeArrowheads="1" noChangeShapeType="1" noTextEdit="1"/>
              </p:cNvSpPr>
              <p:nvPr/>
            </p:nvSpPr>
            <p:spPr>
              <a:xfrm>
                <a:off x="609600" y="5095875"/>
                <a:ext cx="6667500" cy="523875"/>
              </a:xfrm>
              <a:prstGeom prst="rect">
                <a:avLst/>
              </a:prstGeom>
              <a:blipFill>
                <a:blip r:embed="rImported7001_2"/>
                <a:stretch>
                  <a:fillRect/>
                </a:stretch>
              </a:blipFill>
              <a:ln>
                <a:noFill/>
              </a:ln>
            </p:spPr>
            <p:txBody>
              <a:bodyPr/>
              <a:lstStyle/>
              <a:p>
                <a:r>
                  <a:rPr lang="zh-CN" altLang="en-US">
                    <a:noFill/>
                  </a:rPr>
                  <a:t> </a:t>
                </a:r>
              </a:p>
            </p:txBody>
          </p:sp>
        </ns0:Fallback>
      </ns0:AlternateContent>
    </p:spTree>
    <p:extLst>
      <p:ext uri="{BB962C8B-B14F-4D97-AF65-F5344CB8AC3E}">
        <p14:creationId xmlns:p14="http://schemas.microsoft.com/office/powerpoint/2010/main" val="117024635"/>
      </p:ext>
    </p:extLst>
  </p:cSld>
</p:sld>
</file>

<file path=ppt/slides/slide33.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14" name="o0">
            <a:extLst xmlns:a="http://schemas.openxmlformats.org/drawingml/2006/main">
              <a:ext uri="{FF2B5EF4-FFF2-40B4-BE49-F238E27FC236}">
                <a16:creationId xmlns:a16="http://schemas.microsoft.com/office/drawing/2014/main" id="{CABD1CCF-5D27-4DFA-9133-5DF0A052A5F0}"/>
              </a:ext>
            </a:extLst>
          </p:cNvPr>
          <p:cNvSpPr>
            <a:spLocks xmlns:a="http://schemas.openxmlformats.org/drawingml/2006/main" noGrp="1"/>
          </p:cNvSpPr>
          <p:nvPr/>
        </p:nvSpPr>
        <p:spPr>
          <a:xfrm xmlns:a="http://schemas.openxmlformats.org/drawingml/2006/main">
            <a:off x="609600" y="15240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0">
                <a:solidFill>
                  <a:srgbClr val="53657A"/>
                </a:solidFill>
                <a:latin typeface="Noto Sans SC"/>
                <a:ea typeface="Noto Sans SC"/>
                <a:cs typeface="Noto Sans SC"/>
              </a:defRPr>
            </a:defPPr>
            <a:lvl1pPr algn="l">
              <a:defRPr sz="1050" b="0">
                <a:solidFill>
                  <a:srgbClr val="53657A"/>
                </a:solidFill>
                <a:latin typeface="Noto Sans SC"/>
                <a:ea typeface="Noto Sans SC"/>
                <a:cs typeface="Noto Sans SC"/>
              </a:defRPr>
            </a:lvl1pPr>
            <a:lvl2pPr algn="l">
              <a:defRPr sz="1050" b="0">
                <a:solidFill>
                  <a:srgbClr val="53657A"/>
                </a:solidFill>
                <a:latin typeface="Noto Sans SC"/>
                <a:ea typeface="Noto Sans SC"/>
                <a:cs typeface="Noto Sans SC"/>
              </a:defRPr>
            </a:lvl2pPr>
            <a:lvl3pPr algn="l">
              <a:defRPr sz="1050" b="0">
                <a:solidFill>
                  <a:srgbClr val="53657A"/>
                </a:solidFill>
                <a:latin typeface="Noto Sans SC"/>
                <a:ea typeface="Noto Sans SC"/>
                <a:cs typeface="Noto Sans SC"/>
              </a:defRPr>
            </a:lvl3pPr>
            <a:lvl4pPr algn="l">
              <a:defRPr sz="1050" b="0">
                <a:solidFill>
                  <a:srgbClr val="53657A"/>
                </a:solidFill>
                <a:latin typeface="Noto Sans SC"/>
                <a:ea typeface="Noto Sans SC"/>
                <a:cs typeface="Noto Sans SC"/>
              </a:defRPr>
            </a:lvl4pPr>
            <a:lvl5pPr algn="l">
              <a:defRPr sz="1050" b="0">
                <a:solidFill>
                  <a:srgbClr val="53657A"/>
                </a:solidFill>
                <a:latin typeface="Noto Sans SC"/>
                <a:ea typeface="Noto Sans SC"/>
                <a:cs typeface="Noto Sans SC"/>
              </a:defRPr>
            </a:lvl5pPr>
            <a:lvl6pPr algn="l">
              <a:defRPr sz="1050" b="0">
                <a:solidFill>
                  <a:srgbClr val="53657A"/>
                </a:solidFill>
                <a:latin typeface="Noto Sans SC"/>
                <a:ea typeface="Noto Sans SC"/>
                <a:cs typeface="Noto Sans SC"/>
              </a:defRPr>
            </a:lvl6pPr>
            <a:lvl7pPr algn="l">
              <a:defRPr sz="1050" b="0">
                <a:solidFill>
                  <a:srgbClr val="53657A"/>
                </a:solidFill>
                <a:latin typeface="Noto Sans SC"/>
                <a:ea typeface="Noto Sans SC"/>
                <a:cs typeface="Noto Sans SC"/>
              </a:defRPr>
            </a:lvl7pPr>
            <a:lvl8pPr algn="l">
              <a:defRPr sz="1050" b="0">
                <a:solidFill>
                  <a:srgbClr val="53657A"/>
                </a:solidFill>
                <a:latin typeface="Noto Sans SC"/>
                <a:ea typeface="Noto Sans SC"/>
                <a:cs typeface="Noto Sans SC"/>
              </a:defRPr>
            </a:lvl8pPr>
            <a:lvl9pPr algn="l">
              <a:defRPr sz="1050" b="0">
                <a:solidFill>
                  <a:srgbClr val="53657A"/>
                </a:solidFill>
                <a:latin typeface="Noto Sans SC"/>
                <a:ea typeface="Noto Sans SC"/>
                <a:cs typeface="Noto Sans SC"/>
              </a:defRPr>
            </a:lvl9pPr>
          </a:lstStyle>
          <a:p xmlns:a="http://schemas.openxmlformats.org/drawingml/2006/main">
            <a:pPr algn="l">
              <a:defRPr sz="1050" b="0">
                <a:solidFill>
                  <a:srgbClr val="53657A"/>
                </a:solidFill>
                <a:latin typeface="Noto Sans SC"/>
                <a:ea typeface="Noto Sans SC"/>
                <a:cs typeface="Noto Sans SC"/>
              </a:defRPr>
            </a:pPr>
            <a:r>
              <a:rPr sz="1050" b="0">
                <a:solidFill>
                  <a:srgbClr val="53657A"/>
                </a:solidFill>
                <a:latin typeface="Noto Sans SC"/>
                <a:ea typeface="Noto Sans SC"/>
                <a:cs typeface="Noto Sans SC"/>
              </a:rPr>
              <a:t>算法原理与阶段验证</a:t>
            </a:r>
          </a:p>
        </p:txBody>
      </p:sp>
      <p:sp>
        <p:nvSpPr>
          <p:cNvPr id="2" name="o1">
            <a:extLst xmlns:a="http://schemas.openxmlformats.org/drawingml/2006/main">
              <a:ext uri="{FF2B5EF4-FFF2-40B4-BE49-F238E27FC236}">
                <a16:creationId xmlns:a16="http://schemas.microsoft.com/office/drawing/2014/main" id="{1116D325-1D7B-4576-A326-16600849A96C}"/>
              </a:ext>
            </a:extLst>
          </p:cNvPr>
          <p:cNvSpPr>
            <a:spLocks xmlns:a="http://schemas.openxmlformats.org/drawingml/2006/main" noGrp="1"/>
          </p:cNvSpPr>
          <p:nvPr/>
        </p:nvSpPr>
        <p:spPr>
          <a:xfrm xmlns:a="http://schemas.openxmlformats.org/drawingml/2006/main">
            <a:off x="609600" y="457200"/>
            <a:ext cx="10972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700" b="1">
                <a:solidFill>
                  <a:srgbClr val="16243A"/>
                </a:solidFill>
                <a:latin typeface="Noto Serif SC"/>
                <a:ea typeface="Noto Serif SC"/>
                <a:cs typeface="Noto Serif SC"/>
              </a:defRPr>
            </a:defPPr>
            <a:lvl1pPr algn="l">
              <a:defRPr sz="2700" b="1">
                <a:solidFill>
                  <a:srgbClr val="16243A"/>
                </a:solidFill>
                <a:latin typeface="Noto Serif SC"/>
                <a:ea typeface="Noto Serif SC"/>
                <a:cs typeface="Noto Serif SC"/>
              </a:defRPr>
            </a:lvl1pPr>
            <a:lvl2pPr algn="l">
              <a:defRPr sz="2700" b="1">
                <a:solidFill>
                  <a:srgbClr val="16243A"/>
                </a:solidFill>
                <a:latin typeface="Noto Serif SC"/>
                <a:ea typeface="Noto Serif SC"/>
                <a:cs typeface="Noto Serif SC"/>
              </a:defRPr>
            </a:lvl2pPr>
            <a:lvl3pPr algn="l">
              <a:defRPr sz="2700" b="1">
                <a:solidFill>
                  <a:srgbClr val="16243A"/>
                </a:solidFill>
                <a:latin typeface="Noto Serif SC"/>
                <a:ea typeface="Noto Serif SC"/>
                <a:cs typeface="Noto Serif SC"/>
              </a:defRPr>
            </a:lvl3pPr>
            <a:lvl4pPr algn="l">
              <a:defRPr sz="2700" b="1">
                <a:solidFill>
                  <a:srgbClr val="16243A"/>
                </a:solidFill>
                <a:latin typeface="Noto Serif SC"/>
                <a:ea typeface="Noto Serif SC"/>
                <a:cs typeface="Noto Serif SC"/>
              </a:defRPr>
            </a:lvl4pPr>
            <a:lvl5pPr algn="l">
              <a:defRPr sz="2700" b="1">
                <a:solidFill>
                  <a:srgbClr val="16243A"/>
                </a:solidFill>
                <a:latin typeface="Noto Serif SC"/>
                <a:ea typeface="Noto Serif SC"/>
                <a:cs typeface="Noto Serif SC"/>
              </a:defRPr>
            </a:lvl5pPr>
            <a:lvl6pPr algn="l">
              <a:defRPr sz="2700" b="1">
                <a:solidFill>
                  <a:srgbClr val="16243A"/>
                </a:solidFill>
                <a:latin typeface="Noto Serif SC"/>
                <a:ea typeface="Noto Serif SC"/>
                <a:cs typeface="Noto Serif SC"/>
              </a:defRPr>
            </a:lvl6pPr>
            <a:lvl7pPr algn="l">
              <a:defRPr sz="2700" b="1">
                <a:solidFill>
                  <a:srgbClr val="16243A"/>
                </a:solidFill>
                <a:latin typeface="Noto Serif SC"/>
                <a:ea typeface="Noto Serif SC"/>
                <a:cs typeface="Noto Serif SC"/>
              </a:defRPr>
            </a:lvl7pPr>
            <a:lvl8pPr algn="l">
              <a:defRPr sz="2700" b="1">
                <a:solidFill>
                  <a:srgbClr val="16243A"/>
                </a:solidFill>
                <a:latin typeface="Noto Serif SC"/>
                <a:ea typeface="Noto Serif SC"/>
                <a:cs typeface="Noto Serif SC"/>
              </a:defRPr>
            </a:lvl8pPr>
            <a:lvl9pPr algn="l">
              <a:defRPr sz="2700" b="1">
                <a:solidFill>
                  <a:srgbClr val="16243A"/>
                </a:solidFill>
                <a:latin typeface="Noto Serif SC"/>
                <a:ea typeface="Noto Serif SC"/>
                <a:cs typeface="Noto Serif SC"/>
              </a:defRPr>
            </a:lvl9pPr>
          </a:lstStyle>
          <a:p xmlns:a="http://schemas.openxmlformats.org/drawingml/2006/main">
            <a:pPr algn="l">
              <a:defRPr sz="2700" b="1">
                <a:solidFill>
                  <a:srgbClr val="16243A"/>
                </a:solidFill>
                <a:latin typeface="Noto Serif SC"/>
                <a:ea typeface="Noto Serif SC"/>
                <a:cs typeface="Noto Serif SC"/>
              </a:defRPr>
            </a:pPr>
            <a:r>
              <a:rPr sz="2700" b="1">
                <a:solidFill>
                  <a:srgbClr val="16243A"/>
                </a:solidFill>
                <a:latin typeface="Noto Serif SC"/>
                <a:ea typeface="Noto Serif SC"/>
                <a:cs typeface="Noto Serif SC"/>
              </a:rPr>
              <a:t>A3 网络参数、训练方法与证据</a:t>
            </a:r>
          </a:p>
        </p:txBody>
      </p:sp>
      <p:sp>
        <p:nvSpPr>
          <p:cNvPr id="3" name="line-2">
            <a:extLst xmlns:a="http://schemas.openxmlformats.org/drawingml/2006/main">
              <a:ext uri="{FF2B5EF4-FFF2-40B4-BE49-F238E27FC236}">
                <a16:creationId xmlns:a16="http://schemas.microsoft.com/office/drawing/2014/main" id="{D5A7A24A-81A8-465E-89F5-7FDDD53B8D46}"/>
              </a:ext>
            </a:extLst>
          </p:cNvPr>
          <p:cNvSpPr>
            <a:spLocks xmlns:a="http://schemas.openxmlformats.org/drawingml/2006/main" noGrp="1"/>
          </p:cNvSpPr>
          <p:nvPr/>
        </p:nvSpPr>
        <p:spPr>
          <a:xfrm xmlns:a="http://schemas.openxmlformats.org/drawingml/2006/main" flipV="0">
            <a:off x="609600" y="1095375"/>
            <a:ext cx="10972800" cy="953"/>
          </a:xfrm>
          <a:prstGeom xmlns:a="http://schemas.openxmlformats.org/drawingml/2006/main" prst="line">
            <a:avLst/>
          </a:prstGeom>
          <a:noFill xmlns:a="http://schemas.openxmlformats.org/drawingml/2006/main"/>
          <a:ln xmlns:a="http://schemas.openxmlformats.org/drawingml/2006/main" w="14288">
            <a:solidFill>
              <a:srgbClr val="CCD6E3"/>
            </a:solidFill>
            <a:prstDash val="solid"/>
          </a:ln>
        </p:spPr>
      </p:sp>
      <p:sp>
        <p:nvSpPr>
          <p:cNvPr id="4" name="line-2">
            <a:extLst xmlns:a="http://schemas.openxmlformats.org/drawingml/2006/main">
              <a:ext uri="{FF2B5EF4-FFF2-40B4-BE49-F238E27FC236}">
                <a16:creationId xmlns:a16="http://schemas.microsoft.com/office/drawing/2014/main" id="{20DE6FE4-80A4-446E-81D9-C789B59879B4}"/>
              </a:ext>
            </a:extLst>
          </p:cNvPr>
          <p:cNvSpPr>
            <a:spLocks xmlns:a="http://schemas.openxmlformats.org/drawingml/2006/main" noGrp="1"/>
          </p:cNvSpPr>
          <p:nvPr/>
        </p:nvSpPr>
        <p:spPr>
          <a:xfrm xmlns:a="http://schemas.openxmlformats.org/drawingml/2006/main" flipV="0">
            <a:off x="609600" y="1095375"/>
            <a:ext cx="762000" cy="953"/>
          </a:xfrm>
          <a:prstGeom xmlns:a="http://schemas.openxmlformats.org/drawingml/2006/main" prst="line">
            <a:avLst/>
          </a:prstGeom>
          <a:noFill xmlns:a="http://schemas.openxmlformats.org/drawingml/2006/main"/>
          <a:ln xmlns:a="http://schemas.openxmlformats.org/drawingml/2006/main" w="38100">
            <a:solidFill>
              <a:srgbClr val="224E88"/>
            </a:solidFill>
            <a:prstDash val="solid"/>
          </a:ln>
        </p:spPr>
      </p:sp>
      <p:sp>
        <p:nvSpPr>
          <p:cNvPr id="5" name="o4">
            <a:extLst xmlns:a="http://schemas.openxmlformats.org/drawingml/2006/main">
              <a:ext uri="{FF2B5EF4-FFF2-40B4-BE49-F238E27FC236}">
                <a16:creationId xmlns:a16="http://schemas.microsoft.com/office/drawing/2014/main" id="{26DCBA12-7803-4E2E-90B6-4D98FED1ED19}"/>
              </a:ext>
            </a:extLst>
          </p:cNvPr>
          <p:cNvSpPr>
            <a:spLocks xmlns:a="http://schemas.openxmlformats.org/drawingml/2006/main" noGrp="1"/>
          </p:cNvSpPr>
          <p:nvPr/>
        </p:nvSpPr>
        <p:spPr>
          <a:xfrm xmlns:a="http://schemas.openxmlformats.org/drawingml/2006/main">
            <a:off x="609600" y="6543675"/>
            <a:ext cx="10001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00" b="0">
                <a:solidFill>
                  <a:srgbClr val="53657A"/>
                </a:solidFill>
                <a:latin typeface="Noto Sans SC"/>
                <a:ea typeface="Noto Sans SC"/>
                <a:cs typeface="Noto Sans SC"/>
              </a:defRPr>
            </a:defPPr>
            <a:lvl1pPr algn="l">
              <a:defRPr sz="900" b="0">
                <a:solidFill>
                  <a:srgbClr val="53657A"/>
                </a:solidFill>
                <a:latin typeface="Noto Sans SC"/>
                <a:ea typeface="Noto Sans SC"/>
                <a:cs typeface="Noto Sans SC"/>
              </a:defRPr>
            </a:lvl1pPr>
            <a:lvl2pPr algn="l">
              <a:defRPr sz="900" b="0">
                <a:solidFill>
                  <a:srgbClr val="53657A"/>
                </a:solidFill>
                <a:latin typeface="Noto Sans SC"/>
                <a:ea typeface="Noto Sans SC"/>
                <a:cs typeface="Noto Sans SC"/>
              </a:defRPr>
            </a:lvl2pPr>
            <a:lvl3pPr algn="l">
              <a:defRPr sz="900" b="0">
                <a:solidFill>
                  <a:srgbClr val="53657A"/>
                </a:solidFill>
                <a:latin typeface="Noto Sans SC"/>
                <a:ea typeface="Noto Sans SC"/>
                <a:cs typeface="Noto Sans SC"/>
              </a:defRPr>
            </a:lvl3pPr>
            <a:lvl4pPr algn="l">
              <a:defRPr sz="900" b="0">
                <a:solidFill>
                  <a:srgbClr val="53657A"/>
                </a:solidFill>
                <a:latin typeface="Noto Sans SC"/>
                <a:ea typeface="Noto Sans SC"/>
                <a:cs typeface="Noto Sans SC"/>
              </a:defRPr>
            </a:lvl4pPr>
            <a:lvl5pPr algn="l">
              <a:defRPr sz="900" b="0">
                <a:solidFill>
                  <a:srgbClr val="53657A"/>
                </a:solidFill>
                <a:latin typeface="Noto Sans SC"/>
                <a:ea typeface="Noto Sans SC"/>
                <a:cs typeface="Noto Sans SC"/>
              </a:defRPr>
            </a:lvl5pPr>
            <a:lvl6pPr algn="l">
              <a:defRPr sz="900" b="0">
                <a:solidFill>
                  <a:srgbClr val="53657A"/>
                </a:solidFill>
                <a:latin typeface="Noto Sans SC"/>
                <a:ea typeface="Noto Sans SC"/>
                <a:cs typeface="Noto Sans SC"/>
              </a:defRPr>
            </a:lvl6pPr>
            <a:lvl7pPr algn="l">
              <a:defRPr sz="900" b="0">
                <a:solidFill>
                  <a:srgbClr val="53657A"/>
                </a:solidFill>
                <a:latin typeface="Noto Sans SC"/>
                <a:ea typeface="Noto Sans SC"/>
                <a:cs typeface="Noto Sans SC"/>
              </a:defRPr>
            </a:lvl7pPr>
            <a:lvl8pPr algn="l">
              <a:defRPr sz="900" b="0">
                <a:solidFill>
                  <a:srgbClr val="53657A"/>
                </a:solidFill>
                <a:latin typeface="Noto Sans SC"/>
                <a:ea typeface="Noto Sans SC"/>
                <a:cs typeface="Noto Sans SC"/>
              </a:defRPr>
            </a:lvl8pPr>
            <a:lvl9pPr algn="l">
              <a:defRPr sz="900" b="0">
                <a:solidFill>
                  <a:srgbClr val="53657A"/>
                </a:solidFill>
                <a:latin typeface="Noto Sans SC"/>
                <a:ea typeface="Noto Sans SC"/>
                <a:cs typeface="Noto Sans SC"/>
              </a:defRPr>
            </a:lvl9pPr>
          </a:lstStyle>
          <a:p xmlns:a="http://schemas.openxmlformats.org/drawingml/2006/main">
            <a:pPr algn="l">
              <a:defRPr sz="900" b="0">
                <a:solidFill>
                  <a:srgbClr val="53657A"/>
                </a:solidFill>
                <a:latin typeface="Noto Sans SC"/>
                <a:ea typeface="Noto Sans SC"/>
                <a:cs typeface="Noto Sans SC"/>
              </a:defRPr>
            </a:pPr>
            <a:r>
              <a:rPr sz="900" b="0">
                <a:solidFill>
                  <a:srgbClr val="53657A"/>
                </a:solidFill>
                <a:latin typeface="Noto Sans SC"/>
                <a:ea typeface="Noto Sans SC"/>
                <a:cs typeface="Noto Sans SC"/>
              </a:rPr>
              <a:t>project_reference §16.7–16.8；Word §23.7–23.8；Origin训练实现</a:t>
            </a:r>
          </a:p>
        </p:txBody>
      </p:sp>
      <p:sp>
        <p:nvSpPr>
          <p:cNvPr id="6" name="o5">
            <a:extLst xmlns:a="http://schemas.openxmlformats.org/drawingml/2006/main">
              <a:ext uri="{FF2B5EF4-FFF2-40B4-BE49-F238E27FC236}">
                <a16:creationId xmlns:a16="http://schemas.microsoft.com/office/drawing/2014/main" id="{274D63EA-7E19-46DC-A0D4-C115544C4997}"/>
              </a:ext>
            </a:extLst>
          </p:cNvPr>
          <p:cNvSpPr>
            <a:spLocks xmlns:a="http://schemas.openxmlformats.org/drawingml/2006/main" noGrp="1"/>
          </p:cNvSpPr>
          <p:nvPr/>
        </p:nvSpPr>
        <p:spPr>
          <a:xfrm xmlns:a="http://schemas.openxmlformats.org/drawingml/2006/main">
            <a:off x="10763250" y="6534150"/>
            <a:ext cx="819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125" b="0">
                <a:solidFill>
                  <a:srgbClr val="53657A"/>
                </a:solidFill>
                <a:latin typeface="Noto Sans SC"/>
                <a:ea typeface="Noto Sans SC"/>
                <a:cs typeface="Noto Sans SC"/>
              </a:defRPr>
            </a:defPPr>
            <a:lvl1pPr algn="r">
              <a:defRPr sz="1125" b="0">
                <a:solidFill>
                  <a:srgbClr val="53657A"/>
                </a:solidFill>
                <a:latin typeface="Noto Sans SC"/>
                <a:ea typeface="Noto Sans SC"/>
                <a:cs typeface="Noto Sans SC"/>
              </a:defRPr>
            </a:lvl1pPr>
            <a:lvl2pPr algn="r">
              <a:defRPr sz="1125" b="0">
                <a:solidFill>
                  <a:srgbClr val="53657A"/>
                </a:solidFill>
                <a:latin typeface="Noto Sans SC"/>
                <a:ea typeface="Noto Sans SC"/>
                <a:cs typeface="Noto Sans SC"/>
              </a:defRPr>
            </a:lvl2pPr>
            <a:lvl3pPr algn="r">
              <a:defRPr sz="1125" b="0">
                <a:solidFill>
                  <a:srgbClr val="53657A"/>
                </a:solidFill>
                <a:latin typeface="Noto Sans SC"/>
                <a:ea typeface="Noto Sans SC"/>
                <a:cs typeface="Noto Sans SC"/>
              </a:defRPr>
            </a:lvl3pPr>
            <a:lvl4pPr algn="r">
              <a:defRPr sz="1125" b="0">
                <a:solidFill>
                  <a:srgbClr val="53657A"/>
                </a:solidFill>
                <a:latin typeface="Noto Sans SC"/>
                <a:ea typeface="Noto Sans SC"/>
                <a:cs typeface="Noto Sans SC"/>
              </a:defRPr>
            </a:lvl4pPr>
            <a:lvl5pPr algn="r">
              <a:defRPr sz="1125" b="0">
                <a:solidFill>
                  <a:srgbClr val="53657A"/>
                </a:solidFill>
                <a:latin typeface="Noto Sans SC"/>
                <a:ea typeface="Noto Sans SC"/>
                <a:cs typeface="Noto Sans SC"/>
              </a:defRPr>
            </a:lvl5pPr>
            <a:lvl6pPr algn="r">
              <a:defRPr sz="1125" b="0">
                <a:solidFill>
                  <a:srgbClr val="53657A"/>
                </a:solidFill>
                <a:latin typeface="Noto Sans SC"/>
                <a:ea typeface="Noto Sans SC"/>
                <a:cs typeface="Noto Sans SC"/>
              </a:defRPr>
            </a:lvl6pPr>
            <a:lvl7pPr algn="r">
              <a:defRPr sz="1125" b="0">
                <a:solidFill>
                  <a:srgbClr val="53657A"/>
                </a:solidFill>
                <a:latin typeface="Noto Sans SC"/>
                <a:ea typeface="Noto Sans SC"/>
                <a:cs typeface="Noto Sans SC"/>
              </a:defRPr>
            </a:lvl7pPr>
            <a:lvl8pPr algn="r">
              <a:defRPr sz="1125" b="0">
                <a:solidFill>
                  <a:srgbClr val="53657A"/>
                </a:solidFill>
                <a:latin typeface="Noto Sans SC"/>
                <a:ea typeface="Noto Sans SC"/>
                <a:cs typeface="Noto Sans SC"/>
              </a:defRPr>
            </a:lvl8pPr>
            <a:lvl9pPr algn="r">
              <a:defRPr sz="1125" b="0">
                <a:solidFill>
                  <a:srgbClr val="53657A"/>
                </a:solidFill>
                <a:latin typeface="Noto Sans SC"/>
                <a:ea typeface="Noto Sans SC"/>
                <a:cs typeface="Noto Sans SC"/>
              </a:defRPr>
            </a:lvl9pPr>
          </a:lstStyle>
          <a:p xmlns:a="http://schemas.openxmlformats.org/drawingml/2006/main">
            <a:pPr algn="r">
              <a:defRPr sz="1125" b="0">
                <a:solidFill>
                  <a:srgbClr val="53657A"/>
                </a:solidFill>
                <a:latin typeface="Noto Sans SC"/>
                <a:ea typeface="Noto Sans SC"/>
                <a:cs typeface="Noto Sans SC"/>
              </a:defRPr>
            </a:pPr>
            <a:r>
              <a:rPr sz="1125" b="0">
                <a:solidFill>
                  <a:srgbClr val="53657A"/>
                </a:solidFill>
                <a:latin typeface="Noto Sans SC"/>
                <a:ea typeface="Noto Sans SC"/>
                <a:cs typeface="Noto Sans SC"/>
              </a:rPr>
              <a:t>33 / 39</a:t>
            </a:r>
          </a:p>
        </p:txBody>
      </p:sp>
      <p:sp>
        <p:nvSpPr>
          <p:cNvPr id="7" name="o6">
            <a:extLst xmlns:a="http://schemas.openxmlformats.org/drawingml/2006/main">
              <a:ext uri="{FF2B5EF4-FFF2-40B4-BE49-F238E27FC236}">
                <a16:creationId xmlns:a16="http://schemas.microsoft.com/office/drawing/2014/main" id="{A0209141-3B14-4317-B345-A332B8661AF5}"/>
              </a:ext>
            </a:extLst>
          </p:cNvPr>
          <p:cNvSpPr>
            <a:spLocks xmlns:a="http://schemas.openxmlformats.org/drawingml/2006/main" noGrp="1"/>
          </p:cNvSpPr>
          <p:nvPr/>
        </p:nvSpPr>
        <p:spPr>
          <a:xfrm xmlns:a="http://schemas.openxmlformats.org/drawingml/2006/main">
            <a:off x="609600" y="5095875"/>
            <a:ext cx="4429125"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1E293B"/>
                </a:solidFill>
                <a:latin typeface="Noto Sans SC"/>
                <a:ea typeface="Noto Sans SC"/>
                <a:cs typeface="Noto Sans SC"/>
              </a:defRPr>
            </a:defPPr>
            <a:lvl1pPr algn="l">
              <a:defRPr sz="1650" b="0">
                <a:solidFill>
                  <a:srgbClr val="1E293B"/>
                </a:solidFill>
                <a:latin typeface="Noto Sans SC"/>
                <a:ea typeface="Noto Sans SC"/>
                <a:cs typeface="Noto Sans SC"/>
              </a:defRPr>
            </a:lvl1pPr>
            <a:lvl2pPr algn="l">
              <a:defRPr sz="1650" b="0">
                <a:solidFill>
                  <a:srgbClr val="1E293B"/>
                </a:solidFill>
                <a:latin typeface="Noto Sans SC"/>
                <a:ea typeface="Noto Sans SC"/>
                <a:cs typeface="Noto Sans SC"/>
              </a:defRPr>
            </a:lvl2pPr>
            <a:lvl3pPr algn="l">
              <a:defRPr sz="1650" b="0">
                <a:solidFill>
                  <a:srgbClr val="1E293B"/>
                </a:solidFill>
                <a:latin typeface="Noto Sans SC"/>
                <a:ea typeface="Noto Sans SC"/>
                <a:cs typeface="Noto Sans SC"/>
              </a:defRPr>
            </a:lvl3pPr>
            <a:lvl4pPr algn="l">
              <a:defRPr sz="1650" b="0">
                <a:solidFill>
                  <a:srgbClr val="1E293B"/>
                </a:solidFill>
                <a:latin typeface="Noto Sans SC"/>
                <a:ea typeface="Noto Sans SC"/>
                <a:cs typeface="Noto Sans SC"/>
              </a:defRPr>
            </a:lvl4pPr>
            <a:lvl5pPr algn="l">
              <a:defRPr sz="1650" b="0">
                <a:solidFill>
                  <a:srgbClr val="1E293B"/>
                </a:solidFill>
                <a:latin typeface="Noto Sans SC"/>
                <a:ea typeface="Noto Sans SC"/>
                <a:cs typeface="Noto Sans SC"/>
              </a:defRPr>
            </a:lvl5pPr>
            <a:lvl6pPr algn="l">
              <a:defRPr sz="1650" b="0">
                <a:solidFill>
                  <a:srgbClr val="1E293B"/>
                </a:solidFill>
                <a:latin typeface="Noto Sans SC"/>
                <a:ea typeface="Noto Sans SC"/>
                <a:cs typeface="Noto Sans SC"/>
              </a:defRPr>
            </a:lvl6pPr>
            <a:lvl7pPr algn="l">
              <a:defRPr sz="1650" b="0">
                <a:solidFill>
                  <a:srgbClr val="1E293B"/>
                </a:solidFill>
                <a:latin typeface="Noto Sans SC"/>
                <a:ea typeface="Noto Sans SC"/>
                <a:cs typeface="Noto Sans SC"/>
              </a:defRPr>
            </a:lvl7pPr>
            <a:lvl8pPr algn="l">
              <a:defRPr sz="1650" b="0">
                <a:solidFill>
                  <a:srgbClr val="1E293B"/>
                </a:solidFill>
                <a:latin typeface="Noto Sans SC"/>
                <a:ea typeface="Noto Sans SC"/>
                <a:cs typeface="Noto Sans SC"/>
              </a:defRPr>
            </a:lvl8pPr>
            <a:lvl9pPr algn="l">
              <a:defRPr sz="1650" b="0">
                <a:solidFill>
                  <a:srgbClr val="1E293B"/>
                </a:solidFill>
                <a:latin typeface="Noto Sans SC"/>
                <a:ea typeface="Noto Sans SC"/>
                <a:cs typeface="Noto Sans SC"/>
              </a:defRPr>
            </a:lvl9pPr>
          </a:lstStyle>
          <a:p xmlns:a="http://schemas.openxmlformats.org/drawingml/2006/main">
            <a:pPr algn="l">
              <a:defRPr sz="1650" b="0">
                <a:solidFill>
                  <a:srgbClr val="1E293B"/>
                </a:solidFill>
                <a:latin typeface="Noto Sans SC"/>
                <a:ea typeface="Noto Sans SC"/>
                <a:cs typeface="Noto Sans SC"/>
              </a:defRPr>
            </a:pPr>
            <a:r>
              <a:rPr sz="1650" b="0">
                <a:solidFill>
                  <a:srgbClr val="1E293B"/>
                </a:solidFill>
                <a:latin typeface="Noto Sans SC"/>
                <a:ea typeface="Noto Sans SC"/>
                <a:cs typeface="Noto Sans SC"/>
              </a:rPr>
              <a:t>输入2维／隐藏128／5类／Dropout 0.3</a:t>
            </a:r>
          </a:p>
          <a:p xmlns:a="http://schemas.openxmlformats.org/drawingml/2006/main">
            <a:pPr algn="l">
              <a:defRPr sz="1650" b="0">
                <a:solidFill>
                  <a:srgbClr val="1E293B"/>
                </a:solidFill>
                <a:latin typeface="Noto Sans SC"/>
                <a:ea typeface="Noto Sans SC"/>
                <a:cs typeface="Noto Sans SC"/>
              </a:defRPr>
            </a:pPr>
            <a:r>
              <a:rPr sz="1650" b="0">
                <a:solidFill>
                  <a:srgbClr val="1E293B"/>
                </a:solidFill>
                <a:latin typeface="Noto Sans SC"/>
                <a:ea typeface="Noto Sans SC"/>
                <a:cs typeface="Noto Sans SC"/>
              </a:rPr>
              <a:t>卷积核1；无T-Net；lengths排除填充。</a:t>
            </a:r>
          </a:p>
        </p:txBody>
      </p:sp>
      <p:sp>
        <p:nvSpPr>
          <p:cNvPr id="8" name="o7">
            <a:extLst xmlns:a="http://schemas.openxmlformats.org/drawingml/2006/main">
              <a:ext uri="{FF2B5EF4-FFF2-40B4-BE49-F238E27FC236}">
                <a16:creationId xmlns:a16="http://schemas.microsoft.com/office/drawing/2014/main" id="{794A1E0F-7878-44E3-8B2B-6C6D51661D53}"/>
              </a:ext>
            </a:extLst>
          </p:cNvPr>
          <p:cNvSpPr>
            <a:spLocks xmlns:a="http://schemas.openxmlformats.org/drawingml/2006/main" noGrp="1"/>
          </p:cNvSpPr>
          <p:nvPr/>
        </p:nvSpPr>
        <p:spPr>
          <a:xfrm xmlns:a="http://schemas.openxmlformats.org/drawingml/2006/main">
            <a:off x="5524500" y="1323975"/>
            <a:ext cx="6048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0F6E73"/>
                </a:solidFill>
                <a:latin typeface="Noto Sans SC"/>
                <a:ea typeface="Noto Sans SC"/>
                <a:cs typeface="Noto Sans SC"/>
              </a:defRPr>
            </a:defPPr>
            <a:lvl1pPr algn="l">
              <a:defRPr sz="1875" b="1">
                <a:solidFill>
                  <a:srgbClr val="0F6E73"/>
                </a:solidFill>
                <a:latin typeface="Noto Sans SC"/>
                <a:ea typeface="Noto Sans SC"/>
                <a:cs typeface="Noto Sans SC"/>
              </a:defRPr>
            </a:lvl1pPr>
            <a:lvl2pPr algn="l">
              <a:defRPr sz="1875" b="1">
                <a:solidFill>
                  <a:srgbClr val="0F6E73"/>
                </a:solidFill>
                <a:latin typeface="Noto Sans SC"/>
                <a:ea typeface="Noto Sans SC"/>
                <a:cs typeface="Noto Sans SC"/>
              </a:defRPr>
            </a:lvl2pPr>
            <a:lvl3pPr algn="l">
              <a:defRPr sz="1875" b="1">
                <a:solidFill>
                  <a:srgbClr val="0F6E73"/>
                </a:solidFill>
                <a:latin typeface="Noto Sans SC"/>
                <a:ea typeface="Noto Sans SC"/>
                <a:cs typeface="Noto Sans SC"/>
              </a:defRPr>
            </a:lvl3pPr>
            <a:lvl4pPr algn="l">
              <a:defRPr sz="1875" b="1">
                <a:solidFill>
                  <a:srgbClr val="0F6E73"/>
                </a:solidFill>
                <a:latin typeface="Noto Sans SC"/>
                <a:ea typeface="Noto Sans SC"/>
                <a:cs typeface="Noto Sans SC"/>
              </a:defRPr>
            </a:lvl4pPr>
            <a:lvl5pPr algn="l">
              <a:defRPr sz="1875" b="1">
                <a:solidFill>
                  <a:srgbClr val="0F6E73"/>
                </a:solidFill>
                <a:latin typeface="Noto Sans SC"/>
                <a:ea typeface="Noto Sans SC"/>
                <a:cs typeface="Noto Sans SC"/>
              </a:defRPr>
            </a:lvl5pPr>
            <a:lvl6pPr algn="l">
              <a:defRPr sz="1875" b="1">
                <a:solidFill>
                  <a:srgbClr val="0F6E73"/>
                </a:solidFill>
                <a:latin typeface="Noto Sans SC"/>
                <a:ea typeface="Noto Sans SC"/>
                <a:cs typeface="Noto Sans SC"/>
              </a:defRPr>
            </a:lvl6pPr>
            <a:lvl7pPr algn="l">
              <a:defRPr sz="1875" b="1">
                <a:solidFill>
                  <a:srgbClr val="0F6E73"/>
                </a:solidFill>
                <a:latin typeface="Noto Sans SC"/>
                <a:ea typeface="Noto Sans SC"/>
                <a:cs typeface="Noto Sans SC"/>
              </a:defRPr>
            </a:lvl7pPr>
            <a:lvl8pPr algn="l">
              <a:defRPr sz="1875" b="1">
                <a:solidFill>
                  <a:srgbClr val="0F6E73"/>
                </a:solidFill>
                <a:latin typeface="Noto Sans SC"/>
                <a:ea typeface="Noto Sans SC"/>
                <a:cs typeface="Noto Sans SC"/>
              </a:defRPr>
            </a:lvl8pPr>
            <a:lvl9pPr algn="l">
              <a:defRPr sz="1875" b="1">
                <a:solidFill>
                  <a:srgbClr val="0F6E73"/>
                </a:solidFill>
                <a:latin typeface="Noto Sans SC"/>
                <a:ea typeface="Noto Sans SC"/>
                <a:cs typeface="Noto Sans SC"/>
              </a:defRPr>
            </a:lvl9pPr>
          </a:lstStyle>
          <a:p xmlns:a="http://schemas.openxmlformats.org/drawingml/2006/main">
            <a:pPr algn="l">
              <a:defRPr sz="1875" b="1">
                <a:solidFill>
                  <a:srgbClr val="0F6E73"/>
                </a:solidFill>
                <a:latin typeface="Noto Sans SC"/>
                <a:ea typeface="Noto Sans SC"/>
                <a:cs typeface="Noto Sans SC"/>
              </a:defRPr>
            </a:pPr>
            <a:r>
              <a:rPr sz="1875" b="1">
                <a:solidFill>
                  <a:srgbClr val="0F6E73"/>
                </a:solidFill>
                <a:latin typeface="Noto Sans SC"/>
                <a:ea typeface="Noto Sans SC"/>
                <a:cs typeface="Noto Sans SC"/>
              </a:rPr>
              <a:t>训练与评估流程</a:t>
            </a:r>
          </a:p>
        </p:txBody>
      </p:sp>
      <p:sp>
        <p:nvSpPr>
          <p:cNvPr id="9" name="o8">
            <a:extLst xmlns:a="http://schemas.openxmlformats.org/drawingml/2006/main">
              <a:ext uri="{FF2B5EF4-FFF2-40B4-BE49-F238E27FC236}">
                <a16:creationId xmlns:a16="http://schemas.microsoft.com/office/drawing/2014/main" id="{66AD319A-F367-4AE4-A4B5-848DED24CAF4}"/>
              </a:ext>
            </a:extLst>
          </p:cNvPr>
          <p:cNvSpPr>
            <a:spLocks xmlns:a="http://schemas.openxmlformats.org/drawingml/2006/main" noGrp="1"/>
          </p:cNvSpPr>
          <p:nvPr/>
        </p:nvSpPr>
        <p:spPr>
          <a:xfrm xmlns:a="http://schemas.openxmlformats.org/drawingml/2006/main">
            <a:off x="5524500" y="1838325"/>
            <a:ext cx="60483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1E293B"/>
                </a:solidFill>
                <a:latin typeface="Noto Sans SC"/>
                <a:ea typeface="Noto Sans SC"/>
                <a:cs typeface="Noto Sans SC"/>
              </a:defRPr>
            </a:defPPr>
            <a:lvl1pPr algn="l">
              <a:defRPr sz="1725" b="0">
                <a:solidFill>
                  <a:srgbClr val="1E293B"/>
                </a:solidFill>
                <a:latin typeface="Noto Sans SC"/>
                <a:ea typeface="Noto Sans SC"/>
                <a:cs typeface="Noto Sans SC"/>
              </a:defRPr>
            </a:lvl1pPr>
            <a:lvl2pPr algn="l">
              <a:defRPr sz="1725" b="0">
                <a:solidFill>
                  <a:srgbClr val="1E293B"/>
                </a:solidFill>
                <a:latin typeface="Noto Sans SC"/>
                <a:ea typeface="Noto Sans SC"/>
                <a:cs typeface="Noto Sans SC"/>
              </a:defRPr>
            </a:lvl2pPr>
            <a:lvl3pPr algn="l">
              <a:defRPr sz="1725" b="0">
                <a:solidFill>
                  <a:srgbClr val="1E293B"/>
                </a:solidFill>
                <a:latin typeface="Noto Sans SC"/>
                <a:ea typeface="Noto Sans SC"/>
                <a:cs typeface="Noto Sans SC"/>
              </a:defRPr>
            </a:lvl3pPr>
            <a:lvl4pPr algn="l">
              <a:defRPr sz="1725" b="0">
                <a:solidFill>
                  <a:srgbClr val="1E293B"/>
                </a:solidFill>
                <a:latin typeface="Noto Sans SC"/>
                <a:ea typeface="Noto Sans SC"/>
                <a:cs typeface="Noto Sans SC"/>
              </a:defRPr>
            </a:lvl4pPr>
            <a:lvl5pPr algn="l">
              <a:defRPr sz="1725" b="0">
                <a:solidFill>
                  <a:srgbClr val="1E293B"/>
                </a:solidFill>
                <a:latin typeface="Noto Sans SC"/>
                <a:ea typeface="Noto Sans SC"/>
                <a:cs typeface="Noto Sans SC"/>
              </a:defRPr>
            </a:lvl5pPr>
            <a:lvl6pPr algn="l">
              <a:defRPr sz="1725" b="0">
                <a:solidFill>
                  <a:srgbClr val="1E293B"/>
                </a:solidFill>
                <a:latin typeface="Noto Sans SC"/>
                <a:ea typeface="Noto Sans SC"/>
                <a:cs typeface="Noto Sans SC"/>
              </a:defRPr>
            </a:lvl6pPr>
            <a:lvl7pPr algn="l">
              <a:defRPr sz="1725" b="0">
                <a:solidFill>
                  <a:srgbClr val="1E293B"/>
                </a:solidFill>
                <a:latin typeface="Noto Sans SC"/>
                <a:ea typeface="Noto Sans SC"/>
                <a:cs typeface="Noto Sans SC"/>
              </a:defRPr>
            </a:lvl7pPr>
            <a:lvl8pPr algn="l">
              <a:defRPr sz="1725" b="0">
                <a:solidFill>
                  <a:srgbClr val="1E293B"/>
                </a:solidFill>
                <a:latin typeface="Noto Sans SC"/>
                <a:ea typeface="Noto Sans SC"/>
                <a:cs typeface="Noto Sans SC"/>
              </a:defRPr>
            </a:lvl8pPr>
            <a:lvl9pPr algn="l">
              <a:defRPr sz="1725" b="0">
                <a:solidFill>
                  <a:srgbClr val="1E293B"/>
                </a:solidFill>
                <a:latin typeface="Noto Sans SC"/>
                <a:ea typeface="Noto Sans SC"/>
                <a:cs typeface="Noto Sans SC"/>
              </a:defRPr>
            </a:lvl9pPr>
          </a:lstStyle>
          <a:p xmlns:a="http://schemas.openxmlformats.org/drawingml/2006/main">
            <a:pPr algn="l">
              <a:defRPr sz="1725" b="0">
                <a:solidFill>
                  <a:srgbClr val="1E293B"/>
                </a:solidFill>
                <a:latin typeface="Noto Sans SC"/>
                <a:ea typeface="Noto Sans SC"/>
                <a:cs typeface="Noto Sans SC"/>
              </a:defRPr>
            </a:pPr>
            <a:r>
              <a:rPr sz="1725" b="0">
                <a:solidFill>
                  <a:srgbClr val="1E293B"/>
                </a:solidFill>
                <a:latin typeface="Noto Sans SC"/>
                <a:ea typeface="Noto Sans SC"/>
                <a:cs typeface="Noto Sans SC"/>
              </a:rPr>
              <a:t>独立训练／评估文件 → 变长补齐与掩码</a:t>
            </a:r>
          </a:p>
          <a:p xmlns:a="http://schemas.openxmlformats.org/drawingml/2006/main">
            <a:pPr algn="l">
              <a:defRPr sz="1725" b="0">
                <a:solidFill>
                  <a:srgbClr val="1E293B"/>
                </a:solidFill>
                <a:latin typeface="Noto Sans SC"/>
                <a:ea typeface="Noto Sans SC"/>
                <a:cs typeface="Noto Sans SC"/>
              </a:defRPr>
            </a:pPr>
            <a:r>
              <a:rPr sz="1725" b="0">
                <a:solidFill>
                  <a:srgbClr val="1E293B"/>
                </a:solidFill>
                <a:latin typeface="Noto Sans SC"/>
                <a:ea typeface="Noto Sans SC"/>
                <a:cs typeface="Noto Sans SC"/>
              </a:rPr>
              <a:t>交叉熵＋Adam＋验证损失学习率调度</a:t>
            </a:r>
          </a:p>
          <a:p xmlns:a="http://schemas.openxmlformats.org/drawingml/2006/main">
            <a:pPr algn="l">
              <a:defRPr sz="1725" b="0">
                <a:solidFill>
                  <a:srgbClr val="1E293B"/>
                </a:solidFill>
                <a:latin typeface="Noto Sans SC"/>
                <a:ea typeface="Noto Sans SC"/>
                <a:cs typeface="Noto Sans SC"/>
              </a:defRPr>
            </a:pPr>
            <a:r>
              <a:rPr sz="1725" b="0">
                <a:solidFill>
                  <a:srgbClr val="1E293B"/>
                </a:solidFill>
                <a:latin typeface="Noto Sans SC"/>
                <a:ea typeface="Noto Sans SC"/>
                <a:cs typeface="Noto Sans SC"/>
              </a:rPr>
              <a:t>输出分类报告与混淆矩阵</a:t>
            </a:r>
          </a:p>
        </p:txBody>
      </p:sp>
      <p:sp>
        <p:nvSpPr>
          <p:cNvPr id="10" name="o9">
            <a:extLst xmlns:a="http://schemas.openxmlformats.org/drawingml/2006/main">
              <a:ext uri="{FF2B5EF4-FFF2-40B4-BE49-F238E27FC236}">
                <a16:creationId xmlns:a16="http://schemas.microsoft.com/office/drawing/2014/main" id="{3ABD55BB-2AB6-4929-AEBF-DA088A512A91}"/>
              </a:ext>
            </a:extLst>
          </p:cNvPr>
          <p:cNvSpPr>
            <a:spLocks xmlns:a="http://schemas.openxmlformats.org/drawingml/2006/main" noGrp="1"/>
          </p:cNvSpPr>
          <p:nvPr/>
        </p:nvSpPr>
        <p:spPr>
          <a:xfrm xmlns:a="http://schemas.openxmlformats.org/drawingml/2006/main">
            <a:off x="5524500" y="4067175"/>
            <a:ext cx="6048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0F6E73"/>
                </a:solidFill>
                <a:latin typeface="Noto Sans SC"/>
                <a:ea typeface="Noto Sans SC"/>
                <a:cs typeface="Noto Sans SC"/>
              </a:defRPr>
            </a:defPPr>
            <a:lvl1pPr algn="l">
              <a:defRPr sz="1875" b="1">
                <a:solidFill>
                  <a:srgbClr val="0F6E73"/>
                </a:solidFill>
                <a:latin typeface="Noto Sans SC"/>
                <a:ea typeface="Noto Sans SC"/>
                <a:cs typeface="Noto Sans SC"/>
              </a:defRPr>
            </a:lvl1pPr>
            <a:lvl2pPr algn="l">
              <a:defRPr sz="1875" b="1">
                <a:solidFill>
                  <a:srgbClr val="0F6E73"/>
                </a:solidFill>
                <a:latin typeface="Noto Sans SC"/>
                <a:ea typeface="Noto Sans SC"/>
                <a:cs typeface="Noto Sans SC"/>
              </a:defRPr>
            </a:lvl2pPr>
            <a:lvl3pPr algn="l">
              <a:defRPr sz="1875" b="1">
                <a:solidFill>
                  <a:srgbClr val="0F6E73"/>
                </a:solidFill>
                <a:latin typeface="Noto Sans SC"/>
                <a:ea typeface="Noto Sans SC"/>
                <a:cs typeface="Noto Sans SC"/>
              </a:defRPr>
            </a:lvl3pPr>
            <a:lvl4pPr algn="l">
              <a:defRPr sz="1875" b="1">
                <a:solidFill>
                  <a:srgbClr val="0F6E73"/>
                </a:solidFill>
                <a:latin typeface="Noto Sans SC"/>
                <a:ea typeface="Noto Sans SC"/>
                <a:cs typeface="Noto Sans SC"/>
              </a:defRPr>
            </a:lvl4pPr>
            <a:lvl5pPr algn="l">
              <a:defRPr sz="1875" b="1">
                <a:solidFill>
                  <a:srgbClr val="0F6E73"/>
                </a:solidFill>
                <a:latin typeface="Noto Sans SC"/>
                <a:ea typeface="Noto Sans SC"/>
                <a:cs typeface="Noto Sans SC"/>
              </a:defRPr>
            </a:lvl5pPr>
            <a:lvl6pPr algn="l">
              <a:defRPr sz="1875" b="1">
                <a:solidFill>
                  <a:srgbClr val="0F6E73"/>
                </a:solidFill>
                <a:latin typeface="Noto Sans SC"/>
                <a:ea typeface="Noto Sans SC"/>
                <a:cs typeface="Noto Sans SC"/>
              </a:defRPr>
            </a:lvl6pPr>
            <a:lvl7pPr algn="l">
              <a:defRPr sz="1875" b="1">
                <a:solidFill>
                  <a:srgbClr val="0F6E73"/>
                </a:solidFill>
                <a:latin typeface="Noto Sans SC"/>
                <a:ea typeface="Noto Sans SC"/>
                <a:cs typeface="Noto Sans SC"/>
              </a:defRPr>
            </a:lvl7pPr>
            <a:lvl8pPr algn="l">
              <a:defRPr sz="1875" b="1">
                <a:solidFill>
                  <a:srgbClr val="0F6E73"/>
                </a:solidFill>
                <a:latin typeface="Noto Sans SC"/>
                <a:ea typeface="Noto Sans SC"/>
                <a:cs typeface="Noto Sans SC"/>
              </a:defRPr>
            </a:lvl8pPr>
            <a:lvl9pPr algn="l">
              <a:defRPr sz="1875" b="1">
                <a:solidFill>
                  <a:srgbClr val="0F6E73"/>
                </a:solidFill>
                <a:latin typeface="Noto Sans SC"/>
                <a:ea typeface="Noto Sans SC"/>
                <a:cs typeface="Noto Sans SC"/>
              </a:defRPr>
            </a:lvl9pPr>
          </a:lstStyle>
          <a:p xmlns:a="http://schemas.openxmlformats.org/drawingml/2006/main">
            <a:pPr algn="l">
              <a:defRPr sz="1875" b="1">
                <a:solidFill>
                  <a:srgbClr val="0F6E73"/>
                </a:solidFill>
                <a:latin typeface="Noto Sans SC"/>
                <a:ea typeface="Noto Sans SC"/>
                <a:cs typeface="Noto Sans SC"/>
              </a:defRPr>
            </a:pPr>
            <a:r>
              <a:rPr sz="1875" b="1">
                <a:solidFill>
                  <a:srgbClr val="0F6E73"/>
                </a:solidFill>
                <a:latin typeface="Noto Sans SC"/>
                <a:ea typeface="Noto Sans SC"/>
                <a:cs typeface="Noto Sans SC"/>
              </a:rPr>
              <a:t>当前证据</a:t>
            </a:r>
          </a:p>
        </p:txBody>
      </p:sp>
      <p:sp>
        <p:nvSpPr>
          <p:cNvPr id="11" name="o10">
            <a:extLst xmlns:a="http://schemas.openxmlformats.org/drawingml/2006/main">
              <a:ext uri="{FF2B5EF4-FFF2-40B4-BE49-F238E27FC236}">
                <a16:creationId xmlns:a16="http://schemas.microsoft.com/office/drawing/2014/main" id="{3215850A-A6A0-414D-9400-45EA31E0291F}"/>
              </a:ext>
            </a:extLst>
          </p:cNvPr>
          <p:cNvSpPr>
            <a:spLocks xmlns:a="http://schemas.openxmlformats.org/drawingml/2006/main" noGrp="1"/>
          </p:cNvSpPr>
          <p:nvPr/>
        </p:nvSpPr>
        <p:spPr>
          <a:xfrm xmlns:a="http://schemas.openxmlformats.org/drawingml/2006/main">
            <a:off x="5524500" y="4552950"/>
            <a:ext cx="6048375" cy="1114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1E293B"/>
                </a:solidFill>
                <a:latin typeface="Noto Sans SC"/>
                <a:ea typeface="Noto Sans SC"/>
                <a:cs typeface="Noto Sans SC"/>
              </a:defRPr>
            </a:defPPr>
            <a:lvl1pPr algn="l">
              <a:defRPr sz="1725" b="0">
                <a:solidFill>
                  <a:srgbClr val="1E293B"/>
                </a:solidFill>
                <a:latin typeface="Noto Sans SC"/>
                <a:ea typeface="Noto Sans SC"/>
                <a:cs typeface="Noto Sans SC"/>
              </a:defRPr>
            </a:lvl1pPr>
            <a:lvl2pPr algn="l">
              <a:defRPr sz="1725" b="0">
                <a:solidFill>
                  <a:srgbClr val="1E293B"/>
                </a:solidFill>
                <a:latin typeface="Noto Sans SC"/>
                <a:ea typeface="Noto Sans SC"/>
                <a:cs typeface="Noto Sans SC"/>
              </a:defRPr>
            </a:lvl2pPr>
            <a:lvl3pPr algn="l">
              <a:defRPr sz="1725" b="0">
                <a:solidFill>
                  <a:srgbClr val="1E293B"/>
                </a:solidFill>
                <a:latin typeface="Noto Sans SC"/>
                <a:ea typeface="Noto Sans SC"/>
                <a:cs typeface="Noto Sans SC"/>
              </a:defRPr>
            </a:lvl3pPr>
            <a:lvl4pPr algn="l">
              <a:defRPr sz="1725" b="0">
                <a:solidFill>
                  <a:srgbClr val="1E293B"/>
                </a:solidFill>
                <a:latin typeface="Noto Sans SC"/>
                <a:ea typeface="Noto Sans SC"/>
                <a:cs typeface="Noto Sans SC"/>
              </a:defRPr>
            </a:lvl4pPr>
            <a:lvl5pPr algn="l">
              <a:defRPr sz="1725" b="0">
                <a:solidFill>
                  <a:srgbClr val="1E293B"/>
                </a:solidFill>
                <a:latin typeface="Noto Sans SC"/>
                <a:ea typeface="Noto Sans SC"/>
                <a:cs typeface="Noto Sans SC"/>
              </a:defRPr>
            </a:lvl5pPr>
            <a:lvl6pPr algn="l">
              <a:defRPr sz="1725" b="0">
                <a:solidFill>
                  <a:srgbClr val="1E293B"/>
                </a:solidFill>
                <a:latin typeface="Noto Sans SC"/>
                <a:ea typeface="Noto Sans SC"/>
                <a:cs typeface="Noto Sans SC"/>
              </a:defRPr>
            </a:lvl6pPr>
            <a:lvl7pPr algn="l">
              <a:defRPr sz="1725" b="0">
                <a:solidFill>
                  <a:srgbClr val="1E293B"/>
                </a:solidFill>
                <a:latin typeface="Noto Sans SC"/>
                <a:ea typeface="Noto Sans SC"/>
                <a:cs typeface="Noto Sans SC"/>
              </a:defRPr>
            </a:lvl7pPr>
            <a:lvl8pPr algn="l">
              <a:defRPr sz="1725" b="0">
                <a:solidFill>
                  <a:srgbClr val="1E293B"/>
                </a:solidFill>
                <a:latin typeface="Noto Sans SC"/>
                <a:ea typeface="Noto Sans SC"/>
                <a:cs typeface="Noto Sans SC"/>
              </a:defRPr>
            </a:lvl8pPr>
            <a:lvl9pPr algn="l">
              <a:defRPr sz="1725" b="0">
                <a:solidFill>
                  <a:srgbClr val="1E293B"/>
                </a:solidFill>
                <a:latin typeface="Noto Sans SC"/>
                <a:ea typeface="Noto Sans SC"/>
                <a:cs typeface="Noto Sans SC"/>
              </a:defRPr>
            </a:lvl9pPr>
          </a:lstStyle>
          <a:p xmlns:a="http://schemas.openxmlformats.org/drawingml/2006/main">
            <a:pPr algn="l">
              <a:defRPr sz="1725" b="0">
                <a:solidFill>
                  <a:srgbClr val="1E293B"/>
                </a:solidFill>
                <a:latin typeface="Noto Sans SC"/>
                <a:ea typeface="Noto Sans SC"/>
                <a:cs typeface="Noto Sans SC"/>
              </a:defRPr>
            </a:pPr>
            <a:r>
              <a:rPr sz="1725" b="0">
                <a:solidFill>
                  <a:srgbClr val="1E293B"/>
                </a:solidFill>
                <a:latin typeface="Noto Sans SC"/>
                <a:ea typeface="Noto Sans SC"/>
                <a:cs typeface="Noto Sans SC"/>
              </a:rPr>
              <a:t>权重与架构已核对；固定五成员输出vshape</a:t>
            </a:r>
          </a:p>
          <a:p xmlns:a="http://schemas.openxmlformats.org/drawingml/2006/main">
            <a:pPr algn="l">
              <a:defRPr sz="1725" b="0">
                <a:solidFill>
                  <a:srgbClr val="1E293B"/>
                </a:solidFill>
                <a:latin typeface="Noto Sans SC"/>
                <a:ea typeface="Noto Sans SC"/>
                <a:cs typeface="Noto Sans SC"/>
              </a:defRPr>
            </a:pPr>
            <a:r>
              <a:rPr sz="1725" b="0">
                <a:solidFill>
                  <a:srgbClr val="1E293B"/>
                </a:solidFill>
                <a:latin typeface="Noto Sans SC"/>
                <a:ea typeface="Noto Sans SC"/>
                <a:cs typeface="Noto Sans SC"/>
              </a:rPr>
              <a:t>逆序输入最大logits差9.54×10⁻⁷</a:t>
            </a:r>
          </a:p>
          <a:p xmlns:a="http://schemas.openxmlformats.org/drawingml/2006/main">
            <a:pPr algn="l">
              <a:defRPr sz="1725" b="0">
                <a:solidFill>
                  <a:srgbClr val="1E293B"/>
                </a:solidFill>
                <a:latin typeface="Noto Sans SC"/>
                <a:ea typeface="Noto Sans SC"/>
                <a:cs typeface="Noto Sans SC"/>
              </a:defRPr>
            </a:pPr>
            <a:r>
              <a:rPr sz="1725" b="0">
                <a:solidFill>
                  <a:srgbClr val="1E293B"/>
                </a:solidFill>
                <a:latin typeface="Noto Sans SC"/>
                <a:ea typeface="Noto Sans SC"/>
                <a:cs typeface="Noto Sans SC"/>
              </a:rPr>
              <a:t>没有本轮重训或成套独立分类效果记录</a:t>
            </a:r>
          </a:p>
        </p:txBody>
      </p:sp>
      <p:sp>
        <p:nvSpPr>
          <p:cNvPr id="12" name="line-9">
            <a:extLst xmlns:a="http://schemas.openxmlformats.org/drawingml/2006/main">
              <a:ext uri="{FF2B5EF4-FFF2-40B4-BE49-F238E27FC236}">
                <a16:creationId xmlns:a16="http://schemas.microsoft.com/office/drawing/2014/main" id="{F35BC51B-B262-4ACD-A068-94649CA36EEA}"/>
              </a:ext>
            </a:extLst>
          </p:cNvPr>
          <p:cNvSpPr>
            <a:spLocks xmlns:a="http://schemas.openxmlformats.org/drawingml/2006/main" noGrp="1"/>
          </p:cNvSpPr>
          <p:nvPr/>
        </p:nvSpPr>
        <p:spPr>
          <a:xfrm xmlns:a="http://schemas.openxmlformats.org/drawingml/2006/main" flipV="0">
            <a:off x="609600" y="6134100"/>
            <a:ext cx="10972800" cy="953"/>
          </a:xfrm>
          <a:prstGeom xmlns:a="http://schemas.openxmlformats.org/drawingml/2006/main" prst="line">
            <a:avLst/>
          </a:prstGeom>
          <a:noFill xmlns:a="http://schemas.openxmlformats.org/drawingml/2006/main"/>
          <a:ln xmlns:a="http://schemas.openxmlformats.org/drawingml/2006/main" w="14288">
            <a:solidFill>
              <a:srgbClr val="CCD6E3"/>
            </a:solidFill>
            <a:prstDash val="solid"/>
          </a:ln>
        </p:spPr>
      </p:sp>
      <p:sp>
        <p:nvSpPr>
          <p:cNvPr id="13" name="o12">
            <a:extLst xmlns:a="http://schemas.openxmlformats.org/drawingml/2006/main">
              <a:ext uri="{FF2B5EF4-FFF2-40B4-BE49-F238E27FC236}">
                <a16:creationId xmlns:a16="http://schemas.microsoft.com/office/drawing/2014/main" id="{27F33A96-B684-44BD-8601-3C69C0CD117E}"/>
              </a:ext>
            </a:extLst>
          </p:cNvPr>
          <p:cNvSpPr>
            <a:spLocks xmlns:a="http://schemas.openxmlformats.org/drawingml/2006/main" noGrp="1"/>
          </p:cNvSpPr>
          <p:nvPr/>
        </p:nvSpPr>
        <p:spPr>
          <a:xfrm xmlns:a="http://schemas.openxmlformats.org/drawingml/2006/main">
            <a:off x="609600" y="6219825"/>
            <a:ext cx="109728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0">
                <a:solidFill>
                  <a:srgbClr val="0F6E73"/>
                </a:solidFill>
                <a:latin typeface="Noto Sans SC"/>
                <a:ea typeface="Noto Sans SC"/>
                <a:cs typeface="Noto Sans SC"/>
              </a:defRPr>
            </a:defPPr>
            <a:lvl1pPr algn="l">
              <a:defRPr sz="1425" b="0">
                <a:solidFill>
                  <a:srgbClr val="0F6E73"/>
                </a:solidFill>
                <a:latin typeface="Noto Sans SC"/>
                <a:ea typeface="Noto Sans SC"/>
                <a:cs typeface="Noto Sans SC"/>
              </a:defRPr>
            </a:lvl1pPr>
            <a:lvl2pPr algn="l">
              <a:defRPr sz="1425" b="0">
                <a:solidFill>
                  <a:srgbClr val="0F6E73"/>
                </a:solidFill>
                <a:latin typeface="Noto Sans SC"/>
                <a:ea typeface="Noto Sans SC"/>
                <a:cs typeface="Noto Sans SC"/>
              </a:defRPr>
            </a:lvl2pPr>
            <a:lvl3pPr algn="l">
              <a:defRPr sz="1425" b="0">
                <a:solidFill>
                  <a:srgbClr val="0F6E73"/>
                </a:solidFill>
                <a:latin typeface="Noto Sans SC"/>
                <a:ea typeface="Noto Sans SC"/>
                <a:cs typeface="Noto Sans SC"/>
              </a:defRPr>
            </a:lvl3pPr>
            <a:lvl4pPr algn="l">
              <a:defRPr sz="1425" b="0">
                <a:solidFill>
                  <a:srgbClr val="0F6E73"/>
                </a:solidFill>
                <a:latin typeface="Noto Sans SC"/>
                <a:ea typeface="Noto Sans SC"/>
                <a:cs typeface="Noto Sans SC"/>
              </a:defRPr>
            </a:lvl4pPr>
            <a:lvl5pPr algn="l">
              <a:defRPr sz="1425" b="0">
                <a:solidFill>
                  <a:srgbClr val="0F6E73"/>
                </a:solidFill>
                <a:latin typeface="Noto Sans SC"/>
                <a:ea typeface="Noto Sans SC"/>
                <a:cs typeface="Noto Sans SC"/>
              </a:defRPr>
            </a:lvl5pPr>
            <a:lvl6pPr algn="l">
              <a:defRPr sz="1425" b="0">
                <a:solidFill>
                  <a:srgbClr val="0F6E73"/>
                </a:solidFill>
                <a:latin typeface="Noto Sans SC"/>
                <a:ea typeface="Noto Sans SC"/>
                <a:cs typeface="Noto Sans SC"/>
              </a:defRPr>
            </a:lvl6pPr>
            <a:lvl7pPr algn="l">
              <a:defRPr sz="1425" b="0">
                <a:solidFill>
                  <a:srgbClr val="0F6E73"/>
                </a:solidFill>
                <a:latin typeface="Noto Sans SC"/>
                <a:ea typeface="Noto Sans SC"/>
                <a:cs typeface="Noto Sans SC"/>
              </a:defRPr>
            </a:lvl7pPr>
            <a:lvl8pPr algn="l">
              <a:defRPr sz="1425" b="0">
                <a:solidFill>
                  <a:srgbClr val="0F6E73"/>
                </a:solidFill>
                <a:latin typeface="Noto Sans SC"/>
                <a:ea typeface="Noto Sans SC"/>
                <a:cs typeface="Noto Sans SC"/>
              </a:defRPr>
            </a:lvl8pPr>
            <a:lvl9pPr algn="l">
              <a:defRPr sz="1425" b="0">
                <a:solidFill>
                  <a:srgbClr val="0F6E73"/>
                </a:solidFill>
                <a:latin typeface="Noto Sans SC"/>
                <a:ea typeface="Noto Sans SC"/>
                <a:cs typeface="Noto Sans SC"/>
              </a:defRPr>
            </a:lvl9pPr>
          </a:lstStyle>
          <a:p xmlns:a="http://schemas.openxmlformats.org/drawingml/2006/main">
            <a:pPr algn="l">
              <a:defRPr sz="1425" b="0">
                <a:solidFill>
                  <a:srgbClr val="0F6E73"/>
                </a:solidFill>
                <a:latin typeface="Noto Sans SC"/>
                <a:ea typeface="Noto Sans SC"/>
                <a:cs typeface="Noto Sans SC"/>
              </a:defRPr>
            </a:pPr>
            <a:r>
              <a:rPr sz="1425" b="0">
                <a:solidFill>
                  <a:srgbClr val="0F6E73"/>
                </a:solidFill>
                <a:latin typeface="Noto Sans SC"/>
                <a:ea typeface="Noto Sans SC"/>
                <a:cs typeface="Noto Sans SC"/>
              </a:rPr>
              <a:t>训练代码可追溯不等于当前权重精度已认证；acc 0.905注释不作为系统准确率。</a:t>
            </a:r>
          </a:p>
        </p:txBody>
      </p:sp>
      <ns0:AlternateContent xmlns:a="http://schemas.openxmlformats.org/drawingml/2006/main" xmlns:m="http://schemas.openxmlformats.org/officeDocument/2006/math" xmlns:w="http://schemas.openxmlformats.org/wordprocessingml/2006/main" xmlns:a14="http://schemas.microsoft.com/office/drawing/2010/main" xmlns:r="http://schemas.openxmlformats.org/officeDocument/2006/relationships" xmlns:rel="http://schemas.openxmlformats.org/package/2006/relationships" xmlns:ct="http://schemas.openxmlformats.org/package/2006/content-types" xmlns:ns0="http://schemas.openxmlformats.org/markup-compatibility/2006">
        <ns0:Choice Requires="a14">
          <p:sp>
            <p:nvSpPr>
              <p:cNvPr id="7001" name="equation-crossentropy"/>
              <p:cNvSpPr txBox="1">
                <a:spLocks noGrp="1"/>
              </p:cNvSpPr>
              <p:nvPr/>
            </p:nvSpPr>
            <p:spPr>
              <a:xfrm>
                <a:off x="5524500" y="3009900"/>
                <a:ext cx="6048375" cy="895350"/>
              </a:xfrm>
              <a:prstGeom prst="rect">
                <a:avLst/>
              </a:prstGeom>
              <a:noFill/>
              <a:ln>
                <a:noFill/>
              </a:ln>
            </p:spPr>
            <p:txBody>
              <a:bodyPr wrap="none" lIns="0" tIns="0" rIns="0" bIns="0" anchor="ctr">
                <a:noAutofit/>
              </a:bodyPr>
              <a:lstStyle/>
              <a:p>
                <a:pPr algn="ctr"/>
                <a14:m>
                  <m:oMathPara>
                    <m:oMath>
                      <m:r>
                        <w:rPr>
                          <w:sz w:val="46"/>
                          <w:rFonts w:ascii="Cambria Math" w:hAnsi="Cambria Math" w:eastAsia="Cambria Math"/>
                        </w:rPr>
                        <a:rPr sz="2300">
                          <a:latin typeface="Cambria Math" panose="02040503050406030204" pitchFamily="18" charset="0"/>
                        </a:rPr>
                        <m:t>𝐿</m:t>
                      </m:r>
                      <m:r>
                        <w:rPr>
                          <w:sz w:val="46"/>
                          <w:rFonts w:ascii="Cambria Math" w:hAnsi="Cambria Math" w:eastAsia="Cambria Math"/>
                        </w:rPr>
                        <a:rPr sz="2300">
                          <a:latin typeface="Cambria Math" panose="02040503050406030204" pitchFamily="18" charset="0"/>
                        </a:rPr>
                        <m:t> = −</m:t>
                      </m:r>
                      <m:f>
                        <m:fPr>
                          <m:ctrlPr>
                            <a:rPr sz="2300">
                              <a:latin typeface="Cambria Math" panose="02040503050406030204" pitchFamily="18" charset="0"/>
                            </a:rPr>
                          </m:ctrlPr>
                        </m:fPr>
                        <m:num>
                          <m:r>
                            <w:rPr>
                              <w:sz w:val="46"/>
                              <w:rFonts w:ascii="Cambria Math" w:hAnsi="Cambria Math" w:eastAsia="Cambria Math"/>
                            </w:rPr>
                            <a:rPr sz="2300">
                              <a:latin typeface="Cambria Math" panose="02040503050406030204" pitchFamily="18" charset="0"/>
                            </a:rPr>
                            <m:t>1</m:t>
                          </m:r>
                        </m:num>
                        <m:den>
                          <m:r>
                            <w:rPr>
                              <w:sz w:val="46"/>
                              <w:rFonts w:ascii="Cambria Math" w:hAnsi="Cambria Math" w:eastAsia="Cambria Math"/>
                            </w:rPr>
                            <a:rPr sz="2300">
                              <a:latin typeface="Cambria Math" panose="02040503050406030204" pitchFamily="18" charset="0"/>
                            </a:rPr>
                            <m:t>𝐵</m:t>
                          </m:r>
                        </m:den>
                      </m:f>
                      <m:sSub>
                        <m:sSubPr>
                          <m:ctrlPr>
                            <a:rPr sz="2300">
                              <a:latin typeface="Cambria Math" panose="02040503050406030204" pitchFamily="18" charset="0"/>
                            </a:rPr>
                          </m:ctrlPr>
                        </m:sSubPr>
                        <m:e>
                          <m:r>
                            <w:rPr>
                              <w:sz w:val="46"/>
                              <w:rFonts w:ascii="Cambria Math" w:hAnsi="Cambria Math" w:eastAsia="Cambria Math"/>
                            </w:rPr>
                            <a:rPr sz="2300">
                              <a:latin typeface="Cambria Math" panose="02040503050406030204" pitchFamily="18" charset="0"/>
                            </a:rPr>
                            <m:t>𝛴</m:t>
                          </m:r>
                        </m:e>
                        <m:sub>
                          <m:r>
                            <w:rPr>
                              <w:sz w:val="46"/>
                              <w:rFonts w:ascii="Cambria Math" w:hAnsi="Cambria Math" w:eastAsia="Cambria Math"/>
                            </w:rPr>
                            <a:rPr sz="2300">
                              <a:latin typeface="Cambria Math" panose="02040503050406030204" pitchFamily="18" charset="0"/>
                            </a:rPr>
                            <m:t>𝑏</m:t>
                          </m:r>
                        </m:sub>
                      </m:sSub>
                      <m:r>
                        <w:rPr>
                          <w:sz w:val="46"/>
                          <w:rFonts w:ascii="Cambria Math" w:hAnsi="Cambria Math" w:eastAsia="Cambria Math"/>
                        </w:rPr>
                        <a:rPr sz="2300">
                          <a:latin typeface="Cambria Math" panose="02040503050406030204" pitchFamily="18" charset="0"/>
                        </a:rPr>
                        <m:t> </m:t>
                      </m:r>
                      <m:r>
                        <w:rPr>
                          <w:sz w:val="46"/>
                          <w:rFonts w:ascii="Cambria Math" w:hAnsi="Cambria Math" w:eastAsia="Cambria Math"/>
                        </w:rPr>
                        <a:rPr sz="2300">
                          <a:latin typeface="Cambria Math" panose="02040503050406030204" pitchFamily="18" charset="0"/>
                        </a:rPr>
                        <m:t>𝑙𝑜𝑔</m:t>
                      </m:r>
                      <m:r>
                        <w:rPr>
                          <w:sz w:val="46"/>
                          <w:rFonts w:ascii="Cambria Math" w:hAnsi="Cambria Math" w:eastAsia="Cambria Math"/>
                        </w:rPr>
                        <a:rPr sz="2300">
                          <a:latin typeface="Cambria Math" panose="02040503050406030204" pitchFamily="18" charset="0"/>
                        </a:rPr>
                        <m:t> </m:t>
                      </m:r>
                      <m:f>
                        <m:fPr>
                          <m:ctrlPr>
                            <a:rPr sz="2300">
                              <a:latin typeface="Cambria Math" panose="02040503050406030204" pitchFamily="18" charset="0"/>
                            </a:rPr>
                          </m:ctrlPr>
                        </m:fPr>
                        <m:num>
                          <m:r>
                            <w:rPr>
                              <w:sz w:val="46"/>
                              <w:rFonts w:ascii="Cambria Math" w:hAnsi="Cambria Math" w:eastAsia="Cambria Math"/>
                            </w:rPr>
                            <a:rPr sz="2300">
                              <a:latin typeface="Cambria Math" panose="02040503050406030204" pitchFamily="18" charset="0"/>
                            </a:rPr>
                            <m:t>𝑒𝑥𝑝</m:t>
                          </m:r>
                          <m:r>
                            <w:rPr>
                              <w:sz w:val="46"/>
                              <w:rFonts w:ascii="Cambria Math" w:hAnsi="Cambria Math" w:eastAsia="Cambria Math"/>
                            </w:rPr>
                            <a:rPr sz="2300">
                              <a:latin typeface="Cambria Math" panose="02040503050406030204" pitchFamily="18" charset="0"/>
                            </a:rPr>
                            <m:t>(</m:t>
                          </m:r>
                          <m:sSub>
                            <m:sSubPr>
                              <m:ctrlPr>
                                <a:rPr sz="2300">
                                  <a:latin typeface="Cambria Math" panose="02040503050406030204" pitchFamily="18" charset="0"/>
                                </a:rPr>
                              </m:ctrlPr>
                            </m:sSubPr>
                            <m:e>
                              <m:r>
                                <w:rPr>
                                  <w:sz w:val="46"/>
                                  <w:rFonts w:ascii="Cambria Math" w:hAnsi="Cambria Math" w:eastAsia="Cambria Math"/>
                                </w:rPr>
                                <a:rPr sz="2300">
                                  <a:latin typeface="Cambria Math" panose="02040503050406030204" pitchFamily="18" charset="0"/>
                                </a:rPr>
                                <m:t>𝑜</m:t>
                              </m:r>
                            </m:e>
                            <m:sub>
                              <m:r>
                                <w:rPr>
                                  <w:sz w:val="46"/>
                                  <w:rFonts w:ascii="Cambria Math" w:hAnsi="Cambria Math" w:eastAsia="Cambria Math"/>
                                </w:rPr>
                                <a:rPr sz="2300">
                                  <a:latin typeface="Cambria Math" panose="02040503050406030204" pitchFamily="18" charset="0"/>
                                </a:rPr>
                                <m:t>𝑏</m:t>
                              </m:r>
                              <m:r>
                                <w:rPr>
                                  <w:sz w:val="46"/>
                                  <w:rFonts w:ascii="Cambria Math" w:hAnsi="Cambria Math" w:eastAsia="Cambria Math"/>
                                </w:rPr>
                                <a:rPr sz="2300">
                                  <a:latin typeface="Cambria Math" panose="02040503050406030204" pitchFamily="18" charset="0"/>
                                </a:rPr>
                                <m:t>,</m:t>
                              </m:r>
                              <m:r>
                                <w:rPr>
                                  <w:sz w:val="46"/>
                                  <w:rFonts w:ascii="Cambria Math" w:hAnsi="Cambria Math" w:eastAsia="Cambria Math"/>
                                </w:rPr>
                                <a:rPr sz="2300">
                                  <a:latin typeface="Cambria Math" panose="02040503050406030204" pitchFamily="18" charset="0"/>
                                </a:rPr>
                                <m:t>𝑦𝑏</m:t>
                              </m:r>
                            </m:sub>
                          </m:sSub>
                          <m:r>
                            <w:rPr>
                              <w:sz w:val="46"/>
                              <w:rFonts w:ascii="Cambria Math" w:hAnsi="Cambria Math" w:eastAsia="Cambria Math"/>
                            </w:rPr>
                            <a:rPr sz="2300">
                              <a:latin typeface="Cambria Math" panose="02040503050406030204" pitchFamily="18" charset="0"/>
                            </a:rPr>
                            <m:t>)</m:t>
                          </m:r>
                        </m:num>
                        <m:den>
                          <m:sSub>
                            <m:sSubPr>
                              <m:ctrlPr>
                                <a:rPr sz="2300">
                                  <a:latin typeface="Cambria Math" panose="02040503050406030204" pitchFamily="18" charset="0"/>
                                </a:rPr>
                              </m:ctrlPr>
                            </m:sSubPr>
                            <m:e>
                              <m:r>
                                <w:rPr>
                                  <w:sz w:val="46"/>
                                  <w:rFonts w:ascii="Cambria Math" w:hAnsi="Cambria Math" w:eastAsia="Cambria Math"/>
                                </w:rPr>
                                <a:rPr sz="2300">
                                  <a:latin typeface="Cambria Math" panose="02040503050406030204" pitchFamily="18" charset="0"/>
                                </a:rPr>
                                <m:t>𝛴</m:t>
                              </m:r>
                            </m:e>
                            <m:sub>
                              <m:r>
                                <w:rPr>
                                  <w:sz w:val="46"/>
                                  <w:rFonts w:ascii="Cambria Math" w:hAnsi="Cambria Math" w:eastAsia="Cambria Math"/>
                                </w:rPr>
                                <a:rPr sz="2300">
                                  <a:latin typeface="Cambria Math" panose="02040503050406030204" pitchFamily="18" charset="0"/>
                                </a:rPr>
                                <m:t>𝑘</m:t>
                              </m:r>
                            </m:sub>
                          </m:sSub>
                          <m:r>
                            <w:rPr>
                              <w:sz w:val="46"/>
                              <w:rFonts w:ascii="Cambria Math" w:hAnsi="Cambria Math" w:eastAsia="Cambria Math"/>
                            </w:rPr>
                            <a:rPr sz="2300">
                              <a:latin typeface="Cambria Math" panose="02040503050406030204" pitchFamily="18" charset="0"/>
                            </a:rPr>
                            <m:t> </m:t>
                          </m:r>
                          <m:r>
                            <w:rPr>
                              <w:sz w:val="46"/>
                              <w:rFonts w:ascii="Cambria Math" w:hAnsi="Cambria Math" w:eastAsia="Cambria Math"/>
                            </w:rPr>
                            <a:rPr sz="2300">
                              <a:latin typeface="Cambria Math" panose="02040503050406030204" pitchFamily="18" charset="0"/>
                            </a:rPr>
                            <m:t>𝑒𝑥𝑝</m:t>
                          </m:r>
                          <m:r>
                            <w:rPr>
                              <w:sz w:val="46"/>
                              <w:rFonts w:ascii="Cambria Math" w:hAnsi="Cambria Math" w:eastAsia="Cambria Math"/>
                            </w:rPr>
                            <a:rPr sz="2300">
                              <a:latin typeface="Cambria Math" panose="02040503050406030204" pitchFamily="18" charset="0"/>
                            </a:rPr>
                            <m:t>(</m:t>
                          </m:r>
                          <m:sSub>
                            <m:sSubPr>
                              <m:ctrlPr>
                                <a:rPr sz="2300">
                                  <a:latin typeface="Cambria Math" panose="02040503050406030204" pitchFamily="18" charset="0"/>
                                </a:rPr>
                              </m:ctrlPr>
                            </m:sSubPr>
                            <m:e>
                              <m:r>
                                <w:rPr>
                                  <w:sz w:val="46"/>
                                  <w:rFonts w:ascii="Cambria Math" w:hAnsi="Cambria Math" w:eastAsia="Cambria Math"/>
                                </w:rPr>
                                <a:rPr sz="2300">
                                  <a:latin typeface="Cambria Math" panose="02040503050406030204" pitchFamily="18" charset="0"/>
                                </a:rPr>
                                <m:t>𝑜</m:t>
                              </m:r>
                            </m:e>
                            <m:sub>
                              <m:r>
                                <w:rPr>
                                  <w:sz w:val="46"/>
                                  <w:rFonts w:ascii="Cambria Math" w:hAnsi="Cambria Math" w:eastAsia="Cambria Math"/>
                                </w:rPr>
                                <a:rPr sz="2300">
                                  <a:latin typeface="Cambria Math" panose="02040503050406030204" pitchFamily="18" charset="0"/>
                                </a:rPr>
                                <m:t>𝑏</m:t>
                              </m:r>
                              <m:r>
                                <w:rPr>
                                  <w:sz w:val="46"/>
                                  <w:rFonts w:ascii="Cambria Math" w:hAnsi="Cambria Math" w:eastAsia="Cambria Math"/>
                                </w:rPr>
                                <a:rPr sz="2300">
                                  <a:latin typeface="Cambria Math" panose="02040503050406030204" pitchFamily="18" charset="0"/>
                                </a:rPr>
                                <m:t>,</m:t>
                              </m:r>
                              <m:r>
                                <w:rPr>
                                  <w:sz w:val="46"/>
                                  <w:rFonts w:ascii="Cambria Math" w:hAnsi="Cambria Math" w:eastAsia="Cambria Math"/>
                                </w:rPr>
                                <a:rPr sz="2300">
                                  <a:latin typeface="Cambria Math" panose="02040503050406030204" pitchFamily="18" charset="0"/>
                                </a:rPr>
                                <m:t>𝑘</m:t>
                              </m:r>
                            </m:sub>
                          </m:sSub>
                          <m:r>
                            <w:rPr>
                              <w:sz w:val="46"/>
                              <w:rFonts w:ascii="Cambria Math" w:hAnsi="Cambria Math" w:eastAsia="Cambria Math"/>
                            </w:rPr>
                            <a:rPr sz="2300">
                              <a:latin typeface="Cambria Math" panose="02040503050406030204" pitchFamily="18" charset="0"/>
                            </a:rPr>
                            <m:t>)</m:t>
                          </m:r>
                        </m:den>
                      </m:f>
                    </m:oMath>
                  </m:oMathPara>
                </a14:m>
                <a:endParaRPr sz="2300"/>
              </a:p>
            </p:txBody>
          </p:sp>
        </ns0:Choice>
        <ns0:Fallback>
          <p:sp>
            <p:nvSpPr>
              <p:cNvPr id="7001" name="equation-crossentropy"/>
              <p:cNvSpPr txBox="1">
                <a:spLocks noGrp="1" noRot="1" noChangeAspect="1" noMove="1" noResize="1" noEditPoints="1" noAdjustHandles="1" noChangeArrowheads="1" noChangeShapeType="1" noTextEdit="1"/>
              </p:cNvSpPr>
              <p:nvPr/>
            </p:nvSpPr>
            <p:spPr>
              <a:xfrm>
                <a:off x="609600" y="2943225"/>
                <a:ext cx="5905500" cy="762000"/>
              </a:xfrm>
              <a:prstGeom prst="rect">
                <a:avLst/>
              </a:prstGeom>
              <a:blipFill>
                <a:blip r:embed="rImported7001_2"/>
                <a:stretch>
                  <a:fillRect/>
                </a:stretch>
              </a:blipFill>
              <a:ln>
                <a:noFill/>
              </a:ln>
            </p:spPr>
            <p:txBody>
              <a:bodyPr/>
              <a:lstStyle/>
              <a:p>
                <a:r>
                  <a:rPr lang="zh-CN" altLang="en-US" sz="2300">
                    <a:noFill/>
                  </a:rPr>
                  <a:t> </a:t>
                </a:r>
              </a:p>
            </p:txBody>
          </p:sp>
        </ns0:Fallback>
      </ns0:AlternateContent>
      <p:graphicFrame>
        <p:nvGraphicFramePr>
          <p:cNvPr id="7002" name="native-table-7002"/>
          <p:cNvGraphicFramePr/>
          <p:nvPr/>
        </p:nvGraphicFramePr>
        <p:xfrm>
          <a:off xmlns:a="http://schemas.openxmlformats.org/drawingml/2006/main" x="609600" y="1438275"/>
          <a:ext xmlns:a="http://schemas.openxmlformats.org/drawingml/2006/main" cx="4429125" cy="3324225"/>
        </p:xfrm>
        <a:graphic xmlns:a="http://schemas.openxmlformats.org/drawingml/2006/main">
          <a:graphicData uri="http://schemas.openxmlformats.org/drawingml/2006/table">
            <a:tbl>
              <a:tblPr firstRow="1" bandRow="1"/>
              <a:tblGrid>
                <a:gridCol w="3100388"/>
                <a:gridCol w="1328738"/>
              </a:tblGrid>
              <a:tr h="474889">
                <a:tc>
                  <a:txBody>
                    <a:bodyPr wrap="square" anchor="ctr"/>
                    <a:lstStyle/>
                    <a:p>
                      <a:pPr algn="l"/>
                      <a:r>
                        <a:rPr lang="zh-CN" sz="1700" b="1">
                          <a:solidFill>
                            <a:srgbClr val="1E293B"/>
                          </a:solidFill>
                          <a:latin typeface="Noto Sans SC"/>
                          <a:ea typeface="Noto Sans SC"/>
                          <a:cs typeface="Noto Sans SC"/>
                        </a:rPr>
                        <a:t>结构</a:t>
                      </a:r>
                      <a:endParaRPr lang="zh-CN" sz="170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DFE8F1"/>
                    </a:solidFill>
                  </a:tcPr>
                </a:tc>
                <a:tc>
                  <a:txBody>
                    <a:bodyPr wrap="square" anchor="ctr"/>
                    <a:lstStyle/>
                    <a:p>
                      <a:pPr algn="l"/>
                      <a:r>
                        <a:rPr lang="zh-CN" sz="1700" b="1">
                          <a:solidFill>
                            <a:srgbClr val="1E293B"/>
                          </a:solidFill>
                          <a:latin typeface="Noto Sans SC"/>
                          <a:ea typeface="Noto Sans SC"/>
                          <a:cs typeface="Noto Sans SC"/>
                        </a:rPr>
                        <a:t>参数量</a:t>
                      </a:r>
                      <a:endParaRPr lang="zh-CN" sz="170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DFE8F1"/>
                    </a:solidFill>
                  </a:tcPr>
                </a:tc>
              </a:tr>
              <a:tr h="474889">
                <a:tc>
                  <a:txBody>
                    <a:bodyPr wrap="square" anchor="ctr"/>
                    <a:lstStyle/>
                    <a:p>
                      <a:pPr algn="l"/>
                      <a:r>
                        <a:rPr lang="zh-CN" sz="1700" b="0">
                          <a:solidFill>
                            <a:srgbClr val="1E293B"/>
                          </a:solidFill>
                          <a:latin typeface="Noto Sans SC"/>
                          <a:ea typeface="Noto Sans SC"/>
                          <a:cs typeface="Noto Sans SC"/>
                        </a:rPr>
                        <a:t>Conv1d 2→128</a:t>
                      </a:r>
                      <a:endParaRPr lang="zh-CN" sz="170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FFFFF"/>
                    </a:solidFill>
                  </a:tcPr>
                </a:tc>
                <a:tc>
                  <a:txBody>
                    <a:bodyPr wrap="square" anchor="ctr"/>
                    <a:lstStyle/>
                    <a:p>
                      <a:pPr algn="l"/>
                      <a:r>
                        <a:rPr lang="zh-CN" sz="1700" b="0">
                          <a:solidFill>
                            <a:srgbClr val="1E293B"/>
                          </a:solidFill>
                          <a:latin typeface="Noto Sans SC"/>
                          <a:ea typeface="Noto Sans SC"/>
                          <a:cs typeface="Noto Sans SC"/>
                        </a:rPr>
                        <a:t>384</a:t>
                      </a:r>
                      <a:endParaRPr lang="zh-CN" sz="170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FFFFF"/>
                    </a:solidFill>
                  </a:tcPr>
                </a:tc>
              </a:tr>
              <a:tr h="474889">
                <a:tc>
                  <a:txBody>
                    <a:bodyPr wrap="square" anchor="ctr"/>
                    <a:lstStyle/>
                    <a:p>
                      <a:pPr algn="l"/>
                      <a:r>
                        <a:rPr lang="zh-CN" sz="1700" b="0">
                          <a:solidFill>
                            <a:srgbClr val="1E293B"/>
                          </a:solidFill>
                          <a:latin typeface="Noto Sans SC"/>
                          <a:ea typeface="Noto Sans SC"/>
                          <a:cs typeface="Noto Sans SC"/>
                        </a:rPr>
                        <a:t>Conv1d 128→128 ×2</a:t>
                      </a:r>
                      <a:endParaRPr lang="zh-CN" sz="170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4F7FA"/>
                    </a:solidFill>
                  </a:tcPr>
                </a:tc>
                <a:tc>
                  <a:txBody>
                    <a:bodyPr wrap="square" anchor="ctr"/>
                    <a:lstStyle/>
                    <a:p>
                      <a:pPr algn="l"/>
                      <a:r>
                        <a:rPr lang="zh-CN" sz="1700" b="0">
                          <a:solidFill>
                            <a:srgbClr val="1E293B"/>
                          </a:solidFill>
                          <a:latin typeface="Noto Sans SC"/>
                          <a:ea typeface="Noto Sans SC"/>
                          <a:cs typeface="Noto Sans SC"/>
                        </a:rPr>
                        <a:t>33,024</a:t>
                      </a:r>
                      <a:endParaRPr lang="zh-CN" sz="170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4F7FA"/>
                    </a:solidFill>
                  </a:tcPr>
                </a:tc>
              </a:tr>
              <a:tr h="474889">
                <a:tc>
                  <a:txBody>
                    <a:bodyPr wrap="square" anchor="ctr"/>
                    <a:lstStyle/>
                    <a:p>
                      <a:pPr algn="l"/>
                      <a:r>
                        <a:rPr lang="zh-CN" sz="1700" b="0">
                          <a:solidFill>
                            <a:srgbClr val="1E293B"/>
                          </a:solidFill>
                          <a:latin typeface="Noto Sans SC"/>
                          <a:ea typeface="Noto Sans SC"/>
                          <a:cs typeface="Noto Sans SC"/>
                        </a:rPr>
                        <a:t>BatchNorm ×3</a:t>
                      </a:r>
                      <a:endParaRPr lang="zh-CN" sz="170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FFFFF"/>
                    </a:solidFill>
                  </a:tcPr>
                </a:tc>
                <a:tc>
                  <a:txBody>
                    <a:bodyPr wrap="square" anchor="ctr"/>
                    <a:lstStyle/>
                    <a:p>
                      <a:pPr algn="l"/>
                      <a:r>
                        <a:rPr lang="zh-CN" sz="1700" b="0">
                          <a:solidFill>
                            <a:srgbClr val="1E293B"/>
                          </a:solidFill>
                          <a:latin typeface="Noto Sans SC"/>
                          <a:ea typeface="Noto Sans SC"/>
                          <a:cs typeface="Noto Sans SC"/>
                        </a:rPr>
                        <a:t>768</a:t>
                      </a:r>
                      <a:endParaRPr lang="zh-CN" sz="170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FFFFF"/>
                    </a:solidFill>
                  </a:tcPr>
                </a:tc>
              </a:tr>
              <a:tr h="474889">
                <a:tc>
                  <a:txBody>
                    <a:bodyPr wrap="square" anchor="ctr"/>
                    <a:lstStyle/>
                    <a:p>
                      <a:pPr algn="l"/>
                      <a:r>
                        <a:rPr lang="zh-CN" sz="1700" b="0">
                          <a:solidFill>
                            <a:srgbClr val="1E293B"/>
                          </a:solidFill>
                          <a:latin typeface="Noto Sans SC"/>
                          <a:ea typeface="Noto Sans SC"/>
                          <a:cs typeface="Noto Sans SC"/>
                        </a:rPr>
                        <a:t>FC 128→128</a:t>
                      </a:r>
                      <a:endParaRPr lang="zh-CN" sz="170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4F7FA"/>
                    </a:solidFill>
                  </a:tcPr>
                </a:tc>
                <a:tc>
                  <a:txBody>
                    <a:bodyPr wrap="square" anchor="ctr"/>
                    <a:lstStyle/>
                    <a:p>
                      <a:pPr algn="l"/>
                      <a:r>
                        <a:rPr lang="zh-CN" sz="1700" b="0">
                          <a:solidFill>
                            <a:srgbClr val="1E293B"/>
                          </a:solidFill>
                          <a:latin typeface="Noto Sans SC"/>
                          <a:ea typeface="Noto Sans SC"/>
                          <a:cs typeface="Noto Sans SC"/>
                        </a:rPr>
                        <a:t>16,512</a:t>
                      </a:r>
                      <a:endParaRPr lang="zh-CN" sz="170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4F7FA"/>
                    </a:solidFill>
                  </a:tcPr>
                </a:tc>
              </a:tr>
              <a:tr h="474889">
                <a:tc>
                  <a:txBody>
                    <a:bodyPr wrap="square" anchor="ctr"/>
                    <a:lstStyle/>
                    <a:p>
                      <a:pPr algn="l"/>
                      <a:r>
                        <a:rPr lang="zh-CN" sz="1700" b="0">
                          <a:solidFill>
                            <a:srgbClr val="1E293B"/>
                          </a:solidFill>
                          <a:latin typeface="Noto Sans SC"/>
                          <a:ea typeface="Noto Sans SC"/>
                          <a:cs typeface="Noto Sans SC"/>
                        </a:rPr>
                        <a:t>FC 128→5</a:t>
                      </a:r>
                      <a:endParaRPr lang="zh-CN" sz="170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FFFFF"/>
                    </a:solidFill>
                  </a:tcPr>
                </a:tc>
                <a:tc>
                  <a:txBody>
                    <a:bodyPr wrap="square" anchor="ctr"/>
                    <a:lstStyle/>
                    <a:p>
                      <a:pPr algn="l"/>
                      <a:r>
                        <a:rPr lang="zh-CN" sz="1700" b="0">
                          <a:solidFill>
                            <a:srgbClr val="1E293B"/>
                          </a:solidFill>
                          <a:latin typeface="Noto Sans SC"/>
                          <a:ea typeface="Noto Sans SC"/>
                          <a:cs typeface="Noto Sans SC"/>
                        </a:rPr>
                        <a:t>645</a:t>
                      </a:r>
                      <a:endParaRPr lang="zh-CN" sz="170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FFFFF"/>
                    </a:solidFill>
                  </a:tcPr>
                </a:tc>
              </a:tr>
              <a:tr h="474889">
                <a:tc>
                  <a:txBody>
                    <a:bodyPr wrap="square" anchor="ctr"/>
                    <a:lstStyle/>
                    <a:p>
                      <a:pPr algn="l"/>
                      <a:r>
                        <a:rPr lang="zh-CN" sz="1700" b="0">
                          <a:solidFill>
                            <a:srgbClr val="1E293B"/>
                          </a:solidFill>
                          <a:latin typeface="Noto Sans SC"/>
                          <a:ea typeface="Noto Sans SC"/>
                          <a:cs typeface="Noto Sans SC"/>
                        </a:rPr>
                        <a:t>合计</a:t>
                      </a:r>
                      <a:endParaRPr lang="zh-CN" sz="170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4F7FA"/>
                    </a:solidFill>
                  </a:tcPr>
                </a:tc>
                <a:tc>
                  <a:txBody>
                    <a:bodyPr wrap="square" anchor="ctr"/>
                    <a:lstStyle/>
                    <a:p>
                      <a:pPr algn="l"/>
                      <a:r>
                        <a:rPr lang="zh-CN" sz="1700" b="0">
                          <a:solidFill>
                            <a:srgbClr val="1E293B"/>
                          </a:solidFill>
                          <a:latin typeface="Noto Sans SC"/>
                          <a:ea typeface="Noto Sans SC"/>
                          <a:cs typeface="Noto Sans SC"/>
                        </a:rPr>
                        <a:t>51,333</a:t>
                      </a:r>
                      <a:endParaRPr lang="zh-CN" sz="170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4F7FA"/>
                    </a:solidFill>
                  </a:tcPr>
                </a:tc>
              </a:tr>
            </a:tbl>
          </a:graphicData>
        </a:graphic>
      </p:graphicFrame>
    </p:spTree>
    <p:extLst>
      <p:ext uri="{BB962C8B-B14F-4D97-AF65-F5344CB8AC3E}">
        <p14:creationId xmlns:p14="http://schemas.microsoft.com/office/powerpoint/2010/main" val="86089091"/>
      </p:ext>
    </p:extLst>
  </p:cSld>
</p:sld>
</file>

<file path=ppt/slides/slide34.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10" name="o0">
            <a:extLst xmlns:a="http://schemas.openxmlformats.org/drawingml/2006/main">
              <a:ext uri="{FF2B5EF4-FFF2-40B4-BE49-F238E27FC236}">
                <a16:creationId xmlns:a16="http://schemas.microsoft.com/office/drawing/2014/main" id="{E4836A99-6C3A-45E9-8C96-286956378CED}"/>
              </a:ext>
            </a:extLst>
          </p:cNvPr>
          <p:cNvSpPr>
            <a:spLocks xmlns:a="http://schemas.openxmlformats.org/drawingml/2006/main" noGrp="1"/>
          </p:cNvSpPr>
          <p:nvPr/>
        </p:nvSpPr>
        <p:spPr>
          <a:xfrm xmlns:a="http://schemas.openxmlformats.org/drawingml/2006/main">
            <a:off x="609600" y="20955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00" b="0">
                <a:solidFill>
                  <a:srgbClr val="53657A"/>
                </a:solidFill>
                <a:latin typeface="Noto Sans SC"/>
                <a:ea typeface="Noto Sans SC"/>
                <a:cs typeface="Noto Sans SC"/>
              </a:defRPr>
            </a:defPPr>
            <a:lvl1pPr algn="l">
              <a:defRPr sz="1200" b="0">
                <a:solidFill>
                  <a:srgbClr val="53657A"/>
                </a:solidFill>
                <a:latin typeface="Noto Sans SC"/>
                <a:ea typeface="Noto Sans SC"/>
                <a:cs typeface="Noto Sans SC"/>
              </a:defRPr>
            </a:lvl1pPr>
            <a:lvl2pPr algn="l">
              <a:defRPr sz="1200" b="0">
                <a:solidFill>
                  <a:srgbClr val="53657A"/>
                </a:solidFill>
                <a:latin typeface="Noto Sans SC"/>
                <a:ea typeface="Noto Sans SC"/>
                <a:cs typeface="Noto Sans SC"/>
              </a:defRPr>
            </a:lvl2pPr>
            <a:lvl3pPr algn="l">
              <a:defRPr sz="1200" b="0">
                <a:solidFill>
                  <a:srgbClr val="53657A"/>
                </a:solidFill>
                <a:latin typeface="Noto Sans SC"/>
                <a:ea typeface="Noto Sans SC"/>
                <a:cs typeface="Noto Sans SC"/>
              </a:defRPr>
            </a:lvl3pPr>
            <a:lvl4pPr algn="l">
              <a:defRPr sz="1200" b="0">
                <a:solidFill>
                  <a:srgbClr val="53657A"/>
                </a:solidFill>
                <a:latin typeface="Noto Sans SC"/>
                <a:ea typeface="Noto Sans SC"/>
                <a:cs typeface="Noto Sans SC"/>
              </a:defRPr>
            </a:lvl4pPr>
            <a:lvl5pPr algn="l">
              <a:defRPr sz="1200" b="0">
                <a:solidFill>
                  <a:srgbClr val="53657A"/>
                </a:solidFill>
                <a:latin typeface="Noto Sans SC"/>
                <a:ea typeface="Noto Sans SC"/>
                <a:cs typeface="Noto Sans SC"/>
              </a:defRPr>
            </a:lvl5pPr>
            <a:lvl6pPr algn="l">
              <a:defRPr sz="1200" b="0">
                <a:solidFill>
                  <a:srgbClr val="53657A"/>
                </a:solidFill>
                <a:latin typeface="Noto Sans SC"/>
                <a:ea typeface="Noto Sans SC"/>
                <a:cs typeface="Noto Sans SC"/>
              </a:defRPr>
            </a:lvl6pPr>
            <a:lvl7pPr algn="l">
              <a:defRPr sz="1200" b="0">
                <a:solidFill>
                  <a:srgbClr val="53657A"/>
                </a:solidFill>
                <a:latin typeface="Noto Sans SC"/>
                <a:ea typeface="Noto Sans SC"/>
                <a:cs typeface="Noto Sans SC"/>
              </a:defRPr>
            </a:lvl7pPr>
            <a:lvl8pPr algn="l">
              <a:defRPr sz="1200" b="0">
                <a:solidFill>
                  <a:srgbClr val="53657A"/>
                </a:solidFill>
                <a:latin typeface="Noto Sans SC"/>
                <a:ea typeface="Noto Sans SC"/>
                <a:cs typeface="Noto Sans SC"/>
              </a:defRPr>
            </a:lvl8pPr>
            <a:lvl9pPr algn="l">
              <a:defRPr sz="1200" b="0">
                <a:solidFill>
                  <a:srgbClr val="53657A"/>
                </a:solidFill>
                <a:latin typeface="Noto Sans SC"/>
                <a:ea typeface="Noto Sans SC"/>
                <a:cs typeface="Noto Sans SC"/>
              </a:defRPr>
            </a:lvl9pPr>
          </a:lstStyle>
          <a:p xmlns:a="http://schemas.openxmlformats.org/drawingml/2006/main">
            <a:pPr algn="l">
              <a:defRPr sz="1200" b="0">
                <a:solidFill>
                  <a:srgbClr val="53657A"/>
                </a:solidFill>
                <a:latin typeface="Noto Sans SC"/>
                <a:ea typeface="Noto Sans SC"/>
                <a:cs typeface="Noto Sans SC"/>
              </a:defRPr>
            </a:pPr>
            <a:r>
              <a:rPr sz="1200" b="0">
                <a:solidFill>
                  <a:srgbClr val="53657A"/>
                </a:solidFill>
                <a:latin typeface="Noto Sans SC"/>
                <a:ea typeface="Noto Sans SC"/>
                <a:cs typeface="Noto Sans SC"/>
              </a:rPr>
              <a:t>算法原理与阶段验证</a:t>
            </a:r>
          </a:p>
        </p:txBody>
      </p:sp>
      <p:sp>
        <p:nvSpPr>
          <p:cNvPr id="2" name="o1">
            <a:extLst xmlns:a="http://schemas.openxmlformats.org/drawingml/2006/main">
              <a:ext uri="{FF2B5EF4-FFF2-40B4-BE49-F238E27FC236}">
                <a16:creationId xmlns:a16="http://schemas.microsoft.com/office/drawing/2014/main" id="{954D80F0-5E26-4E82-B6EC-14A6332C2A97}"/>
              </a:ext>
            </a:extLst>
          </p:cNvPr>
          <p:cNvSpPr>
            <a:spLocks xmlns:a="http://schemas.openxmlformats.org/drawingml/2006/main" noGrp="1"/>
          </p:cNvSpPr>
          <p:nvPr/>
        </p:nvSpPr>
        <p:spPr>
          <a:xfrm xmlns:a="http://schemas.openxmlformats.org/drawingml/2006/main">
            <a:off x="609600" y="561975"/>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000" b="1">
                <a:solidFill>
                  <a:srgbClr val="16243A"/>
                </a:solidFill>
                <a:latin typeface="Noto Serif SC"/>
                <a:ea typeface="Noto Serif SC"/>
                <a:cs typeface="Noto Serif SC"/>
              </a:defRPr>
            </a:defPPr>
            <a:lvl1pPr algn="l">
              <a:defRPr sz="3000" b="1">
                <a:solidFill>
                  <a:srgbClr val="16243A"/>
                </a:solidFill>
                <a:latin typeface="Noto Serif SC"/>
                <a:ea typeface="Noto Serif SC"/>
                <a:cs typeface="Noto Serif SC"/>
              </a:defRPr>
            </a:lvl1pPr>
            <a:lvl2pPr algn="l">
              <a:defRPr sz="3000" b="1">
                <a:solidFill>
                  <a:srgbClr val="16243A"/>
                </a:solidFill>
                <a:latin typeface="Noto Serif SC"/>
                <a:ea typeface="Noto Serif SC"/>
                <a:cs typeface="Noto Serif SC"/>
              </a:defRPr>
            </a:lvl2pPr>
            <a:lvl3pPr algn="l">
              <a:defRPr sz="3000" b="1">
                <a:solidFill>
                  <a:srgbClr val="16243A"/>
                </a:solidFill>
                <a:latin typeface="Noto Serif SC"/>
                <a:ea typeface="Noto Serif SC"/>
                <a:cs typeface="Noto Serif SC"/>
              </a:defRPr>
            </a:lvl3pPr>
            <a:lvl4pPr algn="l">
              <a:defRPr sz="3000" b="1">
                <a:solidFill>
                  <a:srgbClr val="16243A"/>
                </a:solidFill>
                <a:latin typeface="Noto Serif SC"/>
                <a:ea typeface="Noto Serif SC"/>
                <a:cs typeface="Noto Serif SC"/>
              </a:defRPr>
            </a:lvl4pPr>
            <a:lvl5pPr algn="l">
              <a:defRPr sz="3000" b="1">
                <a:solidFill>
                  <a:srgbClr val="16243A"/>
                </a:solidFill>
                <a:latin typeface="Noto Serif SC"/>
                <a:ea typeface="Noto Serif SC"/>
                <a:cs typeface="Noto Serif SC"/>
              </a:defRPr>
            </a:lvl5pPr>
            <a:lvl6pPr algn="l">
              <a:defRPr sz="3000" b="1">
                <a:solidFill>
                  <a:srgbClr val="16243A"/>
                </a:solidFill>
                <a:latin typeface="Noto Serif SC"/>
                <a:ea typeface="Noto Serif SC"/>
                <a:cs typeface="Noto Serif SC"/>
              </a:defRPr>
            </a:lvl6pPr>
            <a:lvl7pPr algn="l">
              <a:defRPr sz="3000" b="1">
                <a:solidFill>
                  <a:srgbClr val="16243A"/>
                </a:solidFill>
                <a:latin typeface="Noto Serif SC"/>
                <a:ea typeface="Noto Serif SC"/>
                <a:cs typeface="Noto Serif SC"/>
              </a:defRPr>
            </a:lvl7pPr>
            <a:lvl8pPr algn="l">
              <a:defRPr sz="3000" b="1">
                <a:solidFill>
                  <a:srgbClr val="16243A"/>
                </a:solidFill>
                <a:latin typeface="Noto Serif SC"/>
                <a:ea typeface="Noto Serif SC"/>
                <a:cs typeface="Noto Serif SC"/>
              </a:defRPr>
            </a:lvl8pPr>
            <a:lvl9pPr algn="l">
              <a:defRPr sz="3000" b="1">
                <a:solidFill>
                  <a:srgbClr val="16243A"/>
                </a:solidFill>
                <a:latin typeface="Noto Serif SC"/>
                <a:ea typeface="Noto Serif SC"/>
                <a:cs typeface="Noto Serif SC"/>
              </a:defRPr>
            </a:lvl9pPr>
          </a:lstStyle>
          <a:p xmlns:a="http://schemas.openxmlformats.org/drawingml/2006/main">
            <a:pPr algn="l">
              <a:defRPr sz="3000" b="1">
                <a:solidFill>
                  <a:srgbClr val="16243A"/>
                </a:solidFill>
                <a:latin typeface="Noto Serif SC"/>
                <a:ea typeface="Noto Serif SC"/>
                <a:cs typeface="Noto Serif SC"/>
              </a:defRPr>
            </a:pPr>
            <a:r>
              <a:rPr sz="3000" b="1">
                <a:solidFill>
                  <a:srgbClr val="16243A"/>
                </a:solidFill>
                <a:latin typeface="Noto Serif SC"/>
                <a:ea typeface="Noto Serif SC"/>
                <a:cs typeface="Noto Serif SC"/>
              </a:rPr>
              <a:t>A4 空间相关性与高度不确定性</a:t>
            </a:r>
          </a:p>
        </p:txBody>
      </p:sp>
      <p:sp>
        <p:nvSpPr>
          <p:cNvPr id="3" name="line-2">
            <a:extLst xmlns:a="http://schemas.openxmlformats.org/drawingml/2006/main">
              <a:ext uri="{FF2B5EF4-FFF2-40B4-BE49-F238E27FC236}">
                <a16:creationId xmlns:a16="http://schemas.microsoft.com/office/drawing/2014/main" id="{84C1A6A2-D758-4BA2-A09D-06195F03FCC8}"/>
              </a:ext>
            </a:extLst>
          </p:cNvPr>
          <p:cNvSpPr>
            <a:spLocks xmlns:a="http://schemas.openxmlformats.org/drawingml/2006/main" noGrp="1"/>
          </p:cNvSpPr>
          <p:nvPr/>
        </p:nvSpPr>
        <p:spPr>
          <a:xfrm xmlns:a="http://schemas.openxmlformats.org/drawingml/2006/main" flipV="0">
            <a:off x="609600" y="1304925"/>
            <a:ext cx="10972800" cy="953"/>
          </a:xfrm>
          <a:prstGeom xmlns:a="http://schemas.openxmlformats.org/drawingml/2006/main" prst="line">
            <a:avLst/>
          </a:prstGeom>
          <a:noFill xmlns:a="http://schemas.openxmlformats.org/drawingml/2006/main"/>
          <a:ln xmlns:a="http://schemas.openxmlformats.org/drawingml/2006/main" w="19050">
            <a:solidFill>
              <a:srgbClr val="CCD6E3"/>
            </a:solidFill>
            <a:prstDash val="solid"/>
          </a:ln>
        </p:spPr>
      </p:sp>
      <p:sp>
        <p:nvSpPr>
          <p:cNvPr id="4" name="line-2">
            <a:extLst xmlns:a="http://schemas.openxmlformats.org/drawingml/2006/main">
              <a:ext uri="{FF2B5EF4-FFF2-40B4-BE49-F238E27FC236}">
                <a16:creationId xmlns:a16="http://schemas.microsoft.com/office/drawing/2014/main" id="{0AC3D42E-99F6-4E5E-8BDB-51FB109D552F}"/>
              </a:ext>
            </a:extLst>
          </p:cNvPr>
          <p:cNvSpPr>
            <a:spLocks xmlns:a="http://schemas.openxmlformats.org/drawingml/2006/main" noGrp="1"/>
          </p:cNvSpPr>
          <p:nvPr/>
        </p:nvSpPr>
        <p:spPr>
          <a:xfrm xmlns:a="http://schemas.openxmlformats.org/drawingml/2006/main" flipV="0">
            <a:off x="609600" y="1304925"/>
            <a:ext cx="762000" cy="953"/>
          </a:xfrm>
          <a:prstGeom xmlns:a="http://schemas.openxmlformats.org/drawingml/2006/main" prst="line">
            <a:avLst/>
          </a:prstGeom>
          <a:noFill xmlns:a="http://schemas.openxmlformats.org/drawingml/2006/main"/>
          <a:ln xmlns:a="http://schemas.openxmlformats.org/drawingml/2006/main" w="38100">
            <a:solidFill>
              <a:srgbClr val="224E88"/>
            </a:solidFill>
            <a:prstDash val="solid"/>
          </a:ln>
        </p:spPr>
      </p:sp>
      <p:sp>
        <p:nvSpPr>
          <p:cNvPr id="5" name="o4">
            <a:extLst xmlns:a="http://schemas.openxmlformats.org/drawingml/2006/main">
              <a:ext uri="{FF2B5EF4-FFF2-40B4-BE49-F238E27FC236}">
                <a16:creationId xmlns:a16="http://schemas.microsoft.com/office/drawing/2014/main" id="{AF05ABE6-DDB0-4BFF-9F04-9183C182F72F}"/>
              </a:ext>
            </a:extLst>
          </p:cNvPr>
          <p:cNvSpPr>
            <a:spLocks xmlns:a="http://schemas.openxmlformats.org/drawingml/2006/main" noGrp="1"/>
          </p:cNvSpPr>
          <p:nvPr/>
        </p:nvSpPr>
        <p:spPr>
          <a:xfrm xmlns:a="http://schemas.openxmlformats.org/drawingml/2006/main">
            <a:off x="609600" y="6496050"/>
            <a:ext cx="1000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38" b="0">
                <a:solidFill>
                  <a:srgbClr val="53657A"/>
                </a:solidFill>
                <a:latin typeface="Noto Sans SC"/>
                <a:ea typeface="Noto Sans SC"/>
                <a:cs typeface="Noto Sans SC"/>
              </a:defRPr>
            </a:defPPr>
            <a:lvl1pPr algn="l">
              <a:defRPr sz="938" b="0">
                <a:solidFill>
                  <a:srgbClr val="53657A"/>
                </a:solidFill>
                <a:latin typeface="Noto Sans SC"/>
                <a:ea typeface="Noto Sans SC"/>
                <a:cs typeface="Noto Sans SC"/>
              </a:defRPr>
            </a:lvl1pPr>
            <a:lvl2pPr algn="l">
              <a:defRPr sz="938" b="0">
                <a:solidFill>
                  <a:srgbClr val="53657A"/>
                </a:solidFill>
                <a:latin typeface="Noto Sans SC"/>
                <a:ea typeface="Noto Sans SC"/>
                <a:cs typeface="Noto Sans SC"/>
              </a:defRPr>
            </a:lvl2pPr>
            <a:lvl3pPr algn="l">
              <a:defRPr sz="938" b="0">
                <a:solidFill>
                  <a:srgbClr val="53657A"/>
                </a:solidFill>
                <a:latin typeface="Noto Sans SC"/>
                <a:ea typeface="Noto Sans SC"/>
                <a:cs typeface="Noto Sans SC"/>
              </a:defRPr>
            </a:lvl3pPr>
            <a:lvl4pPr algn="l">
              <a:defRPr sz="938" b="0">
                <a:solidFill>
                  <a:srgbClr val="53657A"/>
                </a:solidFill>
                <a:latin typeface="Noto Sans SC"/>
                <a:ea typeface="Noto Sans SC"/>
                <a:cs typeface="Noto Sans SC"/>
              </a:defRPr>
            </a:lvl4pPr>
            <a:lvl5pPr algn="l">
              <a:defRPr sz="938" b="0">
                <a:solidFill>
                  <a:srgbClr val="53657A"/>
                </a:solidFill>
                <a:latin typeface="Noto Sans SC"/>
                <a:ea typeface="Noto Sans SC"/>
                <a:cs typeface="Noto Sans SC"/>
              </a:defRPr>
            </a:lvl5pPr>
            <a:lvl6pPr algn="l">
              <a:defRPr sz="938" b="0">
                <a:solidFill>
                  <a:srgbClr val="53657A"/>
                </a:solidFill>
                <a:latin typeface="Noto Sans SC"/>
                <a:ea typeface="Noto Sans SC"/>
                <a:cs typeface="Noto Sans SC"/>
              </a:defRPr>
            </a:lvl6pPr>
            <a:lvl7pPr algn="l">
              <a:defRPr sz="938" b="0">
                <a:solidFill>
                  <a:srgbClr val="53657A"/>
                </a:solidFill>
                <a:latin typeface="Noto Sans SC"/>
                <a:ea typeface="Noto Sans SC"/>
                <a:cs typeface="Noto Sans SC"/>
              </a:defRPr>
            </a:lvl7pPr>
            <a:lvl8pPr algn="l">
              <a:defRPr sz="938" b="0">
                <a:solidFill>
                  <a:srgbClr val="53657A"/>
                </a:solidFill>
                <a:latin typeface="Noto Sans SC"/>
                <a:ea typeface="Noto Sans SC"/>
                <a:cs typeface="Noto Sans SC"/>
              </a:defRPr>
            </a:lvl8pPr>
            <a:lvl9pPr algn="l">
              <a:defRPr sz="938" b="0">
                <a:solidFill>
                  <a:srgbClr val="53657A"/>
                </a:solidFill>
                <a:latin typeface="Noto Sans SC"/>
                <a:ea typeface="Noto Sans SC"/>
                <a:cs typeface="Noto Sans SC"/>
              </a:defRPr>
            </a:lvl9pPr>
          </a:lstStyle>
          <a:p xmlns:a="http://schemas.openxmlformats.org/drawingml/2006/main">
            <a:pPr algn="l">
              <a:defRPr sz="938" b="0">
                <a:solidFill>
                  <a:srgbClr val="53657A"/>
                </a:solidFill>
                <a:latin typeface="Noto Sans SC"/>
                <a:ea typeface="Noto Sans SC"/>
                <a:cs typeface="Noto Sans SC"/>
              </a:defRPr>
            </a:pPr>
            <a:r>
              <a:rPr sz="938" b="0">
                <a:solidFill>
                  <a:srgbClr val="53657A"/>
                </a:solidFill>
                <a:latin typeface="Noto Sans SC"/>
                <a:ea typeface="Noto Sans SC"/>
                <a:cs typeface="Noto Sans SC"/>
              </a:rPr>
              <a:t>airspace_analysis.py；engine.py空间作用域</a:t>
            </a:r>
          </a:p>
        </p:txBody>
      </p:sp>
      <p:sp>
        <p:nvSpPr>
          <p:cNvPr id="6" name="o5">
            <a:extLst xmlns:a="http://schemas.openxmlformats.org/drawingml/2006/main">
              <a:ext uri="{FF2B5EF4-FFF2-40B4-BE49-F238E27FC236}">
                <a16:creationId xmlns:a16="http://schemas.microsoft.com/office/drawing/2014/main" id="{6DB5D73B-8A31-47E2-88C5-35FA46B51E5E}"/>
              </a:ext>
            </a:extLst>
          </p:cNvPr>
          <p:cNvSpPr>
            <a:spLocks xmlns:a="http://schemas.openxmlformats.org/drawingml/2006/main" noGrp="1"/>
          </p:cNvSpPr>
          <p:nvPr/>
        </p:nvSpPr>
        <p:spPr>
          <a:xfrm xmlns:a="http://schemas.openxmlformats.org/drawingml/2006/main">
            <a:off x="10763250" y="6477000"/>
            <a:ext cx="819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3657A"/>
                </a:solidFill>
                <a:latin typeface="Noto Sans SC"/>
                <a:ea typeface="Noto Sans SC"/>
                <a:cs typeface="Noto Sans SC"/>
              </a:defRPr>
            </a:defPPr>
            <a:lvl1pPr algn="r">
              <a:defRPr sz="1200" b="0">
                <a:solidFill>
                  <a:srgbClr val="53657A"/>
                </a:solidFill>
                <a:latin typeface="Noto Sans SC"/>
                <a:ea typeface="Noto Sans SC"/>
                <a:cs typeface="Noto Sans SC"/>
              </a:defRPr>
            </a:lvl1pPr>
            <a:lvl2pPr algn="r">
              <a:defRPr sz="1200" b="0">
                <a:solidFill>
                  <a:srgbClr val="53657A"/>
                </a:solidFill>
                <a:latin typeface="Noto Sans SC"/>
                <a:ea typeface="Noto Sans SC"/>
                <a:cs typeface="Noto Sans SC"/>
              </a:defRPr>
            </a:lvl2pPr>
            <a:lvl3pPr algn="r">
              <a:defRPr sz="1200" b="0">
                <a:solidFill>
                  <a:srgbClr val="53657A"/>
                </a:solidFill>
                <a:latin typeface="Noto Sans SC"/>
                <a:ea typeface="Noto Sans SC"/>
                <a:cs typeface="Noto Sans SC"/>
              </a:defRPr>
            </a:lvl3pPr>
            <a:lvl4pPr algn="r">
              <a:defRPr sz="1200" b="0">
                <a:solidFill>
                  <a:srgbClr val="53657A"/>
                </a:solidFill>
                <a:latin typeface="Noto Sans SC"/>
                <a:ea typeface="Noto Sans SC"/>
                <a:cs typeface="Noto Sans SC"/>
              </a:defRPr>
            </a:lvl4pPr>
            <a:lvl5pPr algn="r">
              <a:defRPr sz="1200" b="0">
                <a:solidFill>
                  <a:srgbClr val="53657A"/>
                </a:solidFill>
                <a:latin typeface="Noto Sans SC"/>
                <a:ea typeface="Noto Sans SC"/>
                <a:cs typeface="Noto Sans SC"/>
              </a:defRPr>
            </a:lvl5pPr>
            <a:lvl6pPr algn="r">
              <a:defRPr sz="1200" b="0">
                <a:solidFill>
                  <a:srgbClr val="53657A"/>
                </a:solidFill>
                <a:latin typeface="Noto Sans SC"/>
                <a:ea typeface="Noto Sans SC"/>
                <a:cs typeface="Noto Sans SC"/>
              </a:defRPr>
            </a:lvl6pPr>
            <a:lvl7pPr algn="r">
              <a:defRPr sz="1200" b="0">
                <a:solidFill>
                  <a:srgbClr val="53657A"/>
                </a:solidFill>
                <a:latin typeface="Noto Sans SC"/>
                <a:ea typeface="Noto Sans SC"/>
                <a:cs typeface="Noto Sans SC"/>
              </a:defRPr>
            </a:lvl7pPr>
            <a:lvl8pPr algn="r">
              <a:defRPr sz="1200" b="0">
                <a:solidFill>
                  <a:srgbClr val="53657A"/>
                </a:solidFill>
                <a:latin typeface="Noto Sans SC"/>
                <a:ea typeface="Noto Sans SC"/>
                <a:cs typeface="Noto Sans SC"/>
              </a:defRPr>
            </a:lvl8pPr>
            <a:lvl9pPr algn="r">
              <a:defRPr sz="1200" b="0">
                <a:solidFill>
                  <a:srgbClr val="53657A"/>
                </a:solidFill>
                <a:latin typeface="Noto Sans SC"/>
                <a:ea typeface="Noto Sans SC"/>
                <a:cs typeface="Noto Sans SC"/>
              </a:defRPr>
            </a:lvl9pPr>
          </a:lstStyle>
          <a:p xmlns:a="http://schemas.openxmlformats.org/drawingml/2006/main">
            <a:pPr algn="r">
              <a:defRPr sz="1200" b="0">
                <a:solidFill>
                  <a:srgbClr val="53657A"/>
                </a:solidFill>
                <a:latin typeface="Noto Sans SC"/>
                <a:ea typeface="Noto Sans SC"/>
                <a:cs typeface="Noto Sans SC"/>
              </a:defRPr>
            </a:pPr>
            <a:r>
              <a:rPr sz="1200" b="0">
                <a:solidFill>
                  <a:srgbClr val="53657A"/>
                </a:solidFill>
                <a:latin typeface="Noto Sans SC"/>
                <a:ea typeface="Noto Sans SC"/>
                <a:cs typeface="Noto Sans SC"/>
              </a:rPr>
              <a:t>34 / 39</a:t>
            </a:r>
          </a:p>
        </p:txBody>
      </p:sp>
      <p:sp>
        <p:nvSpPr>
          <p:cNvPr id="7" name="line-4">
            <a:extLst xmlns:a="http://schemas.openxmlformats.org/drawingml/2006/main">
              <a:ext uri="{FF2B5EF4-FFF2-40B4-BE49-F238E27FC236}">
                <a16:creationId xmlns:a16="http://schemas.microsoft.com/office/drawing/2014/main" id="{AEAE6773-69A2-4CB1-9813-E9D056D41EBE}"/>
              </a:ext>
            </a:extLst>
          </p:cNvPr>
          <p:cNvSpPr>
            <a:spLocks xmlns:a="http://schemas.openxmlformats.org/drawingml/2006/main" noGrp="1"/>
          </p:cNvSpPr>
          <p:nvPr/>
        </p:nvSpPr>
        <p:spPr>
          <a:xfrm xmlns:a="http://schemas.openxmlformats.org/drawingml/2006/main" flipV="0">
            <a:off x="609600" y="5915025"/>
            <a:ext cx="10972800" cy="953"/>
          </a:xfrm>
          <a:prstGeom xmlns:a="http://schemas.openxmlformats.org/drawingml/2006/main" prst="line">
            <a:avLst/>
          </a:prstGeom>
          <a:noFill xmlns:a="http://schemas.openxmlformats.org/drawingml/2006/main"/>
          <a:ln xmlns:a="http://schemas.openxmlformats.org/drawingml/2006/main" w="19050">
            <a:solidFill>
              <a:srgbClr val="CCD6E3"/>
            </a:solidFill>
            <a:prstDash val="solid"/>
          </a:ln>
        </p:spPr>
      </p:sp>
      <p:sp>
        <p:nvSpPr>
          <p:cNvPr id="8" name="o7">
            <a:extLst xmlns:a="http://schemas.openxmlformats.org/drawingml/2006/main">
              <a:ext uri="{FF2B5EF4-FFF2-40B4-BE49-F238E27FC236}">
                <a16:creationId xmlns:a16="http://schemas.microsoft.com/office/drawing/2014/main" id="{84DE72BF-E77B-40C0-BF9B-2DDEDB46147A}"/>
              </a:ext>
            </a:extLst>
          </p:cNvPr>
          <p:cNvSpPr>
            <a:spLocks xmlns:a="http://schemas.openxmlformats.org/drawingml/2006/main" noGrp="1"/>
          </p:cNvSpPr>
          <p:nvPr/>
        </p:nvSpPr>
        <p:spPr>
          <a:xfrm xmlns:a="http://schemas.openxmlformats.org/drawingml/2006/main">
            <a:off x="609600" y="6019800"/>
            <a:ext cx="109728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75" b="0">
                <a:solidFill>
                  <a:srgbClr val="0F6E73"/>
                </a:solidFill>
                <a:latin typeface="Noto Sans SC"/>
                <a:ea typeface="Noto Sans SC"/>
                <a:cs typeface="Noto Sans SC"/>
              </a:defRPr>
            </a:defPPr>
            <a:lvl1pPr algn="l">
              <a:defRPr sz="1575" b="0">
                <a:solidFill>
                  <a:srgbClr val="0F6E73"/>
                </a:solidFill>
                <a:latin typeface="Noto Sans SC"/>
                <a:ea typeface="Noto Sans SC"/>
                <a:cs typeface="Noto Sans SC"/>
              </a:defRPr>
            </a:lvl1pPr>
            <a:lvl2pPr algn="l">
              <a:defRPr sz="1575" b="0">
                <a:solidFill>
                  <a:srgbClr val="0F6E73"/>
                </a:solidFill>
                <a:latin typeface="Noto Sans SC"/>
                <a:ea typeface="Noto Sans SC"/>
                <a:cs typeface="Noto Sans SC"/>
              </a:defRPr>
            </a:lvl2pPr>
            <a:lvl3pPr algn="l">
              <a:defRPr sz="1575" b="0">
                <a:solidFill>
                  <a:srgbClr val="0F6E73"/>
                </a:solidFill>
                <a:latin typeface="Noto Sans SC"/>
                <a:ea typeface="Noto Sans SC"/>
                <a:cs typeface="Noto Sans SC"/>
              </a:defRPr>
            </a:lvl3pPr>
            <a:lvl4pPr algn="l">
              <a:defRPr sz="1575" b="0">
                <a:solidFill>
                  <a:srgbClr val="0F6E73"/>
                </a:solidFill>
                <a:latin typeface="Noto Sans SC"/>
                <a:ea typeface="Noto Sans SC"/>
                <a:cs typeface="Noto Sans SC"/>
              </a:defRPr>
            </a:lvl4pPr>
            <a:lvl5pPr algn="l">
              <a:defRPr sz="1575" b="0">
                <a:solidFill>
                  <a:srgbClr val="0F6E73"/>
                </a:solidFill>
                <a:latin typeface="Noto Sans SC"/>
                <a:ea typeface="Noto Sans SC"/>
                <a:cs typeface="Noto Sans SC"/>
              </a:defRPr>
            </a:lvl5pPr>
            <a:lvl6pPr algn="l">
              <a:defRPr sz="1575" b="0">
                <a:solidFill>
                  <a:srgbClr val="0F6E73"/>
                </a:solidFill>
                <a:latin typeface="Noto Sans SC"/>
                <a:ea typeface="Noto Sans SC"/>
                <a:cs typeface="Noto Sans SC"/>
              </a:defRPr>
            </a:lvl6pPr>
            <a:lvl7pPr algn="l">
              <a:defRPr sz="1575" b="0">
                <a:solidFill>
                  <a:srgbClr val="0F6E73"/>
                </a:solidFill>
                <a:latin typeface="Noto Sans SC"/>
                <a:ea typeface="Noto Sans SC"/>
                <a:cs typeface="Noto Sans SC"/>
              </a:defRPr>
            </a:lvl7pPr>
            <a:lvl8pPr algn="l">
              <a:defRPr sz="1575" b="0">
                <a:solidFill>
                  <a:srgbClr val="0F6E73"/>
                </a:solidFill>
                <a:latin typeface="Noto Sans SC"/>
                <a:ea typeface="Noto Sans SC"/>
                <a:cs typeface="Noto Sans SC"/>
              </a:defRPr>
            </a:lvl8pPr>
            <a:lvl9pPr algn="l">
              <a:defRPr sz="1575" b="0">
                <a:solidFill>
                  <a:srgbClr val="0F6E73"/>
                </a:solidFill>
                <a:latin typeface="Noto Sans SC"/>
                <a:ea typeface="Noto Sans SC"/>
                <a:cs typeface="Noto Sans SC"/>
              </a:defRPr>
            </a:lvl9pPr>
          </a:lstStyle>
          <a:p xmlns:a="http://schemas.openxmlformats.org/drawingml/2006/main">
            <a:pPr algn="l">
              <a:defRPr sz="1575" b="0">
                <a:solidFill>
                  <a:srgbClr val="0F6E73"/>
                </a:solidFill>
                <a:latin typeface="Noto Sans SC"/>
                <a:ea typeface="Noto Sans SC"/>
                <a:cs typeface="Noto Sans SC"/>
              </a:defRPr>
            </a:pPr>
            <a:r>
              <a:rPr sz="1575" b="0">
                <a:solidFill>
                  <a:srgbClr val="0F6E73"/>
                </a:solidFill>
                <a:latin typeface="Noto Sans SC"/>
                <a:ea typeface="Noto Sans SC"/>
                <a:cs typeface="Noto Sans SC"/>
              </a:rPr>
              <a:t>圈层、法定禁飞区、设施分别有标识；主区域与设施关联不可混用。</a:t>
            </a:r>
          </a:p>
        </p:txBody>
      </p:sp>
      <p:sp>
        <p:nvSpPr>
          <p:cNvPr id="9" name="o8">
            <a:extLst xmlns:a="http://schemas.openxmlformats.org/drawingml/2006/main">
              <a:ext uri="{FF2B5EF4-FFF2-40B4-BE49-F238E27FC236}">
                <a16:creationId xmlns:a16="http://schemas.microsoft.com/office/drawing/2014/main" id="{B91EBF5C-62B7-40F9-AA02-17566B24F634}"/>
              </a:ext>
            </a:extLst>
          </p:cNvPr>
          <p:cNvSpPr>
            <a:spLocks xmlns:a="http://schemas.openxmlformats.org/drawingml/2006/main" noGrp="1"/>
          </p:cNvSpPr>
          <p:nvPr/>
        </p:nvSpPr>
        <p:spPr>
          <a:xfrm xmlns:a="http://schemas.openxmlformats.org/drawingml/2006/main">
            <a:off x="609600" y="5591175"/>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0">
                <a:solidFill>
                  <a:srgbClr val="0F6E73"/>
                </a:solidFill>
                <a:latin typeface="Noto Sans SC"/>
                <a:ea typeface="Noto Sans SC"/>
                <a:cs typeface="Noto Sans SC"/>
              </a:defRPr>
            </a:defPPr>
            <a:lvl1pPr algn="l">
              <a:defRPr sz="1500" b="0">
                <a:solidFill>
                  <a:srgbClr val="0F6E73"/>
                </a:solidFill>
                <a:latin typeface="Noto Sans SC"/>
                <a:ea typeface="Noto Sans SC"/>
                <a:cs typeface="Noto Sans SC"/>
              </a:defRPr>
            </a:lvl1pPr>
            <a:lvl2pPr algn="l">
              <a:defRPr sz="1500" b="0">
                <a:solidFill>
                  <a:srgbClr val="0F6E73"/>
                </a:solidFill>
                <a:latin typeface="Noto Sans SC"/>
                <a:ea typeface="Noto Sans SC"/>
                <a:cs typeface="Noto Sans SC"/>
              </a:defRPr>
            </a:lvl2pPr>
            <a:lvl3pPr algn="l">
              <a:defRPr sz="1500" b="0">
                <a:solidFill>
                  <a:srgbClr val="0F6E73"/>
                </a:solidFill>
                <a:latin typeface="Noto Sans SC"/>
                <a:ea typeface="Noto Sans SC"/>
                <a:cs typeface="Noto Sans SC"/>
              </a:defRPr>
            </a:lvl3pPr>
            <a:lvl4pPr algn="l">
              <a:defRPr sz="1500" b="0">
                <a:solidFill>
                  <a:srgbClr val="0F6E73"/>
                </a:solidFill>
                <a:latin typeface="Noto Sans SC"/>
                <a:ea typeface="Noto Sans SC"/>
                <a:cs typeface="Noto Sans SC"/>
              </a:defRPr>
            </a:lvl4pPr>
            <a:lvl5pPr algn="l">
              <a:defRPr sz="1500" b="0">
                <a:solidFill>
                  <a:srgbClr val="0F6E73"/>
                </a:solidFill>
                <a:latin typeface="Noto Sans SC"/>
                <a:ea typeface="Noto Sans SC"/>
                <a:cs typeface="Noto Sans SC"/>
              </a:defRPr>
            </a:lvl5pPr>
            <a:lvl6pPr algn="l">
              <a:defRPr sz="1500" b="0">
                <a:solidFill>
                  <a:srgbClr val="0F6E73"/>
                </a:solidFill>
                <a:latin typeface="Noto Sans SC"/>
                <a:ea typeface="Noto Sans SC"/>
                <a:cs typeface="Noto Sans SC"/>
              </a:defRPr>
            </a:lvl6pPr>
            <a:lvl7pPr algn="l">
              <a:defRPr sz="1500" b="0">
                <a:solidFill>
                  <a:srgbClr val="0F6E73"/>
                </a:solidFill>
                <a:latin typeface="Noto Sans SC"/>
                <a:ea typeface="Noto Sans SC"/>
                <a:cs typeface="Noto Sans SC"/>
              </a:defRPr>
            </a:lvl7pPr>
            <a:lvl8pPr algn="l">
              <a:defRPr sz="1500" b="0">
                <a:solidFill>
                  <a:srgbClr val="0F6E73"/>
                </a:solidFill>
                <a:latin typeface="Noto Sans SC"/>
                <a:ea typeface="Noto Sans SC"/>
                <a:cs typeface="Noto Sans SC"/>
              </a:defRPr>
            </a:lvl8pPr>
            <a:lvl9pPr algn="l">
              <a:defRPr sz="1500" b="0">
                <a:solidFill>
                  <a:srgbClr val="0F6E73"/>
                </a:solidFill>
                <a:latin typeface="Noto Sans SC"/>
                <a:ea typeface="Noto Sans SC"/>
                <a:cs typeface="Noto Sans SC"/>
              </a:defRPr>
            </a:lvl9pPr>
          </a:lstStyle>
          <a:p xmlns:a="http://schemas.openxmlformats.org/drawingml/2006/main">
            <a:pPr algn="l">
              <a:defRPr sz="1500" b="0">
                <a:solidFill>
                  <a:srgbClr val="0F6E73"/>
                </a:solidFill>
                <a:latin typeface="Noto Sans SC"/>
                <a:ea typeface="Noto Sans SC"/>
                <a:cs typeface="Noto Sans SC"/>
              </a:defRPr>
            </a:pPr>
            <a:r>
              <a:rPr sz="1500" b="0">
                <a:solidFill>
                  <a:srgbClr val="0F6E73"/>
                </a:solidFill>
                <a:latin typeface="Noto Sans SC"/>
                <a:ea typeface="Noto Sans SC"/>
                <a:cs typeface="Noto Sans SC"/>
              </a:rPr>
              <a:t>参数基线：边界容差10 m；外层关联范围5000 m</a:t>
            </a:r>
          </a:p>
        </p:txBody>
      </p:sp>
      <p:graphicFrame xmlns:a="http://schemas.openxmlformats.org/drawingml/2006/main" xmlns:m="http://schemas.openxmlformats.org/officeDocument/2006/math" xmlns:w="http://schemas.openxmlformats.org/wordprocessingml/2006/main" xmlns:a14="http://schemas.microsoft.com/office/drawing/2010/main" xmlns:r="http://schemas.openxmlformats.org/officeDocument/2006/relationships" xmlns:rel="http://schemas.openxmlformats.org/package/2006/relationships" xmlns:ct="http://schemas.openxmlformats.org/package/2006/content-types">
        <p:nvGraphicFramePr>
          <p:cNvPr id="7001" name="native-table-7001"/>
          <p:cNvGraphicFramePr/>
          <p:nvPr/>
        </p:nvGraphicFramePr>
        <p:xfrm>
          <a:off x="609600" y="1762125"/>
          <a:ext cx="10972800" cy="3714750"/>
        </p:xfrm>
        <a:graphic>
          <a:graphicData uri="http://schemas.openxmlformats.org/drawingml/2006/table">
            <a:tbl>
              <a:tblPr firstRow="1" bandRow="1"/>
              <a:tblGrid>
                <a:gridCol w="3657600">
                  <a:extLst>
                    <a:ext uri="{9D8B030D-6E8A-4147-A177-3AD203B41FA5}">
                      <ns0:colId xmlns:ns0="http://schemas.microsoft.com/office/drawing/2014/main" val="20000"/>
                    </a:ext>
                  </a:extLst>
                </a:gridCol>
                <a:gridCol w="3657600">
                  <a:extLst>
                    <a:ext uri="{9D8B030D-6E8A-4147-A177-3AD203B41FA5}">
                      <ns0:colId xmlns:ns0="http://schemas.microsoft.com/office/drawing/2014/main" val="20001"/>
                    </a:ext>
                  </a:extLst>
                </a:gridCol>
                <a:gridCol w="3657600">
                  <a:extLst>
                    <a:ext uri="{9D8B030D-6E8A-4147-A177-3AD203B41FA5}">
                      <ns0:colId xmlns:ns0="http://schemas.microsoft.com/office/drawing/2014/main" val="20002"/>
                    </a:ext>
                  </a:extLst>
                </a:gridCol>
              </a:tblGrid>
              <a:tr h="619125">
                <a:tc>
                  <a:txBody>
                    <a:bodyPr/>
                    <a:lstStyle/>
                    <a:p>
                      <a:pPr algn="l"/>
                      <a:r>
                        <a:rPr lang="zh-CN" sz="1700" b="1">
                          <a:solidFill>
                            <a:srgbClr val="1E293B"/>
                          </a:solidFill>
                          <a:latin typeface="Noto Sans SC"/>
                          <a:ea typeface="Noto Sans SC"/>
                          <a:cs typeface="Noto Sans SC"/>
                        </a:rPr>
                        <a:t>情况</a:t>
                      </a:r>
                      <a:endParaRPr lang="zh-CN" sz="170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DFE8F1"/>
                    </a:solidFill>
                  </a:tcPr>
                </a:tc>
                <a:tc>
                  <a:txBody>
                    <a:bodyPr/>
                    <a:lstStyle/>
                    <a:p>
                      <a:pPr algn="l"/>
                      <a:r>
                        <a:rPr lang="zh-CN" sz="1700" b="1">
                          <a:solidFill>
                            <a:srgbClr val="1E293B"/>
                          </a:solidFill>
                          <a:latin typeface="Noto Sans SC"/>
                          <a:ea typeface="Noto Sans SC"/>
                          <a:cs typeface="Noto Sans SC"/>
                        </a:rPr>
                        <a:t>空间处理</a:t>
                      </a:r>
                      <a:endParaRPr lang="zh-CN" sz="170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DFE8F1"/>
                    </a:solidFill>
                  </a:tcPr>
                </a:tc>
                <a:tc>
                  <a:txBody>
                    <a:bodyPr/>
                    <a:lstStyle/>
                    <a:p>
                      <a:pPr algn="l"/>
                      <a:r>
                        <a:rPr lang="zh-CN" sz="1700" b="1">
                          <a:solidFill>
                            <a:srgbClr val="1E293B"/>
                          </a:solidFill>
                          <a:latin typeface="Noto Sans SC"/>
                          <a:ea typeface="Noto Sans SC"/>
                          <a:cs typeface="Noto Sans SC"/>
                        </a:rPr>
                        <a:t>下游语义</a:t>
                      </a:r>
                      <a:endParaRPr lang="zh-CN" sz="170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DFE8F1"/>
                    </a:solidFill>
                  </a:tcPr>
                </a:tc>
                <a:extLst>
                  <a:ext uri="{0D108BD9-81ED-4DB2-BD59-A6C34878D82A}">
                    <ns0:rowId xmlns:ns0="http://schemas.microsoft.com/office/drawing/2014/main" val="10000"/>
                  </a:ext>
                </a:extLst>
              </a:tr>
              <a:tr h="619125">
                <a:tc>
                  <a:txBody>
                    <a:bodyPr/>
                    <a:lstStyle/>
                    <a:p>
                      <a:pPr algn="l"/>
                      <a:r>
                        <a:rPr lang="zh-CN" sz="1700" b="0">
                          <a:solidFill>
                            <a:srgbClr val="1E293B"/>
                          </a:solidFill>
                          <a:latin typeface="Noto Sans SC"/>
                          <a:ea typeface="Noto Sans SC"/>
                          <a:cs typeface="Noto Sans SC"/>
                        </a:rPr>
                        <a:t>命中有效区域</a:t>
                      </a:r>
                      <a:endParaRPr lang="zh-CN" sz="170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FFFFF"/>
                    </a:solidFill>
                  </a:tcPr>
                </a:tc>
                <a:tc>
                  <a:txBody>
                    <a:bodyPr/>
                    <a:lstStyle/>
                    <a:p>
                      <a:pPr algn="l"/>
                      <a:r>
                        <a:rPr lang="zh-CN" sz="1700" b="0">
                          <a:solidFill>
                            <a:srgbClr val="1E293B"/>
                          </a:solidFill>
                          <a:latin typeface="Noto Sans SC"/>
                          <a:ea typeface="Noto Sans SC"/>
                          <a:cs typeface="Noto Sans SC"/>
                        </a:rPr>
                        <a:t>relevant</a:t>
                      </a:r>
                      <a:endParaRPr lang="zh-CN" sz="170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FFFFF"/>
                    </a:solidFill>
                  </a:tcPr>
                </a:tc>
                <a:tc>
                  <a:txBody>
                    <a:bodyPr/>
                    <a:lstStyle/>
                    <a:p>
                      <a:pPr algn="l"/>
                      <a:r>
                        <a:rPr lang="zh-CN" sz="1700" b="0">
                          <a:solidFill>
                            <a:srgbClr val="1E293B"/>
                          </a:solidFill>
                          <a:latin typeface="Noto Sans SC"/>
                          <a:ea typeface="Noto Sans SC"/>
                          <a:cs typeface="Noto Sans SC"/>
                        </a:rPr>
                        <a:t>同一主上下文判读</a:t>
                      </a:r>
                      <a:endParaRPr lang="zh-CN" sz="170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FFFFF"/>
                    </a:solidFill>
                  </a:tcPr>
                </a:tc>
                <a:extLst>
                  <a:ext uri="{0D108BD9-81ED-4DB2-BD59-A6C34878D82A}">
                    <ns0:rowId xmlns:ns0="http://schemas.microsoft.com/office/drawing/2014/main" val="10001"/>
                  </a:ext>
                </a:extLst>
              </a:tr>
              <a:tr h="619125">
                <a:tc>
                  <a:txBody>
                    <a:bodyPr/>
                    <a:lstStyle/>
                    <a:p>
                      <a:pPr algn="l"/>
                      <a:r>
                        <a:rPr lang="zh-CN" sz="1700" b="0">
                          <a:solidFill>
                            <a:srgbClr val="1E293B"/>
                          </a:solidFill>
                          <a:latin typeface="Noto Sans SC"/>
                          <a:ea typeface="Noto Sans SC"/>
                          <a:cs typeface="Noto Sans SC"/>
                        </a:rPr>
                        <a:t>区域外且接近外warning边界</a:t>
                      </a:r>
                      <a:endParaRPr lang="zh-CN" sz="170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4F7FA"/>
                    </a:solidFill>
                  </a:tcPr>
                </a:tc>
                <a:tc>
                  <a:txBody>
                    <a:bodyPr/>
                    <a:lstStyle/>
                    <a:p>
                      <a:pPr algn="l"/>
                      <a:r>
                        <a:rPr lang="zh-CN" sz="1700" b="0">
                          <a:solidFill>
                            <a:srgbClr val="1E293B"/>
                          </a:solidFill>
                          <a:latin typeface="Noto Sans SC"/>
                          <a:ea typeface="Noto Sans SC"/>
                          <a:cs typeface="Noto Sans SC"/>
                        </a:rPr>
                        <a:t>按关联范围筛选</a:t>
                      </a:r>
                      <a:endParaRPr lang="zh-CN" sz="170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4F7FA"/>
                    </a:solidFill>
                  </a:tcPr>
                </a:tc>
                <a:tc>
                  <a:txBody>
                    <a:bodyPr/>
                    <a:lstStyle/>
                    <a:p>
                      <a:pPr algn="l"/>
                      <a:r>
                        <a:rPr lang="zh-CN" sz="1700" b="0">
                          <a:solidFill>
                            <a:srgbClr val="1E293B"/>
                          </a:solidFill>
                          <a:latin typeface="Noto Sans SC"/>
                          <a:ea typeface="Noto Sans SC"/>
                          <a:cs typeface="Noto Sans SC"/>
                        </a:rPr>
                        <a:t>不使用全图任意最近设施</a:t>
                      </a:r>
                      <a:endParaRPr lang="zh-CN" sz="170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4F7FA"/>
                    </a:solidFill>
                  </a:tcPr>
                </a:tc>
                <a:extLst>
                  <a:ext uri="{0D108BD9-81ED-4DB2-BD59-A6C34878D82A}">
                    <ns0:rowId xmlns:ns0="http://schemas.microsoft.com/office/drawing/2014/main" val="10002"/>
                  </a:ext>
                </a:extLst>
              </a:tr>
              <a:tr h="619125">
                <a:tc>
                  <a:txBody>
                    <a:bodyPr/>
                    <a:lstStyle/>
                    <a:p>
                      <a:pPr algn="l"/>
                      <a:r>
                        <a:rPr lang="zh-CN" sz="1700" b="0">
                          <a:solidFill>
                            <a:srgbClr val="1E293B"/>
                          </a:solidFill>
                          <a:latin typeface="Noto Sans SC"/>
                          <a:ea typeface="Noto Sans SC"/>
                          <a:cs typeface="Noto Sans SC"/>
                        </a:rPr>
                        <a:t>已知超出关联范围</a:t>
                      </a:r>
                      <a:endParaRPr lang="zh-CN" sz="170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FFFFF"/>
                    </a:solidFill>
                  </a:tcPr>
                </a:tc>
                <a:tc>
                  <a:txBody>
                    <a:bodyPr/>
                    <a:lstStyle/>
                    <a:p>
                      <a:pPr algn="l"/>
                      <a:r>
                        <a:rPr lang="zh-CN" sz="1700" b="0">
                          <a:solidFill>
                            <a:srgbClr val="1E293B"/>
                          </a:solidFill>
                          <a:latin typeface="Noto Sans SC"/>
                          <a:ea typeface="Noto Sans SC"/>
                          <a:cs typeface="Noto Sans SC"/>
                        </a:rPr>
                        <a:t>irrelevant</a:t>
                      </a:r>
                      <a:endParaRPr lang="zh-CN" sz="170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FFFFF"/>
                    </a:solidFill>
                  </a:tcPr>
                </a:tc>
                <a:tc>
                  <a:txBody>
                    <a:bodyPr/>
                    <a:lstStyle/>
                    <a:p>
                      <a:pPr algn="l"/>
                      <a:r>
                        <a:rPr lang="zh-CN" sz="1700" b="0">
                          <a:solidFill>
                            <a:srgbClr val="1E293B"/>
                          </a:solidFill>
                          <a:latin typeface="Noto Sans SC"/>
                          <a:ea typeface="Noto Sans SC"/>
                          <a:cs typeface="Noto Sans SC"/>
                        </a:rPr>
                        <a:t>本地评分限制；不做本地ETA/分配</a:t>
                      </a:r>
                      <a:endParaRPr lang="zh-CN" sz="170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FFFFF"/>
                    </a:solidFill>
                  </a:tcPr>
                </a:tc>
                <a:extLst>
                  <a:ext uri="{0D108BD9-81ED-4DB2-BD59-A6C34878D82A}">
                    <ns0:rowId xmlns:ns0="http://schemas.microsoft.com/office/drawing/2014/main" val="10003"/>
                  </a:ext>
                </a:extLst>
              </a:tr>
              <a:tr h="619125">
                <a:tc>
                  <a:txBody>
                    <a:bodyPr/>
                    <a:lstStyle/>
                    <a:p>
                      <a:pPr algn="l"/>
                      <a:r>
                        <a:rPr lang="zh-CN" sz="1700" b="0">
                          <a:solidFill>
                            <a:srgbClr val="1E293B"/>
                          </a:solidFill>
                          <a:latin typeface="Noto Sans SC"/>
                          <a:ea typeface="Noto Sans SC"/>
                          <a:cs typeface="Noto Sans SC"/>
                        </a:rPr>
                        <a:t>地图不足／高度不可比较</a:t>
                      </a:r>
                      <a:endParaRPr lang="zh-CN" sz="170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4F7FA"/>
                    </a:solidFill>
                  </a:tcPr>
                </a:tc>
                <a:tc>
                  <a:txBody>
                    <a:bodyPr/>
                    <a:lstStyle/>
                    <a:p>
                      <a:pPr algn="l"/>
                      <a:r>
                        <a:rPr lang="zh-CN" sz="1700" b="0">
                          <a:solidFill>
                            <a:srgbClr val="1E293B"/>
                          </a:solidFill>
                          <a:latin typeface="Noto Sans SC"/>
                          <a:ea typeface="Noto Sans SC"/>
                          <a:cs typeface="Noto Sans SC"/>
                        </a:rPr>
                        <a:t>unavailable或uncertain</a:t>
                      </a:r>
                      <a:endParaRPr lang="zh-CN" sz="170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4F7FA"/>
                    </a:solidFill>
                  </a:tcPr>
                </a:tc>
                <a:tc>
                  <a:txBody>
                    <a:bodyPr/>
                    <a:lstStyle/>
                    <a:p>
                      <a:pPr algn="l"/>
                      <a:r>
                        <a:rPr lang="zh-CN" sz="1700" b="0">
                          <a:solidFill>
                            <a:srgbClr val="1E293B"/>
                          </a:solidFill>
                          <a:latin typeface="Noto Sans SC"/>
                          <a:ea typeface="Noto Sans SC"/>
                          <a:cs typeface="Noto Sans SC"/>
                        </a:rPr>
                        <a:t>保守复核，避免错误低档化</a:t>
                      </a:r>
                      <a:endParaRPr lang="zh-CN" sz="170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4F7FA"/>
                    </a:solidFill>
                  </a:tcPr>
                </a:tc>
                <a:extLst>
                  <a:ext uri="{0D108BD9-81ED-4DB2-BD59-A6C34878D82A}">
                    <ns0:rowId xmlns:ns0="http://schemas.microsoft.com/office/drawing/2014/main" val="10004"/>
                  </a:ext>
                </a:extLst>
              </a:tr>
              <a:tr h="619125">
                <a:tc>
                  <a:txBody>
                    <a:bodyPr/>
                    <a:lstStyle/>
                    <a:p>
                      <a:pPr algn="l"/>
                      <a:r>
                        <a:rPr lang="zh-CN" sz="1700" b="0">
                          <a:solidFill>
                            <a:srgbClr val="1E293B"/>
                          </a:solidFill>
                          <a:latin typeface="Noto Sans SC"/>
                          <a:ea typeface="Noto Sans SC"/>
                          <a:cs typeface="Noto Sans SC"/>
                        </a:rPr>
                        <a:t>多个设施但未明确绑定</a:t>
                      </a:r>
                      <a:endParaRPr lang="zh-CN" sz="170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FFFFF"/>
                    </a:solidFill>
                  </a:tcPr>
                </a:tc>
                <a:tc>
                  <a:txBody>
                    <a:bodyPr/>
                    <a:lstStyle/>
                    <a:p>
                      <a:pPr algn="l"/>
                      <a:r>
                        <a:rPr lang="zh-CN" sz="1700" b="0">
                          <a:solidFill>
                            <a:srgbClr val="1E293B"/>
                          </a:solidFill>
                          <a:latin typeface="Noto Sans SC"/>
                          <a:ea typeface="Noto Sans SC"/>
                          <a:cs typeface="Noto Sans SC"/>
                        </a:rPr>
                        <a:t>不猜测设施</a:t>
                      </a:r>
                      <a:endParaRPr lang="zh-CN" sz="170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FFFFF"/>
                    </a:solidFill>
                  </a:tcPr>
                </a:tc>
                <a:tc>
                  <a:txBody>
                    <a:bodyPr/>
                    <a:lstStyle/>
                    <a:p>
                      <a:pPr algn="l"/>
                      <a:r>
                        <a:rPr lang="zh-CN" sz="1700" b="0">
                          <a:solidFill>
                            <a:srgbClr val="1E293B"/>
                          </a:solidFill>
                          <a:latin typeface="Noto Sans SC"/>
                          <a:ea typeface="Noto Sans SC"/>
                          <a:cs typeface="Noto Sans SC"/>
                        </a:rPr>
                        <a:t>设施ETA可能为空</a:t>
                      </a:r>
                      <a:endParaRPr lang="zh-CN" sz="170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FFFFF"/>
                    </a:solidFill>
                  </a:tcPr>
                </a:tc>
                <a:extLst>
                  <a:ext uri="{0D108BD9-81ED-4DB2-BD59-A6C34878D82A}">
                    <ns0:rowId xmlns:ns0="http://schemas.microsoft.com/office/drawing/2014/main" val="10005"/>
                  </a:ext>
                </a:extLst>
              </a:tr>
            </a:tbl>
          </a:graphicData>
        </a:graphic>
      </p:graphicFrame>
    </p:spTree>
    <p:extLst>
      <p:ext uri="{BB962C8B-B14F-4D97-AF65-F5344CB8AC3E}">
        <p14:creationId xmlns:p14="http://schemas.microsoft.com/office/powerpoint/2010/main" val="688589653"/>
      </p:ext>
    </p:extLst>
  </p:cSld>
</p:sld>
</file>

<file path=ppt/slides/slide35.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11" name="o0">
            <a:extLst xmlns:a="http://schemas.openxmlformats.org/drawingml/2006/main">
              <a:ext uri="{FF2B5EF4-FFF2-40B4-BE49-F238E27FC236}">
                <a16:creationId xmlns:a16="http://schemas.microsoft.com/office/drawing/2014/main" id="{31C8F106-EF92-41E7-9737-5431CEF2D192}"/>
              </a:ext>
            </a:extLst>
          </p:cNvPr>
          <p:cNvSpPr>
            <a:spLocks xmlns:a="http://schemas.openxmlformats.org/drawingml/2006/main" noGrp="1"/>
          </p:cNvSpPr>
          <p:nvPr/>
        </p:nvSpPr>
        <p:spPr>
          <a:xfrm xmlns:a="http://schemas.openxmlformats.org/drawingml/2006/main">
            <a:off x="609600" y="209550"/>
            <a:ext cx="10763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00" b="0">
                <a:solidFill>
                  <a:srgbClr val="53657A"/>
                </a:solidFill>
                <a:latin typeface="Noto Sans SC"/>
                <a:ea typeface="Noto Sans SC"/>
                <a:cs typeface="Noto Sans SC"/>
              </a:defRPr>
            </a:defPPr>
            <a:lvl1pPr algn="l">
              <a:defRPr sz="1200" b="0">
                <a:solidFill>
                  <a:srgbClr val="53657A"/>
                </a:solidFill>
                <a:latin typeface="Noto Sans SC"/>
                <a:ea typeface="Noto Sans SC"/>
                <a:cs typeface="Noto Sans SC"/>
              </a:defRPr>
            </a:lvl1pPr>
            <a:lvl2pPr algn="l">
              <a:defRPr sz="1200" b="0">
                <a:solidFill>
                  <a:srgbClr val="53657A"/>
                </a:solidFill>
                <a:latin typeface="Noto Sans SC"/>
                <a:ea typeface="Noto Sans SC"/>
                <a:cs typeface="Noto Sans SC"/>
              </a:defRPr>
            </a:lvl2pPr>
            <a:lvl3pPr algn="l">
              <a:defRPr sz="1200" b="0">
                <a:solidFill>
                  <a:srgbClr val="53657A"/>
                </a:solidFill>
                <a:latin typeface="Noto Sans SC"/>
                <a:ea typeface="Noto Sans SC"/>
                <a:cs typeface="Noto Sans SC"/>
              </a:defRPr>
            </a:lvl3pPr>
            <a:lvl4pPr algn="l">
              <a:defRPr sz="1200" b="0">
                <a:solidFill>
                  <a:srgbClr val="53657A"/>
                </a:solidFill>
                <a:latin typeface="Noto Sans SC"/>
                <a:ea typeface="Noto Sans SC"/>
                <a:cs typeface="Noto Sans SC"/>
              </a:defRPr>
            </a:lvl4pPr>
            <a:lvl5pPr algn="l">
              <a:defRPr sz="1200" b="0">
                <a:solidFill>
                  <a:srgbClr val="53657A"/>
                </a:solidFill>
                <a:latin typeface="Noto Sans SC"/>
                <a:ea typeface="Noto Sans SC"/>
                <a:cs typeface="Noto Sans SC"/>
              </a:defRPr>
            </a:lvl5pPr>
            <a:lvl6pPr algn="l">
              <a:defRPr sz="1200" b="0">
                <a:solidFill>
                  <a:srgbClr val="53657A"/>
                </a:solidFill>
                <a:latin typeface="Noto Sans SC"/>
                <a:ea typeface="Noto Sans SC"/>
                <a:cs typeface="Noto Sans SC"/>
              </a:defRPr>
            </a:lvl6pPr>
            <a:lvl7pPr algn="l">
              <a:defRPr sz="1200" b="0">
                <a:solidFill>
                  <a:srgbClr val="53657A"/>
                </a:solidFill>
                <a:latin typeface="Noto Sans SC"/>
                <a:ea typeface="Noto Sans SC"/>
                <a:cs typeface="Noto Sans SC"/>
              </a:defRPr>
            </a:lvl7pPr>
            <a:lvl8pPr algn="l">
              <a:defRPr sz="1200" b="0">
                <a:solidFill>
                  <a:srgbClr val="53657A"/>
                </a:solidFill>
                <a:latin typeface="Noto Sans SC"/>
                <a:ea typeface="Noto Sans SC"/>
                <a:cs typeface="Noto Sans SC"/>
              </a:defRPr>
            </a:lvl8pPr>
            <a:lvl9pPr algn="l">
              <a:defRPr sz="1200" b="0">
                <a:solidFill>
                  <a:srgbClr val="53657A"/>
                </a:solidFill>
                <a:latin typeface="Noto Sans SC"/>
                <a:ea typeface="Noto Sans SC"/>
                <a:cs typeface="Noto Sans SC"/>
              </a:defRPr>
            </a:lvl9pPr>
          </a:lstStyle>
          <a:p xmlns:a="http://schemas.openxmlformats.org/drawingml/2006/main">
            <a:pPr algn="l">
              <a:defRPr sz="1200" b="0">
                <a:solidFill>
                  <a:srgbClr val="53657A"/>
                </a:solidFill>
                <a:latin typeface="Noto Sans SC"/>
                <a:ea typeface="Noto Sans SC"/>
                <a:cs typeface="Noto Sans SC"/>
              </a:defRPr>
            </a:pPr>
            <a:r>
              <a:rPr sz="1200" b="0">
                <a:solidFill>
                  <a:srgbClr val="53657A"/>
                </a:solidFill>
                <a:latin typeface="Noto Sans SC"/>
                <a:ea typeface="Noto Sans SC"/>
                <a:cs typeface="Noto Sans SC"/>
              </a:rPr>
              <a:t>算法原理与阶段验证</a:t>
            </a:r>
          </a:p>
        </p:txBody>
      </p:sp>
      <p:sp>
        <p:nvSpPr>
          <p:cNvPr id="2" name="o1">
            <a:extLst xmlns:a="http://schemas.openxmlformats.org/drawingml/2006/main">
              <a:ext uri="{FF2B5EF4-FFF2-40B4-BE49-F238E27FC236}">
                <a16:creationId xmlns:a16="http://schemas.microsoft.com/office/drawing/2014/main" id="{F0C92FE2-6C8F-4527-8D01-6B163A40845A}"/>
              </a:ext>
            </a:extLst>
          </p:cNvPr>
          <p:cNvSpPr>
            <a:spLocks xmlns:a="http://schemas.openxmlformats.org/drawingml/2006/main" noGrp="1"/>
          </p:cNvSpPr>
          <p:nvPr/>
        </p:nvSpPr>
        <p:spPr>
          <a:xfrm xmlns:a="http://schemas.openxmlformats.org/drawingml/2006/main">
            <a:off x="609600" y="561975"/>
            <a:ext cx="109728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6243A"/>
                </a:solidFill>
                <a:latin typeface="Noto Serif SC"/>
                <a:ea typeface="Noto Serif SC"/>
                <a:cs typeface="Noto Serif SC"/>
              </a:defRPr>
            </a:defPPr>
            <a:lvl1pPr algn="l">
              <a:defRPr sz="3150" b="1">
                <a:solidFill>
                  <a:srgbClr val="16243A"/>
                </a:solidFill>
                <a:latin typeface="Noto Serif SC"/>
                <a:ea typeface="Noto Serif SC"/>
                <a:cs typeface="Noto Serif SC"/>
              </a:defRPr>
            </a:lvl1pPr>
            <a:lvl2pPr algn="l">
              <a:defRPr sz="3150" b="1">
                <a:solidFill>
                  <a:srgbClr val="16243A"/>
                </a:solidFill>
                <a:latin typeface="Noto Serif SC"/>
                <a:ea typeface="Noto Serif SC"/>
                <a:cs typeface="Noto Serif SC"/>
              </a:defRPr>
            </a:lvl2pPr>
            <a:lvl3pPr algn="l">
              <a:defRPr sz="3150" b="1">
                <a:solidFill>
                  <a:srgbClr val="16243A"/>
                </a:solidFill>
                <a:latin typeface="Noto Serif SC"/>
                <a:ea typeface="Noto Serif SC"/>
                <a:cs typeface="Noto Serif SC"/>
              </a:defRPr>
            </a:lvl3pPr>
            <a:lvl4pPr algn="l">
              <a:defRPr sz="3150" b="1">
                <a:solidFill>
                  <a:srgbClr val="16243A"/>
                </a:solidFill>
                <a:latin typeface="Noto Serif SC"/>
                <a:ea typeface="Noto Serif SC"/>
                <a:cs typeface="Noto Serif SC"/>
              </a:defRPr>
            </a:lvl4pPr>
            <a:lvl5pPr algn="l">
              <a:defRPr sz="3150" b="1">
                <a:solidFill>
                  <a:srgbClr val="16243A"/>
                </a:solidFill>
                <a:latin typeface="Noto Serif SC"/>
                <a:ea typeface="Noto Serif SC"/>
                <a:cs typeface="Noto Serif SC"/>
              </a:defRPr>
            </a:lvl5pPr>
            <a:lvl6pPr algn="l">
              <a:defRPr sz="3150" b="1">
                <a:solidFill>
                  <a:srgbClr val="16243A"/>
                </a:solidFill>
                <a:latin typeface="Noto Serif SC"/>
                <a:ea typeface="Noto Serif SC"/>
                <a:cs typeface="Noto Serif SC"/>
              </a:defRPr>
            </a:lvl6pPr>
            <a:lvl7pPr algn="l">
              <a:defRPr sz="3150" b="1">
                <a:solidFill>
                  <a:srgbClr val="16243A"/>
                </a:solidFill>
                <a:latin typeface="Noto Serif SC"/>
                <a:ea typeface="Noto Serif SC"/>
                <a:cs typeface="Noto Serif SC"/>
              </a:defRPr>
            </a:lvl7pPr>
            <a:lvl8pPr algn="l">
              <a:defRPr sz="3150" b="1">
                <a:solidFill>
                  <a:srgbClr val="16243A"/>
                </a:solidFill>
                <a:latin typeface="Noto Serif SC"/>
                <a:ea typeface="Noto Serif SC"/>
                <a:cs typeface="Noto Serif SC"/>
              </a:defRPr>
            </a:lvl8pPr>
            <a:lvl9pPr algn="l">
              <a:defRPr sz="3150" b="1">
                <a:solidFill>
                  <a:srgbClr val="16243A"/>
                </a:solidFill>
                <a:latin typeface="Noto Serif SC"/>
                <a:ea typeface="Noto Serif SC"/>
                <a:cs typeface="Noto Serif SC"/>
              </a:defRPr>
            </a:lvl9pPr>
          </a:lstStyle>
          <a:p xmlns:a="http://schemas.openxmlformats.org/drawingml/2006/main">
            <a:pPr algn="l">
              <a:defRPr sz="3150" b="1">
                <a:solidFill>
                  <a:srgbClr val="16243A"/>
                </a:solidFill>
                <a:latin typeface="Noto Serif SC"/>
                <a:ea typeface="Noto Serif SC"/>
                <a:cs typeface="Noto Serif SC"/>
              </a:defRPr>
            </a:pPr>
            <a:r>
              <a:rPr sz="3150" b="1">
                <a:solidFill>
                  <a:srgbClr val="16243A"/>
                </a:solidFill>
                <a:latin typeface="Noto Serif SC"/>
                <a:ea typeface="Noto Serif SC"/>
                <a:cs typeface="Noto Serif SC"/>
              </a:rPr>
              <a:t>A5 启用规则与原始定义差异</a:t>
            </a:r>
          </a:p>
        </p:txBody>
      </p:sp>
      <p:sp>
        <p:nvSpPr>
          <p:cNvPr id="3" name="line-2">
            <a:extLst xmlns:a="http://schemas.openxmlformats.org/drawingml/2006/main">
              <a:ext uri="{FF2B5EF4-FFF2-40B4-BE49-F238E27FC236}">
                <a16:creationId xmlns:a16="http://schemas.microsoft.com/office/drawing/2014/main" id="{19D9FED5-7DA0-4CA4-B42E-9459684A385D}"/>
              </a:ext>
            </a:extLst>
          </p:cNvPr>
          <p:cNvSpPr>
            <a:spLocks xmlns:a="http://schemas.openxmlformats.org/drawingml/2006/main" noGrp="1"/>
          </p:cNvSpPr>
          <p:nvPr/>
        </p:nvSpPr>
        <p:spPr>
          <a:xfrm xmlns:a="http://schemas.openxmlformats.org/drawingml/2006/main" flipV="0">
            <a:off x="609600" y="1295400"/>
            <a:ext cx="10972800" cy="953"/>
          </a:xfrm>
          <a:prstGeom xmlns:a="http://schemas.openxmlformats.org/drawingml/2006/main" prst="line">
            <a:avLst/>
          </a:prstGeom>
          <a:noFill xmlns:a="http://schemas.openxmlformats.org/drawingml/2006/main"/>
          <a:ln xmlns:a="http://schemas.openxmlformats.org/drawingml/2006/main" w="9525">
            <a:solidFill>
              <a:srgbClr val="CCD6E3"/>
            </a:solidFill>
            <a:prstDash val="solid"/>
          </a:ln>
        </p:spPr>
      </p:sp>
      <p:sp>
        <p:nvSpPr>
          <p:cNvPr id="4" name="line-2">
            <a:extLst xmlns:a="http://schemas.openxmlformats.org/drawingml/2006/main">
              <a:ext uri="{FF2B5EF4-FFF2-40B4-BE49-F238E27FC236}">
                <a16:creationId xmlns:a16="http://schemas.microsoft.com/office/drawing/2014/main" id="{12DC8EDB-644A-4A02-B913-4A8053D48210}"/>
              </a:ext>
            </a:extLst>
          </p:cNvPr>
          <p:cNvSpPr>
            <a:spLocks xmlns:a="http://schemas.openxmlformats.org/drawingml/2006/main" noGrp="1"/>
          </p:cNvSpPr>
          <p:nvPr/>
        </p:nvSpPr>
        <p:spPr>
          <a:xfrm xmlns:a="http://schemas.openxmlformats.org/drawingml/2006/main" flipV="0">
            <a:off x="609600" y="1295400"/>
            <a:ext cx="762000" cy="953"/>
          </a:xfrm>
          <a:prstGeom xmlns:a="http://schemas.openxmlformats.org/drawingml/2006/main" prst="line">
            <a:avLst/>
          </a:prstGeom>
          <a:noFill xmlns:a="http://schemas.openxmlformats.org/drawingml/2006/main"/>
          <a:ln xmlns:a="http://schemas.openxmlformats.org/drawingml/2006/main" w="38100">
            <a:solidFill>
              <a:srgbClr val="224E88"/>
            </a:solidFill>
            <a:prstDash val="solid"/>
          </a:ln>
        </p:spPr>
      </p:sp>
      <p:sp>
        <p:nvSpPr>
          <p:cNvPr id="5" name="o4">
            <a:extLst xmlns:a="http://schemas.openxmlformats.org/drawingml/2006/main">
              <a:ext uri="{FF2B5EF4-FFF2-40B4-BE49-F238E27FC236}">
                <a16:creationId xmlns:a16="http://schemas.microsoft.com/office/drawing/2014/main" id="{A116D182-2254-4F44-B7BD-87705CFC0A6B}"/>
              </a:ext>
            </a:extLst>
          </p:cNvPr>
          <p:cNvSpPr>
            <a:spLocks xmlns:a="http://schemas.openxmlformats.org/drawingml/2006/main" noGrp="1"/>
          </p:cNvSpPr>
          <p:nvPr/>
        </p:nvSpPr>
        <p:spPr>
          <a:xfrm xmlns:a="http://schemas.openxmlformats.org/drawingml/2006/main">
            <a:off x="609600" y="6477000"/>
            <a:ext cx="10096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0">
                <a:solidFill>
                  <a:srgbClr val="53657A"/>
                </a:solidFill>
                <a:latin typeface="Noto Sans SC"/>
                <a:ea typeface="Noto Sans SC"/>
                <a:cs typeface="Noto Sans SC"/>
              </a:defRPr>
            </a:defPPr>
            <a:lvl1pPr algn="l">
              <a:defRPr sz="975" b="0">
                <a:solidFill>
                  <a:srgbClr val="53657A"/>
                </a:solidFill>
                <a:latin typeface="Noto Sans SC"/>
                <a:ea typeface="Noto Sans SC"/>
                <a:cs typeface="Noto Sans SC"/>
              </a:defRPr>
            </a:lvl1pPr>
            <a:lvl2pPr algn="l">
              <a:defRPr sz="975" b="0">
                <a:solidFill>
                  <a:srgbClr val="53657A"/>
                </a:solidFill>
                <a:latin typeface="Noto Sans SC"/>
                <a:ea typeface="Noto Sans SC"/>
                <a:cs typeface="Noto Sans SC"/>
              </a:defRPr>
            </a:lvl2pPr>
            <a:lvl3pPr algn="l">
              <a:defRPr sz="975" b="0">
                <a:solidFill>
                  <a:srgbClr val="53657A"/>
                </a:solidFill>
                <a:latin typeface="Noto Sans SC"/>
                <a:ea typeface="Noto Sans SC"/>
                <a:cs typeface="Noto Sans SC"/>
              </a:defRPr>
            </a:lvl3pPr>
            <a:lvl4pPr algn="l">
              <a:defRPr sz="975" b="0">
                <a:solidFill>
                  <a:srgbClr val="53657A"/>
                </a:solidFill>
                <a:latin typeface="Noto Sans SC"/>
                <a:ea typeface="Noto Sans SC"/>
                <a:cs typeface="Noto Sans SC"/>
              </a:defRPr>
            </a:lvl4pPr>
            <a:lvl5pPr algn="l">
              <a:defRPr sz="975" b="0">
                <a:solidFill>
                  <a:srgbClr val="53657A"/>
                </a:solidFill>
                <a:latin typeface="Noto Sans SC"/>
                <a:ea typeface="Noto Sans SC"/>
                <a:cs typeface="Noto Sans SC"/>
              </a:defRPr>
            </a:lvl5pPr>
            <a:lvl6pPr algn="l">
              <a:defRPr sz="975" b="0">
                <a:solidFill>
                  <a:srgbClr val="53657A"/>
                </a:solidFill>
                <a:latin typeface="Noto Sans SC"/>
                <a:ea typeface="Noto Sans SC"/>
                <a:cs typeface="Noto Sans SC"/>
              </a:defRPr>
            </a:lvl6pPr>
            <a:lvl7pPr algn="l">
              <a:defRPr sz="975" b="0">
                <a:solidFill>
                  <a:srgbClr val="53657A"/>
                </a:solidFill>
                <a:latin typeface="Noto Sans SC"/>
                <a:ea typeface="Noto Sans SC"/>
                <a:cs typeface="Noto Sans SC"/>
              </a:defRPr>
            </a:lvl7pPr>
            <a:lvl8pPr algn="l">
              <a:defRPr sz="975" b="0">
                <a:solidFill>
                  <a:srgbClr val="53657A"/>
                </a:solidFill>
                <a:latin typeface="Noto Sans SC"/>
                <a:ea typeface="Noto Sans SC"/>
                <a:cs typeface="Noto Sans SC"/>
              </a:defRPr>
            </a:lvl8pPr>
            <a:lvl9pPr algn="l">
              <a:defRPr sz="975" b="0">
                <a:solidFill>
                  <a:srgbClr val="53657A"/>
                </a:solidFill>
                <a:latin typeface="Noto Sans SC"/>
                <a:ea typeface="Noto Sans SC"/>
                <a:cs typeface="Noto Sans SC"/>
              </a:defRPr>
            </a:lvl9pPr>
          </a:lstStyle>
          <a:p xmlns:a="http://schemas.openxmlformats.org/drawingml/2006/main">
            <a:pPr algn="l">
              <a:defRPr sz="975" b="0">
                <a:solidFill>
                  <a:srgbClr val="53657A"/>
                </a:solidFill>
                <a:latin typeface="Noto Sans SC"/>
                <a:ea typeface="Noto Sans SC"/>
                <a:cs typeface="Noto Sans SC"/>
              </a:defRPr>
            </a:pPr>
            <a:r>
              <a:rPr sz="975" b="0">
                <a:solidFill>
                  <a:srgbClr val="53657A"/>
                </a:solidFill>
                <a:latin typeface="Noto Sans SC"/>
                <a:ea typeface="Noto Sans SC"/>
                <a:cs typeface="Noto Sans SC"/>
              </a:rPr>
              <a:t>参考 §8.2、§14.3；原需求与当前行为分列</a:t>
            </a:r>
          </a:p>
        </p:txBody>
      </p:sp>
      <p:sp>
        <p:nvSpPr>
          <p:cNvPr id="6" name="o5">
            <a:extLst xmlns:a="http://schemas.openxmlformats.org/drawingml/2006/main">
              <a:ext uri="{FF2B5EF4-FFF2-40B4-BE49-F238E27FC236}">
                <a16:creationId xmlns:a16="http://schemas.microsoft.com/office/drawing/2014/main" id="{485C967B-06E9-4297-BBBB-E5125F6419A9}"/>
              </a:ext>
            </a:extLst>
          </p:cNvPr>
          <p:cNvSpPr>
            <a:spLocks xmlns:a="http://schemas.openxmlformats.org/drawingml/2006/main" noGrp="1"/>
          </p:cNvSpPr>
          <p:nvPr/>
        </p:nvSpPr>
        <p:spPr>
          <a:xfrm xmlns:a="http://schemas.openxmlformats.org/drawingml/2006/main">
            <a:off x="10763250" y="6457950"/>
            <a:ext cx="819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3657A"/>
                </a:solidFill>
                <a:latin typeface="Noto Sans SC"/>
                <a:ea typeface="Noto Sans SC"/>
                <a:cs typeface="Noto Sans SC"/>
              </a:defRPr>
            </a:defPPr>
            <a:lvl1pPr algn="r">
              <a:defRPr sz="1200" b="0">
                <a:solidFill>
                  <a:srgbClr val="53657A"/>
                </a:solidFill>
                <a:latin typeface="Noto Sans SC"/>
                <a:ea typeface="Noto Sans SC"/>
                <a:cs typeface="Noto Sans SC"/>
              </a:defRPr>
            </a:lvl1pPr>
            <a:lvl2pPr algn="r">
              <a:defRPr sz="1200" b="0">
                <a:solidFill>
                  <a:srgbClr val="53657A"/>
                </a:solidFill>
                <a:latin typeface="Noto Sans SC"/>
                <a:ea typeface="Noto Sans SC"/>
                <a:cs typeface="Noto Sans SC"/>
              </a:defRPr>
            </a:lvl2pPr>
            <a:lvl3pPr algn="r">
              <a:defRPr sz="1200" b="0">
                <a:solidFill>
                  <a:srgbClr val="53657A"/>
                </a:solidFill>
                <a:latin typeface="Noto Sans SC"/>
                <a:ea typeface="Noto Sans SC"/>
                <a:cs typeface="Noto Sans SC"/>
              </a:defRPr>
            </a:lvl3pPr>
            <a:lvl4pPr algn="r">
              <a:defRPr sz="1200" b="0">
                <a:solidFill>
                  <a:srgbClr val="53657A"/>
                </a:solidFill>
                <a:latin typeface="Noto Sans SC"/>
                <a:ea typeface="Noto Sans SC"/>
                <a:cs typeface="Noto Sans SC"/>
              </a:defRPr>
            </a:lvl4pPr>
            <a:lvl5pPr algn="r">
              <a:defRPr sz="1200" b="0">
                <a:solidFill>
                  <a:srgbClr val="53657A"/>
                </a:solidFill>
                <a:latin typeface="Noto Sans SC"/>
                <a:ea typeface="Noto Sans SC"/>
                <a:cs typeface="Noto Sans SC"/>
              </a:defRPr>
            </a:lvl5pPr>
            <a:lvl6pPr algn="r">
              <a:defRPr sz="1200" b="0">
                <a:solidFill>
                  <a:srgbClr val="53657A"/>
                </a:solidFill>
                <a:latin typeface="Noto Sans SC"/>
                <a:ea typeface="Noto Sans SC"/>
                <a:cs typeface="Noto Sans SC"/>
              </a:defRPr>
            </a:lvl6pPr>
            <a:lvl7pPr algn="r">
              <a:defRPr sz="1200" b="0">
                <a:solidFill>
                  <a:srgbClr val="53657A"/>
                </a:solidFill>
                <a:latin typeface="Noto Sans SC"/>
                <a:ea typeface="Noto Sans SC"/>
                <a:cs typeface="Noto Sans SC"/>
              </a:defRPr>
            </a:lvl7pPr>
            <a:lvl8pPr algn="r">
              <a:defRPr sz="1200" b="0">
                <a:solidFill>
                  <a:srgbClr val="53657A"/>
                </a:solidFill>
                <a:latin typeface="Noto Sans SC"/>
                <a:ea typeface="Noto Sans SC"/>
                <a:cs typeface="Noto Sans SC"/>
              </a:defRPr>
            </a:lvl8pPr>
            <a:lvl9pPr algn="r">
              <a:defRPr sz="1200" b="0">
                <a:solidFill>
                  <a:srgbClr val="53657A"/>
                </a:solidFill>
                <a:latin typeface="Noto Sans SC"/>
                <a:ea typeface="Noto Sans SC"/>
                <a:cs typeface="Noto Sans SC"/>
              </a:defRPr>
            </a:lvl9pPr>
          </a:lstStyle>
          <a:p xmlns:a="http://schemas.openxmlformats.org/drawingml/2006/main">
            <a:pPr algn="r">
              <a:defRPr sz="1200" b="0">
                <a:solidFill>
                  <a:srgbClr val="53657A"/>
                </a:solidFill>
                <a:latin typeface="Noto Sans SC"/>
                <a:ea typeface="Noto Sans SC"/>
                <a:cs typeface="Noto Sans SC"/>
              </a:defRPr>
            </a:pPr>
            <a:r>
              <a:rPr sz="1200" b="0">
                <a:solidFill>
                  <a:srgbClr val="53657A"/>
                </a:solidFill>
                <a:latin typeface="Noto Sans SC"/>
                <a:ea typeface="Noto Sans SC"/>
                <a:cs typeface="Noto Sans SC"/>
              </a:rPr>
              <a:t>35 / 39</a:t>
            </a:r>
          </a:p>
        </p:txBody>
      </p:sp>
      <p:sp>
        <p:nvSpPr>
          <p:cNvPr id="7" name="o6">
            <a:extLst xmlns:a="http://schemas.openxmlformats.org/drawingml/2006/main">
              <a:ext uri="{FF2B5EF4-FFF2-40B4-BE49-F238E27FC236}">
                <a16:creationId xmlns:a16="http://schemas.microsoft.com/office/drawing/2014/main" id="{BA95BCD3-5F0C-4B10-A15C-74D9887D13E5}"/>
              </a:ext>
            </a:extLst>
          </p:cNvPr>
          <p:cNvSpPr>
            <a:spLocks xmlns:a="http://schemas.openxmlformats.org/drawingml/2006/main" noGrp="1"/>
          </p:cNvSpPr>
          <p:nvPr/>
        </p:nvSpPr>
        <p:spPr>
          <a:xfrm xmlns:a="http://schemas.openxmlformats.org/drawingml/2006/main">
            <a:off x="609600" y="1695450"/>
            <a:ext cx="1097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475" b="1">
                <a:solidFill>
                  <a:srgbClr val="0F6E73"/>
                </a:solidFill>
                <a:latin typeface="Noto Sans SC"/>
                <a:ea typeface="Noto Sans SC"/>
                <a:cs typeface="Noto Sans SC"/>
              </a:defRPr>
            </a:defPPr>
            <a:lvl1pPr algn="l">
              <a:defRPr sz="2475" b="1">
                <a:solidFill>
                  <a:srgbClr val="0F6E73"/>
                </a:solidFill>
                <a:latin typeface="Noto Sans SC"/>
                <a:ea typeface="Noto Sans SC"/>
                <a:cs typeface="Noto Sans SC"/>
              </a:defRPr>
            </a:lvl1pPr>
            <a:lvl2pPr algn="l">
              <a:defRPr sz="2475" b="1">
                <a:solidFill>
                  <a:srgbClr val="0F6E73"/>
                </a:solidFill>
                <a:latin typeface="Noto Sans SC"/>
                <a:ea typeface="Noto Sans SC"/>
                <a:cs typeface="Noto Sans SC"/>
              </a:defRPr>
            </a:lvl2pPr>
            <a:lvl3pPr algn="l">
              <a:defRPr sz="2475" b="1">
                <a:solidFill>
                  <a:srgbClr val="0F6E73"/>
                </a:solidFill>
                <a:latin typeface="Noto Sans SC"/>
                <a:ea typeface="Noto Sans SC"/>
                <a:cs typeface="Noto Sans SC"/>
              </a:defRPr>
            </a:lvl3pPr>
            <a:lvl4pPr algn="l">
              <a:defRPr sz="2475" b="1">
                <a:solidFill>
                  <a:srgbClr val="0F6E73"/>
                </a:solidFill>
                <a:latin typeface="Noto Sans SC"/>
                <a:ea typeface="Noto Sans SC"/>
                <a:cs typeface="Noto Sans SC"/>
              </a:defRPr>
            </a:lvl4pPr>
            <a:lvl5pPr algn="l">
              <a:defRPr sz="2475" b="1">
                <a:solidFill>
                  <a:srgbClr val="0F6E73"/>
                </a:solidFill>
                <a:latin typeface="Noto Sans SC"/>
                <a:ea typeface="Noto Sans SC"/>
                <a:cs typeface="Noto Sans SC"/>
              </a:defRPr>
            </a:lvl5pPr>
            <a:lvl6pPr algn="l">
              <a:defRPr sz="2475" b="1">
                <a:solidFill>
                  <a:srgbClr val="0F6E73"/>
                </a:solidFill>
                <a:latin typeface="Noto Sans SC"/>
                <a:ea typeface="Noto Sans SC"/>
                <a:cs typeface="Noto Sans SC"/>
              </a:defRPr>
            </a:lvl6pPr>
            <a:lvl7pPr algn="l">
              <a:defRPr sz="2475" b="1">
                <a:solidFill>
                  <a:srgbClr val="0F6E73"/>
                </a:solidFill>
                <a:latin typeface="Noto Sans SC"/>
                <a:ea typeface="Noto Sans SC"/>
                <a:cs typeface="Noto Sans SC"/>
              </a:defRPr>
            </a:lvl7pPr>
            <a:lvl8pPr algn="l">
              <a:defRPr sz="2475" b="1">
                <a:solidFill>
                  <a:srgbClr val="0F6E73"/>
                </a:solidFill>
                <a:latin typeface="Noto Sans SC"/>
                <a:ea typeface="Noto Sans SC"/>
                <a:cs typeface="Noto Sans SC"/>
              </a:defRPr>
            </a:lvl8pPr>
            <a:lvl9pPr algn="l">
              <a:defRPr sz="2475" b="1">
                <a:solidFill>
                  <a:srgbClr val="0F6E73"/>
                </a:solidFill>
                <a:latin typeface="Noto Sans SC"/>
                <a:ea typeface="Noto Sans SC"/>
                <a:cs typeface="Noto Sans SC"/>
              </a:defRPr>
            </a:lvl9pPr>
          </a:lstStyle>
          <a:p xmlns:a="http://schemas.openxmlformats.org/drawingml/2006/main">
            <a:pPr algn="l">
              <a:defRPr sz="2475" b="1">
                <a:solidFill>
                  <a:srgbClr val="0F6E73"/>
                </a:solidFill>
                <a:latin typeface="Noto Sans SC"/>
                <a:ea typeface="Noto Sans SC"/>
                <a:cs typeface="Noto Sans SC"/>
              </a:defRPr>
            </a:pPr>
            <a:r>
              <a:rPr sz="2475" b="1">
                <a:solidFill>
                  <a:srgbClr val="0F6E73"/>
                </a:solidFill>
                <a:latin typeface="Noto Sans SC"/>
                <a:ea typeface="Noto Sans SC"/>
                <a:cs typeface="Noto Sans SC"/>
              </a:rPr>
              <a:t>30项目录 ≠ 30项已经实现</a:t>
            </a:r>
          </a:p>
        </p:txBody>
      </p:sp>
      <p:sp>
        <p:nvSpPr>
          <p:cNvPr id="8" name="o7">
            <a:extLst xmlns:a="http://schemas.openxmlformats.org/drawingml/2006/main">
              <a:ext uri="{FF2B5EF4-FFF2-40B4-BE49-F238E27FC236}">
                <a16:creationId xmlns:a16="http://schemas.microsoft.com/office/drawing/2014/main" id="{AD47313F-2DF4-4231-AADB-E57C2F044EFD}"/>
              </a:ext>
            </a:extLst>
          </p:cNvPr>
          <p:cNvSpPr>
            <a:spLocks xmlns:a="http://schemas.openxmlformats.org/drawingml/2006/main" noGrp="1"/>
          </p:cNvSpPr>
          <p:nvPr/>
        </p:nvSpPr>
        <p:spPr>
          <a:xfrm xmlns:a="http://schemas.openxmlformats.org/drawingml/2006/main">
            <a:off x="609600" y="222885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0">
                <a:solidFill>
                  <a:srgbClr val="53657A"/>
                </a:solidFill>
                <a:latin typeface="Noto Sans SC"/>
                <a:ea typeface="Noto Sans SC"/>
                <a:cs typeface="Noto Sans SC"/>
              </a:defRPr>
            </a:defPPr>
            <a:lvl1pPr algn="l">
              <a:defRPr sz="1500" b="0">
                <a:solidFill>
                  <a:srgbClr val="53657A"/>
                </a:solidFill>
                <a:latin typeface="Noto Sans SC"/>
                <a:ea typeface="Noto Sans SC"/>
                <a:cs typeface="Noto Sans SC"/>
              </a:defRPr>
            </a:lvl1pPr>
            <a:lvl2pPr algn="l">
              <a:defRPr sz="1500" b="0">
                <a:solidFill>
                  <a:srgbClr val="53657A"/>
                </a:solidFill>
                <a:latin typeface="Noto Sans SC"/>
                <a:ea typeface="Noto Sans SC"/>
                <a:cs typeface="Noto Sans SC"/>
              </a:defRPr>
            </a:lvl2pPr>
            <a:lvl3pPr algn="l">
              <a:defRPr sz="1500" b="0">
                <a:solidFill>
                  <a:srgbClr val="53657A"/>
                </a:solidFill>
                <a:latin typeface="Noto Sans SC"/>
                <a:ea typeface="Noto Sans SC"/>
                <a:cs typeface="Noto Sans SC"/>
              </a:defRPr>
            </a:lvl3pPr>
            <a:lvl4pPr algn="l">
              <a:defRPr sz="1500" b="0">
                <a:solidFill>
                  <a:srgbClr val="53657A"/>
                </a:solidFill>
                <a:latin typeface="Noto Sans SC"/>
                <a:ea typeface="Noto Sans SC"/>
                <a:cs typeface="Noto Sans SC"/>
              </a:defRPr>
            </a:lvl4pPr>
            <a:lvl5pPr algn="l">
              <a:defRPr sz="1500" b="0">
                <a:solidFill>
                  <a:srgbClr val="53657A"/>
                </a:solidFill>
                <a:latin typeface="Noto Sans SC"/>
                <a:ea typeface="Noto Sans SC"/>
                <a:cs typeface="Noto Sans SC"/>
              </a:defRPr>
            </a:lvl5pPr>
            <a:lvl6pPr algn="l">
              <a:defRPr sz="1500" b="0">
                <a:solidFill>
                  <a:srgbClr val="53657A"/>
                </a:solidFill>
                <a:latin typeface="Noto Sans SC"/>
                <a:ea typeface="Noto Sans SC"/>
                <a:cs typeface="Noto Sans SC"/>
              </a:defRPr>
            </a:lvl6pPr>
            <a:lvl7pPr algn="l">
              <a:defRPr sz="1500" b="0">
                <a:solidFill>
                  <a:srgbClr val="53657A"/>
                </a:solidFill>
                <a:latin typeface="Noto Sans SC"/>
                <a:ea typeface="Noto Sans SC"/>
                <a:cs typeface="Noto Sans SC"/>
              </a:defRPr>
            </a:lvl7pPr>
            <a:lvl8pPr algn="l">
              <a:defRPr sz="1500" b="0">
                <a:solidFill>
                  <a:srgbClr val="53657A"/>
                </a:solidFill>
                <a:latin typeface="Noto Sans SC"/>
                <a:ea typeface="Noto Sans SC"/>
                <a:cs typeface="Noto Sans SC"/>
              </a:defRPr>
            </a:lvl8pPr>
            <a:lvl9pPr algn="l">
              <a:defRPr sz="1500" b="0">
                <a:solidFill>
                  <a:srgbClr val="53657A"/>
                </a:solidFill>
                <a:latin typeface="Noto Sans SC"/>
                <a:ea typeface="Noto Sans SC"/>
                <a:cs typeface="Noto Sans SC"/>
              </a:defRPr>
            </a:lvl9pPr>
          </a:lstStyle>
          <a:p xmlns:a="http://schemas.openxmlformats.org/drawingml/2006/main">
            <a:pPr algn="l">
              <a:defRPr sz="1500" b="0">
                <a:solidFill>
                  <a:srgbClr val="53657A"/>
                </a:solidFill>
                <a:latin typeface="Noto Sans SC"/>
                <a:ea typeface="Noto Sans SC"/>
                <a:cs typeface="Noto Sans SC"/>
              </a:defRPr>
            </a:pPr>
            <a:r>
              <a:rPr sz="1500" b="0">
                <a:solidFill>
                  <a:srgbClr val="53657A"/>
                </a:solidFill>
                <a:latin typeface="Noto Sans SC"/>
                <a:ea typeface="Noto Sans SC"/>
                <a:cs typeface="Noto Sans SC"/>
              </a:rPr>
              <a:t>启用：01、02、03、05、08、10、11、12、13、14、15、17、18、21、22、24、26、29、30</a:t>
            </a:r>
          </a:p>
        </p:txBody>
      </p:sp>
      <p:sp>
        <p:nvSpPr>
          <p:cNvPr id="9" name="line-6">
            <a:extLst xmlns:a="http://schemas.openxmlformats.org/drawingml/2006/main">
              <a:ext uri="{FF2B5EF4-FFF2-40B4-BE49-F238E27FC236}">
                <a16:creationId xmlns:a16="http://schemas.microsoft.com/office/drawing/2014/main" id="{88ADC4C7-C0B0-4963-9CE4-FFF6BB43DFED}"/>
              </a:ext>
            </a:extLst>
          </p:cNvPr>
          <p:cNvSpPr>
            <a:spLocks xmlns:a="http://schemas.openxmlformats.org/drawingml/2006/main" noGrp="1"/>
          </p:cNvSpPr>
          <p:nvPr/>
        </p:nvSpPr>
        <p:spPr>
          <a:xfrm xmlns:a="http://schemas.openxmlformats.org/drawingml/2006/main" flipV="0">
            <a:off x="609600" y="5867400"/>
            <a:ext cx="10972800" cy="953"/>
          </a:xfrm>
          <a:prstGeom xmlns:a="http://schemas.openxmlformats.org/drawingml/2006/main" prst="line">
            <a:avLst/>
          </a:prstGeom>
          <a:noFill xmlns:a="http://schemas.openxmlformats.org/drawingml/2006/main"/>
          <a:ln xmlns:a="http://schemas.openxmlformats.org/drawingml/2006/main" w="9525">
            <a:solidFill>
              <a:srgbClr val="CCD6E3"/>
            </a:solidFill>
            <a:prstDash val="solid"/>
          </a:ln>
        </p:spPr>
      </p:sp>
      <p:sp>
        <p:nvSpPr>
          <p:cNvPr id="10" name="o9">
            <a:extLst xmlns:a="http://schemas.openxmlformats.org/drawingml/2006/main">
              <a:ext uri="{FF2B5EF4-FFF2-40B4-BE49-F238E27FC236}">
                <a16:creationId xmlns:a16="http://schemas.microsoft.com/office/drawing/2014/main" id="{D76C05B6-2D0B-4692-A3D1-D4D170C44D52}"/>
              </a:ext>
            </a:extLst>
          </p:cNvPr>
          <p:cNvSpPr>
            <a:spLocks xmlns:a="http://schemas.openxmlformats.org/drawingml/2006/main" noGrp="1"/>
          </p:cNvSpPr>
          <p:nvPr/>
        </p:nvSpPr>
        <p:spPr>
          <a:xfrm xmlns:a="http://schemas.openxmlformats.org/drawingml/2006/main">
            <a:off x="609600" y="5953125"/>
            <a:ext cx="109728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0F6E73"/>
                </a:solidFill>
                <a:latin typeface="Noto Sans SC"/>
                <a:ea typeface="Noto Sans SC"/>
                <a:cs typeface="Noto Sans SC"/>
              </a:defRPr>
            </a:defPPr>
            <a:lvl1pPr algn="l">
              <a:defRPr sz="1725" b="0">
                <a:solidFill>
                  <a:srgbClr val="0F6E73"/>
                </a:solidFill>
                <a:latin typeface="Noto Sans SC"/>
                <a:ea typeface="Noto Sans SC"/>
                <a:cs typeface="Noto Sans SC"/>
              </a:defRPr>
            </a:lvl1pPr>
            <a:lvl2pPr algn="l">
              <a:defRPr sz="1725" b="0">
                <a:solidFill>
                  <a:srgbClr val="0F6E73"/>
                </a:solidFill>
                <a:latin typeface="Noto Sans SC"/>
                <a:ea typeface="Noto Sans SC"/>
                <a:cs typeface="Noto Sans SC"/>
              </a:defRPr>
            </a:lvl2pPr>
            <a:lvl3pPr algn="l">
              <a:defRPr sz="1725" b="0">
                <a:solidFill>
                  <a:srgbClr val="0F6E73"/>
                </a:solidFill>
                <a:latin typeface="Noto Sans SC"/>
                <a:ea typeface="Noto Sans SC"/>
                <a:cs typeface="Noto Sans SC"/>
              </a:defRPr>
            </a:lvl3pPr>
            <a:lvl4pPr algn="l">
              <a:defRPr sz="1725" b="0">
                <a:solidFill>
                  <a:srgbClr val="0F6E73"/>
                </a:solidFill>
                <a:latin typeface="Noto Sans SC"/>
                <a:ea typeface="Noto Sans SC"/>
                <a:cs typeface="Noto Sans SC"/>
              </a:defRPr>
            </a:lvl4pPr>
            <a:lvl5pPr algn="l">
              <a:defRPr sz="1725" b="0">
                <a:solidFill>
                  <a:srgbClr val="0F6E73"/>
                </a:solidFill>
                <a:latin typeface="Noto Sans SC"/>
                <a:ea typeface="Noto Sans SC"/>
                <a:cs typeface="Noto Sans SC"/>
              </a:defRPr>
            </a:lvl5pPr>
            <a:lvl6pPr algn="l">
              <a:defRPr sz="1725" b="0">
                <a:solidFill>
                  <a:srgbClr val="0F6E73"/>
                </a:solidFill>
                <a:latin typeface="Noto Sans SC"/>
                <a:ea typeface="Noto Sans SC"/>
                <a:cs typeface="Noto Sans SC"/>
              </a:defRPr>
            </a:lvl6pPr>
            <a:lvl7pPr algn="l">
              <a:defRPr sz="1725" b="0">
                <a:solidFill>
                  <a:srgbClr val="0F6E73"/>
                </a:solidFill>
                <a:latin typeface="Noto Sans SC"/>
                <a:ea typeface="Noto Sans SC"/>
                <a:cs typeface="Noto Sans SC"/>
              </a:defRPr>
            </a:lvl7pPr>
            <a:lvl8pPr algn="l">
              <a:defRPr sz="1725" b="0">
                <a:solidFill>
                  <a:srgbClr val="0F6E73"/>
                </a:solidFill>
                <a:latin typeface="Noto Sans SC"/>
                <a:ea typeface="Noto Sans SC"/>
                <a:cs typeface="Noto Sans SC"/>
              </a:defRPr>
            </a:lvl8pPr>
            <a:lvl9pPr algn="l">
              <a:defRPr sz="1725" b="0">
                <a:solidFill>
                  <a:srgbClr val="0F6E73"/>
                </a:solidFill>
                <a:latin typeface="Noto Sans SC"/>
                <a:ea typeface="Noto Sans SC"/>
                <a:cs typeface="Noto Sans SC"/>
              </a:defRPr>
            </a:lvl9pPr>
          </a:lstStyle>
          <a:p xmlns:a="http://schemas.openxmlformats.org/drawingml/2006/main">
            <a:pPr algn="l">
              <a:defRPr sz="1725" b="0">
                <a:solidFill>
                  <a:srgbClr val="0F6E73"/>
                </a:solidFill>
                <a:latin typeface="Noto Sans SC"/>
                <a:ea typeface="Noto Sans SC"/>
                <a:cs typeface="Noto Sans SC"/>
              </a:defRPr>
            </a:pPr>
            <a:r>
              <a:rPr sz="1725" b="0">
                <a:solidFill>
                  <a:srgbClr val="0F6E73"/>
                </a:solidFill>
                <a:latin typeface="Noto Sans SC"/>
                <a:ea typeface="Noto Sans SC"/>
                <a:cs typeface="Noto Sans SC"/>
              </a:rPr>
              <a:t>保留原始定义，追加实际行为；目录名称不等于真实动机已被证实。</a:t>
            </a:r>
          </a:p>
        </p:txBody>
      </p:sp>
      <p:graphicFrame xmlns:a="http://schemas.openxmlformats.org/drawingml/2006/main" xmlns:m="http://schemas.openxmlformats.org/officeDocument/2006/math" xmlns:w="http://schemas.openxmlformats.org/wordprocessingml/2006/main" xmlns:a14="http://schemas.microsoft.com/office/drawing/2010/main" xmlns:r="http://schemas.openxmlformats.org/officeDocument/2006/relationships" xmlns:rel="http://schemas.openxmlformats.org/package/2006/relationships" xmlns:ct="http://schemas.openxmlformats.org/package/2006/content-types">
        <p:nvGraphicFramePr>
          <p:cNvPr id="7001" name="Table 11"/>
          <p:cNvGraphicFramePr>
            <a:graphicFrameLocks noGrp="1"/>
          </p:cNvGraphicFramePr>
          <p:nvPr/>
        </p:nvGraphicFramePr>
        <p:xfrm>
          <a:off x="609600" y="2628900"/>
          <a:ext cx="10972800" cy="2714625"/>
        </p:xfrm>
        <a:graphic>
          <a:graphicData uri="http://schemas.openxmlformats.org/drawingml/2006/table">
            <a:tbl>
              <a:tblPr firstRow="1" bandRow="1">
                <a:tableStyleId>{5C22544A-7EE6-4342-B048-85BDC9FD1C3A}</a:tableStyleId>
              </a:tblPr>
              <a:tblGrid>
                <a:gridCol w="2194560">
                  <a:extLst>
                    <a:ext uri="{9D8B030D-6E8A-4147-A177-3AD203B41FA5}">
                      <ns0:colId xmlns:ns0="http://schemas.microsoft.com/office/drawing/2014/main" val="20000"/>
                    </a:ext>
                  </a:extLst>
                </a:gridCol>
                <a:gridCol w="3072384">
                  <a:extLst>
                    <a:ext uri="{9D8B030D-6E8A-4147-A177-3AD203B41FA5}">
                      <ns0:colId xmlns:ns0="http://schemas.microsoft.com/office/drawing/2014/main" val="20001"/>
                    </a:ext>
                  </a:extLst>
                </a:gridCol>
                <a:gridCol w="5705856">
                  <a:extLst>
                    <a:ext uri="{9D8B030D-6E8A-4147-A177-3AD203B41FA5}">
                      <ns0:colId xmlns:ns0="http://schemas.microsoft.com/office/drawing/2014/main" val="20002"/>
                    </a:ext>
                  </a:extLst>
                </a:gridCol>
              </a:tblGrid>
              <a:tr h="542925">
                <a:tc>
                  <a:txBody>
                    <a:bodyPr/>
                    <a:lstStyle/>
                    <a:p>
                      <a:pPr>
                        <a:lnSpc>
                          <a:spcPct val="100000"/>
                        </a:lnSpc>
                        <a:spcBef>
                          <a:spcPts val="0"/>
                        </a:spcBef>
                        <a:spcAft>
                          <a:spcPts val="0"/>
                        </a:spcAft>
                        <a:defRPr sz="2000" b="1">
                          <a:solidFill>
                            <a:srgbClr val="1E293B"/>
                          </a:solidFill>
                          <a:latin typeface="Noto Sans SC"/>
                          <a:ea typeface="Noto Sans SC"/>
                          <a:cs typeface="Noto Sans SC"/>
                        </a:defRPr>
                      </a:pPr>
                      <a:r>
                        <a:rPr sz="2000">
                          <a:latin typeface="Noto Sans SC"/>
                          <a:ea typeface="Noto Sans SC"/>
                          <a:cs typeface="Noto Sans SC"/>
                        </a:rPr>
                        <a:t>差异条目</a:t>
                      </a:r>
                    </a:p>
                  </a:txBody>
                  <a:tcPr marL="114300" marR="88900" marT="38100" marB="38100">
                    <a:solidFill>
                      <a:srgbClr val="DFE8F1"/>
                    </a:solidFill>
                  </a:tcPr>
                </a:tc>
                <a:tc>
                  <a:txBody>
                    <a:bodyPr/>
                    <a:lstStyle/>
                    <a:p>
                      <a:pPr>
                        <a:lnSpc>
                          <a:spcPct val="100000"/>
                        </a:lnSpc>
                        <a:spcBef>
                          <a:spcPts val="0"/>
                        </a:spcBef>
                        <a:spcAft>
                          <a:spcPts val="0"/>
                        </a:spcAft>
                        <a:defRPr sz="2000" b="1">
                          <a:solidFill>
                            <a:srgbClr val="1E293B"/>
                          </a:solidFill>
                          <a:latin typeface="Noto Sans SC"/>
                          <a:ea typeface="Noto Sans SC"/>
                          <a:cs typeface="Noto Sans SC"/>
                        </a:defRPr>
                      </a:pPr>
                      <a:r>
                        <a:rPr sz="2000">
                          <a:latin typeface="Noto Sans SC"/>
                          <a:ea typeface="Noto Sans SC"/>
                          <a:cs typeface="Noto Sans SC"/>
                        </a:rPr>
                        <a:t>原始定义</a:t>
                      </a:r>
                    </a:p>
                  </a:txBody>
                  <a:tcPr marL="114300" marR="88900" marT="38100" marB="38100">
                    <a:solidFill>
                      <a:srgbClr val="DFE8F1"/>
                    </a:solidFill>
                  </a:tcPr>
                </a:tc>
                <a:tc>
                  <a:txBody>
                    <a:bodyPr/>
                    <a:lstStyle/>
                    <a:p>
                      <a:pPr>
                        <a:lnSpc>
                          <a:spcPct val="100000"/>
                        </a:lnSpc>
                        <a:spcBef>
                          <a:spcPts val="0"/>
                        </a:spcBef>
                        <a:spcAft>
                          <a:spcPts val="0"/>
                        </a:spcAft>
                        <a:defRPr sz="2000" b="1">
                          <a:solidFill>
                            <a:srgbClr val="1E293B"/>
                          </a:solidFill>
                          <a:latin typeface="Noto Sans SC"/>
                          <a:ea typeface="Noto Sans SC"/>
                          <a:cs typeface="Noto Sans SC"/>
                        </a:defRPr>
                      </a:pPr>
                      <a:r>
                        <a:rPr sz="2000">
                          <a:latin typeface="Noto Sans SC"/>
                          <a:ea typeface="Noto Sans SC"/>
                          <a:cs typeface="Noto Sans SC"/>
                        </a:rPr>
                        <a:t>当前实际行为</a:t>
                      </a:r>
                    </a:p>
                  </a:txBody>
                  <a:tcPr marL="114300" marR="88900" marT="38100" marB="38100">
                    <a:solidFill>
                      <a:srgbClr val="DFE8F1"/>
                    </a:solidFill>
                  </a:tcPr>
                </a:tc>
                <a:extLst>
                  <a:ext uri="{0D108BD9-81ED-4DB2-BD59-A6C34878D82A}">
                    <ns0:rowId xmlns:ns0="http://schemas.microsoft.com/office/drawing/2014/main" val="10000"/>
                  </a:ext>
                </a:extLst>
              </a:tr>
              <a:tr h="542925">
                <a:tc>
                  <a:txBody>
                    <a:bodyPr/>
                    <a:lstStyle/>
                    <a:p>
                      <a:pPr>
                        <a:lnSpc>
                          <a:spcPct val="100000"/>
                        </a:lnSpc>
                        <a:spcBef>
                          <a:spcPts val="0"/>
                        </a:spcBef>
                        <a:spcAft>
                          <a:spcPts val="0"/>
                        </a:spcAft>
                        <a:defRPr sz="2000" b="0">
                          <a:solidFill>
                            <a:srgbClr val="1E293B"/>
                          </a:solidFill>
                          <a:latin typeface="Noto Sans SC"/>
                          <a:ea typeface="Noto Sans SC"/>
                          <a:cs typeface="Noto Sans SC"/>
                        </a:defRPr>
                      </a:pPr>
                      <a:r>
                        <a:rPr sz="2000">
                          <a:latin typeface="Noto Sans SC"/>
                          <a:ea typeface="Noto Sans SC"/>
                          <a:cs typeface="Noto Sans SC"/>
                        </a:rPr>
                        <a:t>悬停时间</a:t>
                      </a:r>
                    </a:p>
                  </a:txBody>
                  <a:tcPr marL="114300" marR="88900" marT="38100" marB="38100">
                    <a:solidFill>
                      <a:srgbClr val="FFFFFF"/>
                    </a:solidFill>
                  </a:tcPr>
                </a:tc>
                <a:tc>
                  <a:txBody>
                    <a:bodyPr/>
                    <a:lstStyle/>
                    <a:p>
                      <a:pPr>
                        <a:lnSpc>
                          <a:spcPct val="100000"/>
                        </a:lnSpc>
                        <a:spcBef>
                          <a:spcPts val="0"/>
                        </a:spcBef>
                        <a:spcAft>
                          <a:spcPts val="0"/>
                        </a:spcAft>
                        <a:defRPr sz="2000" b="0">
                          <a:solidFill>
                            <a:srgbClr val="1E293B"/>
                          </a:solidFill>
                          <a:latin typeface="Noto Sans SC"/>
                          <a:ea typeface="Noto Sans SC"/>
                          <a:cs typeface="Noto Sans SC"/>
                        </a:defRPr>
                      </a:pPr>
                      <a:r>
                        <a:rPr sz="2000">
                          <a:latin typeface="Noto Sans SC"/>
                          <a:ea typeface="Noto Sans SC"/>
                          <a:cs typeface="Noto Sans SC"/>
                        </a:rPr>
                        <a:t>旧表各自阈值</a:t>
                      </a:r>
                    </a:p>
                  </a:txBody>
                  <a:tcPr marL="114300" marR="88900" marT="38100" marB="38100">
                    <a:solidFill>
                      <a:srgbClr val="FFFFFF"/>
                    </a:solidFill>
                  </a:tcPr>
                </a:tc>
                <a:tc>
                  <a:txBody>
                    <a:bodyPr/>
                    <a:lstStyle/>
                    <a:p>
                      <a:pPr>
                        <a:lnSpc>
                          <a:spcPct val="100000"/>
                        </a:lnSpc>
                        <a:spcBef>
                          <a:spcPts val="0"/>
                        </a:spcBef>
                        <a:spcAft>
                          <a:spcPts val="0"/>
                        </a:spcAft>
                        <a:defRPr sz="2000" b="0">
                          <a:solidFill>
                            <a:srgbClr val="1E293B"/>
                          </a:solidFill>
                          <a:latin typeface="Noto Sans SC"/>
                          <a:ea typeface="Noto Sans SC"/>
                          <a:cs typeface="Noto Sans SC"/>
                        </a:defRPr>
                      </a:pPr>
                      <a:r>
                        <a:rPr sz="2000">
                          <a:latin typeface="Noto Sans SC"/>
                          <a:ea typeface="Noto Sans SC"/>
                          <a:cs typeface="Noto Sans SC"/>
                        </a:rPr>
                        <a:t>I-05／10／15统一10秒</a:t>
                      </a:r>
                    </a:p>
                  </a:txBody>
                  <a:tcPr marL="114300" marR="88900" marT="38100" marB="38100">
                    <a:solidFill>
                      <a:srgbClr val="FFFFFF"/>
                    </a:solidFill>
                  </a:tcPr>
                </a:tc>
                <a:extLst>
                  <a:ext uri="{0D108BD9-81ED-4DB2-BD59-A6C34878D82A}">
                    <ns0:rowId xmlns:ns0="http://schemas.microsoft.com/office/drawing/2014/main" val="10001"/>
                  </a:ext>
                </a:extLst>
              </a:tr>
              <a:tr h="542925">
                <a:tc>
                  <a:txBody>
                    <a:bodyPr/>
                    <a:lstStyle/>
                    <a:p>
                      <a:pPr>
                        <a:lnSpc>
                          <a:spcPct val="100000"/>
                        </a:lnSpc>
                        <a:spcBef>
                          <a:spcPts val="0"/>
                        </a:spcBef>
                        <a:spcAft>
                          <a:spcPts val="0"/>
                        </a:spcAft>
                        <a:defRPr sz="2000" b="0">
                          <a:solidFill>
                            <a:srgbClr val="1E293B"/>
                          </a:solidFill>
                          <a:latin typeface="Noto Sans SC"/>
                          <a:ea typeface="Noto Sans SC"/>
                          <a:cs typeface="Noto Sans SC"/>
                        </a:defRPr>
                      </a:pPr>
                      <a:r>
                        <a:rPr sz="2000">
                          <a:latin typeface="Noto Sans SC"/>
                          <a:ea typeface="Noto Sans SC"/>
                          <a:cs typeface="Noto Sans SC"/>
                        </a:rPr>
                        <a:t>I-28</a:t>
                      </a:r>
                    </a:p>
                  </a:txBody>
                  <a:tcPr marL="114300" marR="88900" marT="38100" marB="38100">
                    <a:solidFill>
                      <a:srgbClr val="F4F7FA"/>
                    </a:solidFill>
                  </a:tcPr>
                </a:tc>
                <a:tc>
                  <a:txBody>
                    <a:bodyPr/>
                    <a:lstStyle/>
                    <a:p>
                      <a:pPr>
                        <a:lnSpc>
                          <a:spcPct val="100000"/>
                        </a:lnSpc>
                        <a:spcBef>
                          <a:spcPts val="0"/>
                        </a:spcBef>
                        <a:spcAft>
                          <a:spcPts val="0"/>
                        </a:spcAft>
                        <a:defRPr sz="2000" b="0">
                          <a:solidFill>
                            <a:srgbClr val="1E293B"/>
                          </a:solidFill>
                          <a:latin typeface="Noto Sans SC"/>
                          <a:ea typeface="Noto Sans SC"/>
                          <a:cs typeface="Noto Sans SC"/>
                        </a:defRPr>
                      </a:pPr>
                      <a:r>
                        <a:rPr sz="2000">
                          <a:latin typeface="Noto Sans SC"/>
                          <a:ea typeface="Noto Sans SC"/>
                          <a:cs typeface="Noto Sans SC"/>
                        </a:rPr>
                        <a:t>目录兜底意图</a:t>
                      </a:r>
                    </a:p>
                  </a:txBody>
                  <a:tcPr marL="114300" marR="88900" marT="38100" marB="38100">
                    <a:solidFill>
                      <a:srgbClr val="F4F7FA"/>
                    </a:solidFill>
                  </a:tcPr>
                </a:tc>
                <a:tc>
                  <a:txBody>
                    <a:bodyPr/>
                    <a:lstStyle/>
                    <a:p>
                      <a:pPr>
                        <a:lnSpc>
                          <a:spcPct val="100000"/>
                        </a:lnSpc>
                        <a:spcBef>
                          <a:spcPts val="0"/>
                        </a:spcBef>
                        <a:spcAft>
                          <a:spcPts val="0"/>
                        </a:spcAft>
                        <a:defRPr sz="2000" b="0">
                          <a:solidFill>
                            <a:srgbClr val="1E293B"/>
                          </a:solidFill>
                          <a:latin typeface="Noto Sans SC"/>
                          <a:ea typeface="Noto Sans SC"/>
                          <a:cs typeface="Noto Sans SC"/>
                        </a:defRPr>
                      </a:pPr>
                      <a:r>
                        <a:rPr sz="2000">
                          <a:latin typeface="Noto Sans SC"/>
                          <a:ea typeface="Noto Sans SC"/>
                          <a:cs typeface="Noto Sans SC"/>
                        </a:rPr>
                        <a:t>禁用；无候选时空意图并复核</a:t>
                      </a:r>
                    </a:p>
                  </a:txBody>
                  <a:tcPr marL="114300" marR="88900" marT="38100" marB="38100">
                    <a:solidFill>
                      <a:srgbClr val="F4F7FA"/>
                    </a:solidFill>
                  </a:tcPr>
                </a:tc>
                <a:extLst>
                  <a:ext uri="{0D108BD9-81ED-4DB2-BD59-A6C34878D82A}">
                    <ns0:rowId xmlns:ns0="http://schemas.microsoft.com/office/drawing/2014/main" val="10002"/>
                  </a:ext>
                </a:extLst>
              </a:tr>
              <a:tr h="542925">
                <a:tc>
                  <a:txBody>
                    <a:bodyPr/>
                    <a:lstStyle/>
                    <a:p>
                      <a:pPr>
                        <a:lnSpc>
                          <a:spcPct val="100000"/>
                        </a:lnSpc>
                        <a:spcBef>
                          <a:spcPts val="0"/>
                        </a:spcBef>
                        <a:spcAft>
                          <a:spcPts val="0"/>
                        </a:spcAft>
                        <a:defRPr sz="2000" b="0">
                          <a:solidFill>
                            <a:srgbClr val="1E293B"/>
                          </a:solidFill>
                          <a:latin typeface="Noto Sans SC"/>
                          <a:ea typeface="Noto Sans SC"/>
                          <a:cs typeface="Noto Sans SC"/>
                        </a:defRPr>
                      </a:pPr>
                      <a:r>
                        <a:rPr sz="2000">
                          <a:latin typeface="Noto Sans SC"/>
                          <a:ea typeface="Noto Sans SC"/>
                          <a:cs typeface="Noto Sans SC"/>
                        </a:rPr>
                        <a:t>飞手偏置</a:t>
                      </a:r>
                    </a:p>
                  </a:txBody>
                  <a:tcPr marL="114300" marR="88900" marT="38100" marB="38100">
                    <a:solidFill>
                      <a:srgbClr val="FFFFFF"/>
                    </a:solidFill>
                  </a:tcPr>
                </a:tc>
                <a:tc>
                  <a:txBody>
                    <a:bodyPr/>
                    <a:lstStyle/>
                    <a:p>
                      <a:pPr>
                        <a:lnSpc>
                          <a:spcPct val="100000"/>
                        </a:lnSpc>
                        <a:spcBef>
                          <a:spcPts val="0"/>
                        </a:spcBef>
                        <a:spcAft>
                          <a:spcPts val="0"/>
                        </a:spcAft>
                        <a:defRPr sz="2000" b="0">
                          <a:solidFill>
                            <a:srgbClr val="1E293B"/>
                          </a:solidFill>
                          <a:latin typeface="Noto Sans SC"/>
                          <a:ea typeface="Noto Sans SC"/>
                          <a:cs typeface="Noto Sans SC"/>
                        </a:defRPr>
                      </a:pPr>
                      <a:r>
                        <a:rPr sz="2000">
                          <a:latin typeface="Noto Sans SC"/>
                          <a:ea typeface="Noto Sans SC"/>
                          <a:cs typeface="Noto Sans SC"/>
                        </a:rPr>
                        <a:t>负3</a:t>
                      </a:r>
                    </a:p>
                  </a:txBody>
                  <a:tcPr marL="114300" marR="88900" marT="38100" marB="38100">
                    <a:solidFill>
                      <a:srgbClr val="FFFFFF"/>
                    </a:solidFill>
                  </a:tcPr>
                </a:tc>
                <a:tc>
                  <a:txBody>
                    <a:bodyPr/>
                    <a:lstStyle/>
                    <a:p>
                      <a:pPr>
                        <a:lnSpc>
                          <a:spcPct val="100000"/>
                        </a:lnSpc>
                        <a:spcBef>
                          <a:spcPts val="0"/>
                        </a:spcBef>
                        <a:spcAft>
                          <a:spcPts val="0"/>
                        </a:spcAft>
                        <a:defRPr sz="2000" b="0">
                          <a:solidFill>
                            <a:srgbClr val="1E293B"/>
                          </a:solidFill>
                          <a:latin typeface="Noto Sans SC"/>
                          <a:ea typeface="Noto Sans SC"/>
                          <a:cs typeface="Noto Sans SC"/>
                        </a:defRPr>
                      </a:pPr>
                      <a:r>
                        <a:rPr sz="2000">
                          <a:latin typeface="Noto Sans SC"/>
                          <a:ea typeface="Noto Sans SC"/>
                          <a:cs typeface="Noto Sans SC"/>
                        </a:rPr>
                        <a:t>全部low为−4；任一high为＋5</a:t>
                      </a:r>
                    </a:p>
                  </a:txBody>
                  <a:tcPr marL="114300" marR="88900" marT="38100" marB="38100">
                    <a:solidFill>
                      <a:srgbClr val="FFFFFF"/>
                    </a:solidFill>
                  </a:tcPr>
                </a:tc>
                <a:extLst>
                  <a:ext uri="{0D108BD9-81ED-4DB2-BD59-A6C34878D82A}">
                    <ns0:rowId xmlns:ns0="http://schemas.microsoft.com/office/drawing/2014/main" val="10003"/>
                  </a:ext>
                </a:extLst>
              </a:tr>
              <a:tr h="542925">
                <a:tc>
                  <a:txBody>
                    <a:bodyPr/>
                    <a:lstStyle/>
                    <a:p>
                      <a:pPr>
                        <a:lnSpc>
                          <a:spcPct val="100000"/>
                        </a:lnSpc>
                        <a:spcBef>
                          <a:spcPts val="0"/>
                        </a:spcBef>
                        <a:spcAft>
                          <a:spcPts val="0"/>
                        </a:spcAft>
                        <a:defRPr sz="2000" b="0">
                          <a:solidFill>
                            <a:srgbClr val="1E293B"/>
                          </a:solidFill>
                          <a:latin typeface="Noto Sans SC"/>
                          <a:ea typeface="Noto Sans SC"/>
                          <a:cs typeface="Noto Sans SC"/>
                        </a:defRPr>
                      </a:pPr>
                      <a:r>
                        <a:rPr sz="2000">
                          <a:latin typeface="Noto Sans SC"/>
                          <a:ea typeface="Noto Sans SC"/>
                          <a:cs typeface="Noto Sans SC"/>
                        </a:rPr>
                        <a:t>R3高度</a:t>
                      </a:r>
                    </a:p>
                  </a:txBody>
                  <a:tcPr marL="114300" marR="88900" marT="38100" marB="38100">
                    <a:solidFill>
                      <a:srgbClr val="F4F7FA"/>
                    </a:solidFill>
                  </a:tcPr>
                </a:tc>
                <a:tc>
                  <a:txBody>
                    <a:bodyPr/>
                    <a:lstStyle/>
                    <a:p>
                      <a:pPr>
                        <a:lnSpc>
                          <a:spcPct val="100000"/>
                        </a:lnSpc>
                        <a:spcBef>
                          <a:spcPts val="0"/>
                        </a:spcBef>
                        <a:spcAft>
                          <a:spcPts val="0"/>
                        </a:spcAft>
                        <a:defRPr sz="2000" b="0">
                          <a:solidFill>
                            <a:srgbClr val="1E293B"/>
                          </a:solidFill>
                          <a:latin typeface="Noto Sans SC"/>
                          <a:ea typeface="Noto Sans SC"/>
                          <a:cs typeface="Noto Sans SC"/>
                        </a:defRPr>
                      </a:pPr>
                      <a:r>
                        <a:rPr sz="2000">
                          <a:latin typeface="Noto Sans SC"/>
                          <a:ea typeface="Noto Sans SC"/>
                          <a:cs typeface="Noto Sans SC"/>
                        </a:rPr>
                        <a:t>高于130米</a:t>
                      </a:r>
                    </a:p>
                  </a:txBody>
                  <a:tcPr marL="114300" marR="88900" marT="38100" marB="38100">
                    <a:solidFill>
                      <a:srgbClr val="F4F7FA"/>
                    </a:solidFill>
                  </a:tcPr>
                </a:tc>
                <a:tc>
                  <a:txBody>
                    <a:bodyPr/>
                    <a:lstStyle/>
                    <a:p>
                      <a:pPr>
                        <a:lnSpc>
                          <a:spcPct val="100000"/>
                        </a:lnSpc>
                        <a:spcBef>
                          <a:spcPts val="0"/>
                        </a:spcBef>
                        <a:spcAft>
                          <a:spcPts val="0"/>
                        </a:spcAft>
                        <a:defRPr sz="2000" b="0">
                          <a:solidFill>
                            <a:srgbClr val="1E293B"/>
                          </a:solidFill>
                          <a:latin typeface="Noto Sans SC"/>
                          <a:ea typeface="Noto Sans SC"/>
                          <a:cs typeface="Noto Sans SC"/>
                        </a:defRPr>
                      </a:pPr>
                      <a:r>
                        <a:rPr sz="2000">
                          <a:latin typeface="Noto Sans SC"/>
                          <a:ea typeface="Noto Sans SC"/>
                          <a:cs typeface="Noto Sans SC"/>
                        </a:rPr>
                        <a:t>130至180米，含端点</a:t>
                      </a:r>
                    </a:p>
                  </a:txBody>
                  <a:tcPr marL="114300" marR="88900" marT="38100" marB="38100">
                    <a:solidFill>
                      <a:srgbClr val="F4F7FA"/>
                    </a:solidFill>
                  </a:tcPr>
                </a:tc>
                <a:extLst>
                  <a:ext uri="{0D108BD9-81ED-4DB2-BD59-A6C34878D82A}">
                    <ns0:rowId xmlns:ns0="http://schemas.microsoft.com/office/drawing/2014/main" val="10004"/>
                  </a:ext>
                </a:extLst>
              </a:tr>
            </a:tbl>
          </a:graphicData>
        </a:graphic>
      </p:graphicFrame>
    </p:spTree>
    <p:extLst>
      <p:ext uri="{BB962C8B-B14F-4D97-AF65-F5344CB8AC3E}">
        <p14:creationId xmlns:p14="http://schemas.microsoft.com/office/powerpoint/2010/main" val="1643711130"/>
      </p:ext>
    </p:extLst>
  </p:cSld>
</p:sld>
</file>

<file path=ppt/slides/slide36.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23" name="o0">
            <a:extLst xmlns:a="http://schemas.openxmlformats.org/drawingml/2006/main">
              <a:ext uri="{FF2B5EF4-FFF2-40B4-BE49-F238E27FC236}">
                <a16:creationId xmlns:a16="http://schemas.microsoft.com/office/drawing/2014/main" id="{DD140D81-9F4B-47B1-9B86-8FBF57E37E8F}"/>
              </a:ext>
            </a:extLst>
          </p:cNvPr>
          <p:cNvSpPr>
            <a:spLocks xmlns:a="http://schemas.openxmlformats.org/drawingml/2006/main" noGrp="1"/>
          </p:cNvSpPr>
          <p:nvPr/>
        </p:nvSpPr>
        <p:spPr>
          <a:xfrm xmlns:a="http://schemas.openxmlformats.org/drawingml/2006/main">
            <a:off x="609600" y="209550"/>
            <a:ext cx="10763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00" b="0">
                <a:solidFill>
                  <a:srgbClr val="53657A"/>
                </a:solidFill>
                <a:latin typeface="Noto Sans SC"/>
                <a:ea typeface="Noto Sans SC"/>
                <a:cs typeface="Noto Sans SC"/>
              </a:defRPr>
            </a:defPPr>
            <a:lvl1pPr algn="l">
              <a:defRPr sz="1200" b="0">
                <a:solidFill>
                  <a:srgbClr val="53657A"/>
                </a:solidFill>
                <a:latin typeface="Noto Sans SC"/>
                <a:ea typeface="Noto Sans SC"/>
                <a:cs typeface="Noto Sans SC"/>
              </a:defRPr>
            </a:lvl1pPr>
            <a:lvl2pPr algn="l">
              <a:defRPr sz="1200" b="0">
                <a:solidFill>
                  <a:srgbClr val="53657A"/>
                </a:solidFill>
                <a:latin typeface="Noto Sans SC"/>
                <a:ea typeface="Noto Sans SC"/>
                <a:cs typeface="Noto Sans SC"/>
              </a:defRPr>
            </a:lvl2pPr>
            <a:lvl3pPr algn="l">
              <a:defRPr sz="1200" b="0">
                <a:solidFill>
                  <a:srgbClr val="53657A"/>
                </a:solidFill>
                <a:latin typeface="Noto Sans SC"/>
                <a:ea typeface="Noto Sans SC"/>
                <a:cs typeface="Noto Sans SC"/>
              </a:defRPr>
            </a:lvl3pPr>
            <a:lvl4pPr algn="l">
              <a:defRPr sz="1200" b="0">
                <a:solidFill>
                  <a:srgbClr val="53657A"/>
                </a:solidFill>
                <a:latin typeface="Noto Sans SC"/>
                <a:ea typeface="Noto Sans SC"/>
                <a:cs typeface="Noto Sans SC"/>
              </a:defRPr>
            </a:lvl4pPr>
            <a:lvl5pPr algn="l">
              <a:defRPr sz="1200" b="0">
                <a:solidFill>
                  <a:srgbClr val="53657A"/>
                </a:solidFill>
                <a:latin typeface="Noto Sans SC"/>
                <a:ea typeface="Noto Sans SC"/>
                <a:cs typeface="Noto Sans SC"/>
              </a:defRPr>
            </a:lvl5pPr>
            <a:lvl6pPr algn="l">
              <a:defRPr sz="1200" b="0">
                <a:solidFill>
                  <a:srgbClr val="53657A"/>
                </a:solidFill>
                <a:latin typeface="Noto Sans SC"/>
                <a:ea typeface="Noto Sans SC"/>
                <a:cs typeface="Noto Sans SC"/>
              </a:defRPr>
            </a:lvl6pPr>
            <a:lvl7pPr algn="l">
              <a:defRPr sz="1200" b="0">
                <a:solidFill>
                  <a:srgbClr val="53657A"/>
                </a:solidFill>
                <a:latin typeface="Noto Sans SC"/>
                <a:ea typeface="Noto Sans SC"/>
                <a:cs typeface="Noto Sans SC"/>
              </a:defRPr>
            </a:lvl7pPr>
            <a:lvl8pPr algn="l">
              <a:defRPr sz="1200" b="0">
                <a:solidFill>
                  <a:srgbClr val="53657A"/>
                </a:solidFill>
                <a:latin typeface="Noto Sans SC"/>
                <a:ea typeface="Noto Sans SC"/>
                <a:cs typeface="Noto Sans SC"/>
              </a:defRPr>
            </a:lvl8pPr>
            <a:lvl9pPr algn="l">
              <a:defRPr sz="1200" b="0">
                <a:solidFill>
                  <a:srgbClr val="53657A"/>
                </a:solidFill>
                <a:latin typeface="Noto Sans SC"/>
                <a:ea typeface="Noto Sans SC"/>
                <a:cs typeface="Noto Sans SC"/>
              </a:defRPr>
            </a:lvl9pPr>
          </a:lstStyle>
          <a:p xmlns:a="http://schemas.openxmlformats.org/drawingml/2006/main">
            <a:pPr algn="l">
              <a:defRPr sz="1200" b="0">
                <a:solidFill>
                  <a:srgbClr val="53657A"/>
                </a:solidFill>
                <a:latin typeface="Noto Sans SC"/>
                <a:ea typeface="Noto Sans SC"/>
                <a:cs typeface="Noto Sans SC"/>
              </a:defRPr>
            </a:pPr>
            <a:r>
              <a:rPr sz="1200" b="0">
                <a:solidFill>
                  <a:srgbClr val="53657A"/>
                </a:solidFill>
                <a:latin typeface="Noto Sans SC"/>
                <a:ea typeface="Noto Sans SC"/>
                <a:cs typeface="Noto Sans SC"/>
              </a:rPr>
              <a:t>算法原理与阶段验证</a:t>
            </a:r>
          </a:p>
        </p:txBody>
      </p:sp>
      <p:sp>
        <p:nvSpPr>
          <p:cNvPr id="2" name="o1">
            <a:extLst xmlns:a="http://schemas.openxmlformats.org/drawingml/2006/main">
              <a:ext uri="{FF2B5EF4-FFF2-40B4-BE49-F238E27FC236}">
                <a16:creationId xmlns:a16="http://schemas.microsoft.com/office/drawing/2014/main" id="{4BD94C2F-F916-4091-BCA9-6EEABB13E204}"/>
              </a:ext>
            </a:extLst>
          </p:cNvPr>
          <p:cNvSpPr>
            <a:spLocks xmlns:a="http://schemas.openxmlformats.org/drawingml/2006/main" noGrp="1"/>
          </p:cNvSpPr>
          <p:nvPr/>
        </p:nvSpPr>
        <p:spPr>
          <a:xfrm xmlns:a="http://schemas.openxmlformats.org/drawingml/2006/main">
            <a:off x="609600" y="561975"/>
            <a:ext cx="109728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6243A"/>
                </a:solidFill>
                <a:latin typeface="Noto Serif SC"/>
                <a:ea typeface="Noto Serif SC"/>
                <a:cs typeface="Noto Serif SC"/>
              </a:defRPr>
            </a:defPPr>
            <a:lvl1pPr algn="l">
              <a:defRPr sz="3150" b="1">
                <a:solidFill>
                  <a:srgbClr val="16243A"/>
                </a:solidFill>
                <a:latin typeface="Noto Serif SC"/>
                <a:ea typeface="Noto Serif SC"/>
                <a:cs typeface="Noto Serif SC"/>
              </a:defRPr>
            </a:lvl1pPr>
            <a:lvl2pPr algn="l">
              <a:defRPr sz="3150" b="1">
                <a:solidFill>
                  <a:srgbClr val="16243A"/>
                </a:solidFill>
                <a:latin typeface="Noto Serif SC"/>
                <a:ea typeface="Noto Serif SC"/>
                <a:cs typeface="Noto Serif SC"/>
              </a:defRPr>
            </a:lvl2pPr>
            <a:lvl3pPr algn="l">
              <a:defRPr sz="3150" b="1">
                <a:solidFill>
                  <a:srgbClr val="16243A"/>
                </a:solidFill>
                <a:latin typeface="Noto Serif SC"/>
                <a:ea typeface="Noto Serif SC"/>
                <a:cs typeface="Noto Serif SC"/>
              </a:defRPr>
            </a:lvl3pPr>
            <a:lvl4pPr algn="l">
              <a:defRPr sz="3150" b="1">
                <a:solidFill>
                  <a:srgbClr val="16243A"/>
                </a:solidFill>
                <a:latin typeface="Noto Serif SC"/>
                <a:ea typeface="Noto Serif SC"/>
                <a:cs typeface="Noto Serif SC"/>
              </a:defRPr>
            </a:lvl4pPr>
            <a:lvl5pPr algn="l">
              <a:defRPr sz="3150" b="1">
                <a:solidFill>
                  <a:srgbClr val="16243A"/>
                </a:solidFill>
                <a:latin typeface="Noto Serif SC"/>
                <a:ea typeface="Noto Serif SC"/>
                <a:cs typeface="Noto Serif SC"/>
              </a:defRPr>
            </a:lvl5pPr>
            <a:lvl6pPr algn="l">
              <a:defRPr sz="3150" b="1">
                <a:solidFill>
                  <a:srgbClr val="16243A"/>
                </a:solidFill>
                <a:latin typeface="Noto Serif SC"/>
                <a:ea typeface="Noto Serif SC"/>
                <a:cs typeface="Noto Serif SC"/>
              </a:defRPr>
            </a:lvl6pPr>
            <a:lvl7pPr algn="l">
              <a:defRPr sz="3150" b="1">
                <a:solidFill>
                  <a:srgbClr val="16243A"/>
                </a:solidFill>
                <a:latin typeface="Noto Serif SC"/>
                <a:ea typeface="Noto Serif SC"/>
                <a:cs typeface="Noto Serif SC"/>
              </a:defRPr>
            </a:lvl7pPr>
            <a:lvl8pPr algn="l">
              <a:defRPr sz="3150" b="1">
                <a:solidFill>
                  <a:srgbClr val="16243A"/>
                </a:solidFill>
                <a:latin typeface="Noto Serif SC"/>
                <a:ea typeface="Noto Serif SC"/>
                <a:cs typeface="Noto Serif SC"/>
              </a:defRPr>
            </a:lvl8pPr>
            <a:lvl9pPr algn="l">
              <a:defRPr sz="3150" b="1">
                <a:solidFill>
                  <a:srgbClr val="16243A"/>
                </a:solidFill>
                <a:latin typeface="Noto Serif SC"/>
                <a:ea typeface="Noto Serif SC"/>
                <a:cs typeface="Noto Serif SC"/>
              </a:defRPr>
            </a:lvl9pPr>
          </a:lstStyle>
          <a:p xmlns:a="http://schemas.openxmlformats.org/drawingml/2006/main">
            <a:pPr algn="l">
              <a:defRPr sz="3150" b="1">
                <a:solidFill>
                  <a:srgbClr val="16243A"/>
                </a:solidFill>
                <a:latin typeface="Noto Serif SC"/>
                <a:ea typeface="Noto Serif SC"/>
                <a:cs typeface="Noto Serif SC"/>
              </a:defRPr>
            </a:pPr>
            <a:r>
              <a:rPr sz="3150" b="1">
                <a:solidFill>
                  <a:srgbClr val="16243A"/>
                </a:solidFill>
                <a:latin typeface="Noto Serif SC"/>
                <a:ea typeface="Noto Serif SC"/>
                <a:cs typeface="Noto Serif SC"/>
              </a:rPr>
              <a:t>A6 评分公式、修正顺序与空间约束</a:t>
            </a:r>
          </a:p>
        </p:txBody>
      </p:sp>
      <p:sp>
        <p:nvSpPr>
          <p:cNvPr id="3" name="line-2">
            <a:extLst xmlns:a="http://schemas.openxmlformats.org/drawingml/2006/main">
              <a:ext uri="{FF2B5EF4-FFF2-40B4-BE49-F238E27FC236}">
                <a16:creationId xmlns:a16="http://schemas.microsoft.com/office/drawing/2014/main" id="{BBF784CF-16F7-407D-92F5-C3407F78347D}"/>
              </a:ext>
            </a:extLst>
          </p:cNvPr>
          <p:cNvSpPr>
            <a:spLocks xmlns:a="http://schemas.openxmlformats.org/drawingml/2006/main" noGrp="1"/>
          </p:cNvSpPr>
          <p:nvPr/>
        </p:nvSpPr>
        <p:spPr>
          <a:xfrm xmlns:a="http://schemas.openxmlformats.org/drawingml/2006/main" flipV="0">
            <a:off x="609600" y="1295400"/>
            <a:ext cx="10972800" cy="953"/>
          </a:xfrm>
          <a:prstGeom xmlns:a="http://schemas.openxmlformats.org/drawingml/2006/main" prst="line">
            <a:avLst/>
          </a:prstGeom>
          <a:noFill xmlns:a="http://schemas.openxmlformats.org/drawingml/2006/main"/>
          <a:ln xmlns:a="http://schemas.openxmlformats.org/drawingml/2006/main" w="9525">
            <a:solidFill>
              <a:srgbClr val="CCD6E3"/>
            </a:solidFill>
            <a:prstDash val="solid"/>
          </a:ln>
        </p:spPr>
      </p:sp>
      <p:sp>
        <p:nvSpPr>
          <p:cNvPr id="4" name="line-2">
            <a:extLst xmlns:a="http://schemas.openxmlformats.org/drawingml/2006/main">
              <a:ext uri="{FF2B5EF4-FFF2-40B4-BE49-F238E27FC236}">
                <a16:creationId xmlns:a16="http://schemas.microsoft.com/office/drawing/2014/main" id="{32D8F0CC-C7C7-4C4F-96A7-8A4921958899}"/>
              </a:ext>
            </a:extLst>
          </p:cNvPr>
          <p:cNvSpPr>
            <a:spLocks xmlns:a="http://schemas.openxmlformats.org/drawingml/2006/main" noGrp="1"/>
          </p:cNvSpPr>
          <p:nvPr/>
        </p:nvSpPr>
        <p:spPr>
          <a:xfrm xmlns:a="http://schemas.openxmlformats.org/drawingml/2006/main" flipV="0">
            <a:off x="609600" y="1295400"/>
            <a:ext cx="762000" cy="953"/>
          </a:xfrm>
          <a:prstGeom xmlns:a="http://schemas.openxmlformats.org/drawingml/2006/main" prst="line">
            <a:avLst/>
          </a:prstGeom>
          <a:noFill xmlns:a="http://schemas.openxmlformats.org/drawingml/2006/main"/>
          <a:ln xmlns:a="http://schemas.openxmlformats.org/drawingml/2006/main" w="38100">
            <a:solidFill>
              <a:srgbClr val="224E88"/>
            </a:solidFill>
            <a:prstDash val="solid"/>
          </a:ln>
        </p:spPr>
      </p:sp>
      <p:sp>
        <p:nvSpPr>
          <p:cNvPr id="5" name="o4">
            <a:extLst xmlns:a="http://schemas.openxmlformats.org/drawingml/2006/main">
              <a:ext uri="{FF2B5EF4-FFF2-40B4-BE49-F238E27FC236}">
                <a16:creationId xmlns:a16="http://schemas.microsoft.com/office/drawing/2014/main" id="{6EBDF392-3A40-46BF-B15E-7ED6E0959E0A}"/>
              </a:ext>
            </a:extLst>
          </p:cNvPr>
          <p:cNvSpPr>
            <a:spLocks xmlns:a="http://schemas.openxmlformats.org/drawingml/2006/main" noGrp="1"/>
          </p:cNvSpPr>
          <p:nvPr/>
        </p:nvSpPr>
        <p:spPr>
          <a:xfrm xmlns:a="http://schemas.openxmlformats.org/drawingml/2006/main">
            <a:off x="609600" y="6477000"/>
            <a:ext cx="10096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0">
                <a:solidFill>
                  <a:srgbClr val="53657A"/>
                </a:solidFill>
                <a:latin typeface="Noto Sans SC"/>
                <a:ea typeface="Noto Sans SC"/>
                <a:cs typeface="Noto Sans SC"/>
              </a:defRPr>
            </a:defPPr>
            <a:lvl1pPr algn="l">
              <a:defRPr sz="975" b="0">
                <a:solidFill>
                  <a:srgbClr val="53657A"/>
                </a:solidFill>
                <a:latin typeface="Noto Sans SC"/>
                <a:ea typeface="Noto Sans SC"/>
                <a:cs typeface="Noto Sans SC"/>
              </a:defRPr>
            </a:lvl1pPr>
            <a:lvl2pPr algn="l">
              <a:defRPr sz="975" b="0">
                <a:solidFill>
                  <a:srgbClr val="53657A"/>
                </a:solidFill>
                <a:latin typeface="Noto Sans SC"/>
                <a:ea typeface="Noto Sans SC"/>
                <a:cs typeface="Noto Sans SC"/>
              </a:defRPr>
            </a:lvl2pPr>
            <a:lvl3pPr algn="l">
              <a:defRPr sz="975" b="0">
                <a:solidFill>
                  <a:srgbClr val="53657A"/>
                </a:solidFill>
                <a:latin typeface="Noto Sans SC"/>
                <a:ea typeface="Noto Sans SC"/>
                <a:cs typeface="Noto Sans SC"/>
              </a:defRPr>
            </a:lvl3pPr>
            <a:lvl4pPr algn="l">
              <a:defRPr sz="975" b="0">
                <a:solidFill>
                  <a:srgbClr val="53657A"/>
                </a:solidFill>
                <a:latin typeface="Noto Sans SC"/>
                <a:ea typeface="Noto Sans SC"/>
                <a:cs typeface="Noto Sans SC"/>
              </a:defRPr>
            </a:lvl4pPr>
            <a:lvl5pPr algn="l">
              <a:defRPr sz="975" b="0">
                <a:solidFill>
                  <a:srgbClr val="53657A"/>
                </a:solidFill>
                <a:latin typeface="Noto Sans SC"/>
                <a:ea typeface="Noto Sans SC"/>
                <a:cs typeface="Noto Sans SC"/>
              </a:defRPr>
            </a:lvl5pPr>
            <a:lvl6pPr algn="l">
              <a:defRPr sz="975" b="0">
                <a:solidFill>
                  <a:srgbClr val="53657A"/>
                </a:solidFill>
                <a:latin typeface="Noto Sans SC"/>
                <a:ea typeface="Noto Sans SC"/>
                <a:cs typeface="Noto Sans SC"/>
              </a:defRPr>
            </a:lvl6pPr>
            <a:lvl7pPr algn="l">
              <a:defRPr sz="975" b="0">
                <a:solidFill>
                  <a:srgbClr val="53657A"/>
                </a:solidFill>
                <a:latin typeface="Noto Sans SC"/>
                <a:ea typeface="Noto Sans SC"/>
                <a:cs typeface="Noto Sans SC"/>
              </a:defRPr>
            </a:lvl7pPr>
            <a:lvl8pPr algn="l">
              <a:defRPr sz="975" b="0">
                <a:solidFill>
                  <a:srgbClr val="53657A"/>
                </a:solidFill>
                <a:latin typeface="Noto Sans SC"/>
                <a:ea typeface="Noto Sans SC"/>
                <a:cs typeface="Noto Sans SC"/>
              </a:defRPr>
            </a:lvl8pPr>
            <a:lvl9pPr algn="l">
              <a:defRPr sz="975" b="0">
                <a:solidFill>
                  <a:srgbClr val="53657A"/>
                </a:solidFill>
                <a:latin typeface="Noto Sans SC"/>
                <a:ea typeface="Noto Sans SC"/>
                <a:cs typeface="Noto Sans SC"/>
              </a:defRPr>
            </a:lvl9pPr>
          </a:lstStyle>
          <a:p xmlns:a="http://schemas.openxmlformats.org/drawingml/2006/main">
            <a:pPr algn="l">
              <a:defRPr sz="975" b="0">
                <a:solidFill>
                  <a:srgbClr val="53657A"/>
                </a:solidFill>
                <a:latin typeface="Noto Sans SC"/>
                <a:ea typeface="Noto Sans SC"/>
                <a:cs typeface="Noto Sans SC"/>
              </a:defRPr>
            </a:pPr>
            <a:r>
              <a:rPr sz="975" b="0">
                <a:solidFill>
                  <a:srgbClr val="53657A"/>
                </a:solidFill>
                <a:latin typeface="Noto Sans SC"/>
                <a:ea typeface="Noto Sans SC"/>
                <a:cs typeface="Noto Sans SC"/>
              </a:rPr>
              <a:t>参考 §9.2–§9.3；F09–F11；原生Office Math</a:t>
            </a:r>
          </a:p>
        </p:txBody>
      </p:sp>
      <p:sp>
        <p:nvSpPr>
          <p:cNvPr id="6" name="o5">
            <a:extLst xmlns:a="http://schemas.openxmlformats.org/drawingml/2006/main">
              <a:ext uri="{FF2B5EF4-FFF2-40B4-BE49-F238E27FC236}">
                <a16:creationId xmlns:a16="http://schemas.microsoft.com/office/drawing/2014/main" id="{D123C352-12EF-4C3E-BF9C-DB4AE189DAE4}"/>
              </a:ext>
            </a:extLst>
          </p:cNvPr>
          <p:cNvSpPr>
            <a:spLocks xmlns:a="http://schemas.openxmlformats.org/drawingml/2006/main" noGrp="1"/>
          </p:cNvSpPr>
          <p:nvPr/>
        </p:nvSpPr>
        <p:spPr>
          <a:xfrm xmlns:a="http://schemas.openxmlformats.org/drawingml/2006/main">
            <a:off x="10763250" y="6457950"/>
            <a:ext cx="819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3657A"/>
                </a:solidFill>
                <a:latin typeface="Noto Sans SC"/>
                <a:ea typeface="Noto Sans SC"/>
                <a:cs typeface="Noto Sans SC"/>
              </a:defRPr>
            </a:defPPr>
            <a:lvl1pPr algn="r">
              <a:defRPr sz="1200" b="0">
                <a:solidFill>
                  <a:srgbClr val="53657A"/>
                </a:solidFill>
                <a:latin typeface="Noto Sans SC"/>
                <a:ea typeface="Noto Sans SC"/>
                <a:cs typeface="Noto Sans SC"/>
              </a:defRPr>
            </a:lvl1pPr>
            <a:lvl2pPr algn="r">
              <a:defRPr sz="1200" b="0">
                <a:solidFill>
                  <a:srgbClr val="53657A"/>
                </a:solidFill>
                <a:latin typeface="Noto Sans SC"/>
                <a:ea typeface="Noto Sans SC"/>
                <a:cs typeface="Noto Sans SC"/>
              </a:defRPr>
            </a:lvl2pPr>
            <a:lvl3pPr algn="r">
              <a:defRPr sz="1200" b="0">
                <a:solidFill>
                  <a:srgbClr val="53657A"/>
                </a:solidFill>
                <a:latin typeface="Noto Sans SC"/>
                <a:ea typeface="Noto Sans SC"/>
                <a:cs typeface="Noto Sans SC"/>
              </a:defRPr>
            </a:lvl3pPr>
            <a:lvl4pPr algn="r">
              <a:defRPr sz="1200" b="0">
                <a:solidFill>
                  <a:srgbClr val="53657A"/>
                </a:solidFill>
                <a:latin typeface="Noto Sans SC"/>
                <a:ea typeface="Noto Sans SC"/>
                <a:cs typeface="Noto Sans SC"/>
              </a:defRPr>
            </a:lvl4pPr>
            <a:lvl5pPr algn="r">
              <a:defRPr sz="1200" b="0">
                <a:solidFill>
                  <a:srgbClr val="53657A"/>
                </a:solidFill>
                <a:latin typeface="Noto Sans SC"/>
                <a:ea typeface="Noto Sans SC"/>
                <a:cs typeface="Noto Sans SC"/>
              </a:defRPr>
            </a:lvl5pPr>
            <a:lvl6pPr algn="r">
              <a:defRPr sz="1200" b="0">
                <a:solidFill>
                  <a:srgbClr val="53657A"/>
                </a:solidFill>
                <a:latin typeface="Noto Sans SC"/>
                <a:ea typeface="Noto Sans SC"/>
                <a:cs typeface="Noto Sans SC"/>
              </a:defRPr>
            </a:lvl6pPr>
            <a:lvl7pPr algn="r">
              <a:defRPr sz="1200" b="0">
                <a:solidFill>
                  <a:srgbClr val="53657A"/>
                </a:solidFill>
                <a:latin typeface="Noto Sans SC"/>
                <a:ea typeface="Noto Sans SC"/>
                <a:cs typeface="Noto Sans SC"/>
              </a:defRPr>
            </a:lvl7pPr>
            <a:lvl8pPr algn="r">
              <a:defRPr sz="1200" b="0">
                <a:solidFill>
                  <a:srgbClr val="53657A"/>
                </a:solidFill>
                <a:latin typeface="Noto Sans SC"/>
                <a:ea typeface="Noto Sans SC"/>
                <a:cs typeface="Noto Sans SC"/>
              </a:defRPr>
            </a:lvl8pPr>
            <a:lvl9pPr algn="r">
              <a:defRPr sz="1200" b="0">
                <a:solidFill>
                  <a:srgbClr val="53657A"/>
                </a:solidFill>
                <a:latin typeface="Noto Sans SC"/>
                <a:ea typeface="Noto Sans SC"/>
                <a:cs typeface="Noto Sans SC"/>
              </a:defRPr>
            </a:lvl9pPr>
          </a:lstStyle>
          <a:p xmlns:a="http://schemas.openxmlformats.org/drawingml/2006/main">
            <a:pPr algn="r">
              <a:defRPr sz="1200" b="0">
                <a:solidFill>
                  <a:srgbClr val="53657A"/>
                </a:solidFill>
                <a:latin typeface="Noto Sans SC"/>
                <a:ea typeface="Noto Sans SC"/>
                <a:cs typeface="Noto Sans SC"/>
              </a:defRPr>
            </a:pPr>
            <a:r>
              <a:rPr sz="1200" b="0">
                <a:solidFill>
                  <a:srgbClr val="53657A"/>
                </a:solidFill>
                <a:latin typeface="Noto Sans SC"/>
                <a:ea typeface="Noto Sans SC"/>
                <a:cs typeface="Noto Sans SC"/>
              </a:rPr>
              <a:t>36 / 39</a:t>
            </a:r>
          </a:p>
        </p:txBody>
      </p:sp>
      <p:sp>
        <p:nvSpPr>
          <p:cNvPr id="7" name="o6">
            <a:extLst xmlns:a="http://schemas.openxmlformats.org/drawingml/2006/main">
              <a:ext uri="{FF2B5EF4-FFF2-40B4-BE49-F238E27FC236}">
                <a16:creationId xmlns:a16="http://schemas.microsoft.com/office/drawing/2014/main" id="{1940D958-72F1-417C-8DF7-8422135E6688}"/>
              </a:ext>
            </a:extLst>
          </p:cNvPr>
          <p:cNvSpPr>
            <a:spLocks xmlns:a="http://schemas.openxmlformats.org/drawingml/2006/main" noGrp="1"/>
          </p:cNvSpPr>
          <p:nvPr/>
        </p:nvSpPr>
        <p:spPr>
          <a:xfrm xmlns:a="http://schemas.openxmlformats.org/drawingml/2006/main">
            <a:off x="609600" y="16954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0F6E73"/>
                </a:solidFill>
                <a:latin typeface="Noto Sans SC"/>
                <a:ea typeface="Noto Sans SC"/>
                <a:cs typeface="Noto Sans SC"/>
              </a:defRPr>
            </a:defPPr>
            <a:lvl1pPr algn="l">
              <a:defRPr sz="2175" b="1">
                <a:solidFill>
                  <a:srgbClr val="0F6E73"/>
                </a:solidFill>
                <a:latin typeface="Noto Sans SC"/>
                <a:ea typeface="Noto Sans SC"/>
                <a:cs typeface="Noto Sans SC"/>
              </a:defRPr>
            </a:lvl1pPr>
            <a:lvl2pPr algn="l">
              <a:defRPr sz="2175" b="1">
                <a:solidFill>
                  <a:srgbClr val="0F6E73"/>
                </a:solidFill>
                <a:latin typeface="Noto Sans SC"/>
                <a:ea typeface="Noto Sans SC"/>
                <a:cs typeface="Noto Sans SC"/>
              </a:defRPr>
            </a:lvl2pPr>
            <a:lvl3pPr algn="l">
              <a:defRPr sz="2175" b="1">
                <a:solidFill>
                  <a:srgbClr val="0F6E73"/>
                </a:solidFill>
                <a:latin typeface="Noto Sans SC"/>
                <a:ea typeface="Noto Sans SC"/>
                <a:cs typeface="Noto Sans SC"/>
              </a:defRPr>
            </a:lvl3pPr>
            <a:lvl4pPr algn="l">
              <a:defRPr sz="2175" b="1">
                <a:solidFill>
                  <a:srgbClr val="0F6E73"/>
                </a:solidFill>
                <a:latin typeface="Noto Sans SC"/>
                <a:ea typeface="Noto Sans SC"/>
                <a:cs typeface="Noto Sans SC"/>
              </a:defRPr>
            </a:lvl4pPr>
            <a:lvl5pPr algn="l">
              <a:defRPr sz="2175" b="1">
                <a:solidFill>
                  <a:srgbClr val="0F6E73"/>
                </a:solidFill>
                <a:latin typeface="Noto Sans SC"/>
                <a:ea typeface="Noto Sans SC"/>
                <a:cs typeface="Noto Sans SC"/>
              </a:defRPr>
            </a:lvl5pPr>
            <a:lvl6pPr algn="l">
              <a:defRPr sz="2175" b="1">
                <a:solidFill>
                  <a:srgbClr val="0F6E73"/>
                </a:solidFill>
                <a:latin typeface="Noto Sans SC"/>
                <a:ea typeface="Noto Sans SC"/>
                <a:cs typeface="Noto Sans SC"/>
              </a:defRPr>
            </a:lvl6pPr>
            <a:lvl7pPr algn="l">
              <a:defRPr sz="2175" b="1">
                <a:solidFill>
                  <a:srgbClr val="0F6E73"/>
                </a:solidFill>
                <a:latin typeface="Noto Sans SC"/>
                <a:ea typeface="Noto Sans SC"/>
                <a:cs typeface="Noto Sans SC"/>
              </a:defRPr>
            </a:lvl7pPr>
            <a:lvl8pPr algn="l">
              <a:defRPr sz="2175" b="1">
                <a:solidFill>
                  <a:srgbClr val="0F6E73"/>
                </a:solidFill>
                <a:latin typeface="Noto Sans SC"/>
                <a:ea typeface="Noto Sans SC"/>
                <a:cs typeface="Noto Sans SC"/>
              </a:defRPr>
            </a:lvl8pPr>
            <a:lvl9pPr algn="l">
              <a:defRPr sz="2175" b="1">
                <a:solidFill>
                  <a:srgbClr val="0F6E73"/>
                </a:solidFill>
                <a:latin typeface="Noto Sans SC"/>
                <a:ea typeface="Noto Sans SC"/>
                <a:cs typeface="Noto Sans SC"/>
              </a:defRPr>
            </a:lvl9pPr>
          </a:lstStyle>
          <a:p xmlns:a="http://schemas.openxmlformats.org/drawingml/2006/main">
            <a:pPr algn="l">
              <a:defRPr sz="2175" b="1">
                <a:solidFill>
                  <a:srgbClr val="0F6E73"/>
                </a:solidFill>
                <a:latin typeface="Noto Sans SC"/>
                <a:ea typeface="Noto Sans SC"/>
                <a:cs typeface="Noto Sans SC"/>
              </a:defRPr>
            </a:pPr>
            <a:r>
              <a:rPr sz="2175" b="1">
                <a:solidFill>
                  <a:srgbClr val="0F6E73"/>
                </a:solidFill>
                <a:latin typeface="Noto Sans SC"/>
                <a:ea typeface="Noto Sans SC"/>
                <a:cs typeface="Noto Sans SC"/>
              </a:rPr>
              <a:t>加权与置信修正</a:t>
            </a:r>
          </a:p>
        </p:txBody>
      </p:sp>
      <p:sp>
        <p:nvSpPr>
          <p:cNvPr id="8" name="o7">
            <a:extLst xmlns:a="http://schemas.openxmlformats.org/drawingml/2006/main">
              <a:ext uri="{FF2B5EF4-FFF2-40B4-BE49-F238E27FC236}">
                <a16:creationId xmlns:a16="http://schemas.microsoft.com/office/drawing/2014/main" id="{4E05C20A-B5E5-4887-A621-AB3FC886EE3B}"/>
              </a:ext>
            </a:extLst>
          </p:cNvPr>
          <p:cNvSpPr>
            <a:spLocks xmlns:a="http://schemas.openxmlformats.org/drawingml/2006/main" noGrp="1"/>
          </p:cNvSpPr>
          <p:nvPr/>
        </p:nvSpPr>
        <p:spPr>
          <a:xfrm xmlns:a="http://schemas.openxmlformats.org/drawingml/2006/main">
            <a:off x="609600" y="3895725"/>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0F6E73"/>
                </a:solidFill>
                <a:latin typeface="Noto Sans SC"/>
                <a:ea typeface="Noto Sans SC"/>
                <a:cs typeface="Noto Sans SC"/>
              </a:defRPr>
            </a:defPPr>
            <a:lvl1pPr algn="l">
              <a:defRPr sz="2175" b="1">
                <a:solidFill>
                  <a:srgbClr val="0F6E73"/>
                </a:solidFill>
                <a:latin typeface="Noto Sans SC"/>
                <a:ea typeface="Noto Sans SC"/>
                <a:cs typeface="Noto Sans SC"/>
              </a:defRPr>
            </a:lvl1pPr>
            <a:lvl2pPr algn="l">
              <a:defRPr sz="2175" b="1">
                <a:solidFill>
                  <a:srgbClr val="0F6E73"/>
                </a:solidFill>
                <a:latin typeface="Noto Sans SC"/>
                <a:ea typeface="Noto Sans SC"/>
                <a:cs typeface="Noto Sans SC"/>
              </a:defRPr>
            </a:lvl2pPr>
            <a:lvl3pPr algn="l">
              <a:defRPr sz="2175" b="1">
                <a:solidFill>
                  <a:srgbClr val="0F6E73"/>
                </a:solidFill>
                <a:latin typeface="Noto Sans SC"/>
                <a:ea typeface="Noto Sans SC"/>
                <a:cs typeface="Noto Sans SC"/>
              </a:defRPr>
            </a:lvl3pPr>
            <a:lvl4pPr algn="l">
              <a:defRPr sz="2175" b="1">
                <a:solidFill>
                  <a:srgbClr val="0F6E73"/>
                </a:solidFill>
                <a:latin typeface="Noto Sans SC"/>
                <a:ea typeface="Noto Sans SC"/>
                <a:cs typeface="Noto Sans SC"/>
              </a:defRPr>
            </a:lvl4pPr>
            <a:lvl5pPr algn="l">
              <a:defRPr sz="2175" b="1">
                <a:solidFill>
                  <a:srgbClr val="0F6E73"/>
                </a:solidFill>
                <a:latin typeface="Noto Sans SC"/>
                <a:ea typeface="Noto Sans SC"/>
                <a:cs typeface="Noto Sans SC"/>
              </a:defRPr>
            </a:lvl5pPr>
            <a:lvl6pPr algn="l">
              <a:defRPr sz="2175" b="1">
                <a:solidFill>
                  <a:srgbClr val="0F6E73"/>
                </a:solidFill>
                <a:latin typeface="Noto Sans SC"/>
                <a:ea typeface="Noto Sans SC"/>
                <a:cs typeface="Noto Sans SC"/>
              </a:defRPr>
            </a:lvl6pPr>
            <a:lvl7pPr algn="l">
              <a:defRPr sz="2175" b="1">
                <a:solidFill>
                  <a:srgbClr val="0F6E73"/>
                </a:solidFill>
                <a:latin typeface="Noto Sans SC"/>
                <a:ea typeface="Noto Sans SC"/>
                <a:cs typeface="Noto Sans SC"/>
              </a:defRPr>
            </a:lvl7pPr>
            <a:lvl8pPr algn="l">
              <a:defRPr sz="2175" b="1">
                <a:solidFill>
                  <a:srgbClr val="0F6E73"/>
                </a:solidFill>
                <a:latin typeface="Noto Sans SC"/>
                <a:ea typeface="Noto Sans SC"/>
                <a:cs typeface="Noto Sans SC"/>
              </a:defRPr>
            </a:lvl8pPr>
            <a:lvl9pPr algn="l">
              <a:defRPr sz="2175" b="1">
                <a:solidFill>
                  <a:srgbClr val="0F6E73"/>
                </a:solidFill>
                <a:latin typeface="Noto Sans SC"/>
                <a:ea typeface="Noto Sans SC"/>
                <a:cs typeface="Noto Sans SC"/>
              </a:defRPr>
            </a:lvl9pPr>
          </a:lstStyle>
          <a:p xmlns:a="http://schemas.openxmlformats.org/drawingml/2006/main">
            <a:pPr algn="l">
              <a:defRPr sz="2175" b="1">
                <a:solidFill>
                  <a:srgbClr val="0F6E73"/>
                </a:solidFill>
                <a:latin typeface="Noto Sans SC"/>
                <a:ea typeface="Noto Sans SC"/>
                <a:cs typeface="Noto Sans SC"/>
              </a:defRPr>
            </a:pPr>
            <a:r>
              <a:rPr sz="2175" b="1">
                <a:solidFill>
                  <a:srgbClr val="0F6E73"/>
                </a:solidFill>
                <a:latin typeface="Noto Sans SC"/>
                <a:ea typeface="Noto Sans SC"/>
                <a:cs typeface="Noto Sans SC"/>
              </a:rPr>
              <a:t>取整、抬底与空间限制</a:t>
            </a:r>
          </a:p>
        </p:txBody>
      </p:sp>
      <p:sp>
        <p:nvSpPr>
          <p:cNvPr id="9" name="o8">
            <a:extLst xmlns:a="http://schemas.openxmlformats.org/drawingml/2006/main">
              <a:ext uri="{FF2B5EF4-FFF2-40B4-BE49-F238E27FC236}">
                <a16:creationId xmlns:a16="http://schemas.microsoft.com/office/drawing/2014/main" id="{F1C19A11-B0AA-4268-92C2-095DF452AEE1}"/>
              </a:ext>
            </a:extLst>
          </p:cNvPr>
          <p:cNvSpPr>
            <a:spLocks xmlns:a="http://schemas.openxmlformats.org/drawingml/2006/main" noGrp="1"/>
          </p:cNvSpPr>
          <p:nvPr/>
        </p:nvSpPr>
        <p:spPr>
          <a:xfrm xmlns:a="http://schemas.openxmlformats.org/drawingml/2006/main">
            <a:off x="7848600" y="1695450"/>
            <a:ext cx="3733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0F6E73"/>
                </a:solidFill>
                <a:latin typeface="Noto Sans SC"/>
                <a:ea typeface="Noto Sans SC"/>
                <a:cs typeface="Noto Sans SC"/>
              </a:defRPr>
            </a:defPPr>
            <a:lvl1pPr algn="l">
              <a:defRPr sz="2175" b="1">
                <a:solidFill>
                  <a:srgbClr val="0F6E73"/>
                </a:solidFill>
                <a:latin typeface="Noto Sans SC"/>
                <a:ea typeface="Noto Sans SC"/>
                <a:cs typeface="Noto Sans SC"/>
              </a:defRPr>
            </a:lvl1pPr>
            <a:lvl2pPr algn="l">
              <a:defRPr sz="2175" b="1">
                <a:solidFill>
                  <a:srgbClr val="0F6E73"/>
                </a:solidFill>
                <a:latin typeface="Noto Sans SC"/>
                <a:ea typeface="Noto Sans SC"/>
                <a:cs typeface="Noto Sans SC"/>
              </a:defRPr>
            </a:lvl2pPr>
            <a:lvl3pPr algn="l">
              <a:defRPr sz="2175" b="1">
                <a:solidFill>
                  <a:srgbClr val="0F6E73"/>
                </a:solidFill>
                <a:latin typeface="Noto Sans SC"/>
                <a:ea typeface="Noto Sans SC"/>
                <a:cs typeface="Noto Sans SC"/>
              </a:defRPr>
            </a:lvl3pPr>
            <a:lvl4pPr algn="l">
              <a:defRPr sz="2175" b="1">
                <a:solidFill>
                  <a:srgbClr val="0F6E73"/>
                </a:solidFill>
                <a:latin typeface="Noto Sans SC"/>
                <a:ea typeface="Noto Sans SC"/>
                <a:cs typeface="Noto Sans SC"/>
              </a:defRPr>
            </a:lvl4pPr>
            <a:lvl5pPr algn="l">
              <a:defRPr sz="2175" b="1">
                <a:solidFill>
                  <a:srgbClr val="0F6E73"/>
                </a:solidFill>
                <a:latin typeface="Noto Sans SC"/>
                <a:ea typeface="Noto Sans SC"/>
                <a:cs typeface="Noto Sans SC"/>
              </a:defRPr>
            </a:lvl5pPr>
            <a:lvl6pPr algn="l">
              <a:defRPr sz="2175" b="1">
                <a:solidFill>
                  <a:srgbClr val="0F6E73"/>
                </a:solidFill>
                <a:latin typeface="Noto Sans SC"/>
                <a:ea typeface="Noto Sans SC"/>
                <a:cs typeface="Noto Sans SC"/>
              </a:defRPr>
            </a:lvl6pPr>
            <a:lvl7pPr algn="l">
              <a:defRPr sz="2175" b="1">
                <a:solidFill>
                  <a:srgbClr val="0F6E73"/>
                </a:solidFill>
                <a:latin typeface="Noto Sans SC"/>
                <a:ea typeface="Noto Sans SC"/>
                <a:cs typeface="Noto Sans SC"/>
              </a:defRPr>
            </a:lvl7pPr>
            <a:lvl8pPr algn="l">
              <a:defRPr sz="2175" b="1">
                <a:solidFill>
                  <a:srgbClr val="0F6E73"/>
                </a:solidFill>
                <a:latin typeface="Noto Sans SC"/>
                <a:ea typeface="Noto Sans SC"/>
                <a:cs typeface="Noto Sans SC"/>
              </a:defRPr>
            </a:lvl8pPr>
            <a:lvl9pPr algn="l">
              <a:defRPr sz="2175" b="1">
                <a:solidFill>
                  <a:srgbClr val="0F6E73"/>
                </a:solidFill>
                <a:latin typeface="Noto Sans SC"/>
                <a:ea typeface="Noto Sans SC"/>
                <a:cs typeface="Noto Sans SC"/>
              </a:defRPr>
            </a:lvl9pPr>
          </a:lstStyle>
          <a:p xmlns:a="http://schemas.openxmlformats.org/drawingml/2006/main">
            <a:pPr algn="l">
              <a:defRPr sz="2175" b="1">
                <a:solidFill>
                  <a:srgbClr val="0F6E73"/>
                </a:solidFill>
                <a:latin typeface="Noto Sans SC"/>
                <a:ea typeface="Noto Sans SC"/>
                <a:cs typeface="Noto Sans SC"/>
              </a:defRPr>
            </a:pPr>
            <a:r>
              <a:rPr sz="2175" b="1">
                <a:solidFill>
                  <a:srgbClr val="0F6E73"/>
                </a:solidFill>
                <a:latin typeface="Noto Sans SC"/>
                <a:ea typeface="Noto Sans SC"/>
                <a:cs typeface="Noto Sans SC"/>
              </a:rPr>
              <a:t>参数和边界</a:t>
            </a:r>
          </a:p>
        </p:txBody>
      </p:sp>
      <p:sp>
        <p:nvSpPr>
          <p:cNvPr id="10" name="o9">
            <a:extLst xmlns:a="http://schemas.openxmlformats.org/drawingml/2006/main">
              <a:ext uri="{FF2B5EF4-FFF2-40B4-BE49-F238E27FC236}">
                <a16:creationId xmlns:a16="http://schemas.microsoft.com/office/drawing/2014/main" id="{2482BC40-6BF9-492F-B94D-F375F6579311}"/>
              </a:ext>
            </a:extLst>
          </p:cNvPr>
          <p:cNvSpPr>
            <a:spLocks xmlns:a="http://schemas.openxmlformats.org/drawingml/2006/main" noGrp="1"/>
          </p:cNvSpPr>
          <p:nvPr/>
        </p:nvSpPr>
        <p:spPr>
          <a:xfrm xmlns:a="http://schemas.openxmlformats.org/drawingml/2006/main">
            <a:off x="7848600" y="2438400"/>
            <a:ext cx="66675" cy="66675"/>
          </a:xfrm>
          <a:prstGeom xmlns:a="http://schemas.openxmlformats.org/drawingml/2006/main" prst="ellipse">
            <a:avLst/>
          </a:prstGeom>
          <a:solidFill xmlns:a="http://schemas.openxmlformats.org/drawingml/2006/main">
            <a:srgbClr val="224E88"/>
          </a:solidFill>
          <a:ln xmlns:a="http://schemas.openxmlformats.org/drawingml/2006/main" w="0">
            <a:noFill/>
            <a:prstDash val="solid"/>
          </a:ln>
        </p:spPr>
      </p:sp>
      <p:sp>
        <p:nvSpPr>
          <p:cNvPr id="11" name="o10">
            <a:extLst xmlns:a="http://schemas.openxmlformats.org/drawingml/2006/main">
              <a:ext uri="{FF2B5EF4-FFF2-40B4-BE49-F238E27FC236}">
                <a16:creationId xmlns:a16="http://schemas.microsoft.com/office/drawing/2014/main" id="{198A8CC7-3B97-408A-92F2-FECA9FCE7294}"/>
              </a:ext>
            </a:extLst>
          </p:cNvPr>
          <p:cNvSpPr>
            <a:spLocks xmlns:a="http://schemas.openxmlformats.org/drawingml/2006/main" noGrp="1"/>
          </p:cNvSpPr>
          <p:nvPr/>
        </p:nvSpPr>
        <p:spPr>
          <a:xfrm xmlns:a="http://schemas.openxmlformats.org/drawingml/2006/main">
            <a:off x="8058150" y="2228850"/>
            <a:ext cx="35242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0">
                <a:solidFill>
                  <a:srgbClr val="1E293B"/>
                </a:solidFill>
                <a:latin typeface="Noto Sans SC"/>
                <a:ea typeface="Noto Sans SC"/>
                <a:cs typeface="Noto Sans SC"/>
              </a:defRPr>
            </a:defPPr>
            <a:lvl1pPr algn="l">
              <a:defRPr sz="1800" b="0">
                <a:solidFill>
                  <a:srgbClr val="1E293B"/>
                </a:solidFill>
                <a:latin typeface="Noto Sans SC"/>
                <a:ea typeface="Noto Sans SC"/>
                <a:cs typeface="Noto Sans SC"/>
              </a:defRPr>
            </a:lvl1pPr>
            <a:lvl2pPr algn="l">
              <a:defRPr sz="1800" b="0">
                <a:solidFill>
                  <a:srgbClr val="1E293B"/>
                </a:solidFill>
                <a:latin typeface="Noto Sans SC"/>
                <a:ea typeface="Noto Sans SC"/>
                <a:cs typeface="Noto Sans SC"/>
              </a:defRPr>
            </a:lvl2pPr>
            <a:lvl3pPr algn="l">
              <a:defRPr sz="1800" b="0">
                <a:solidFill>
                  <a:srgbClr val="1E293B"/>
                </a:solidFill>
                <a:latin typeface="Noto Sans SC"/>
                <a:ea typeface="Noto Sans SC"/>
                <a:cs typeface="Noto Sans SC"/>
              </a:defRPr>
            </a:lvl3pPr>
            <a:lvl4pPr algn="l">
              <a:defRPr sz="1800" b="0">
                <a:solidFill>
                  <a:srgbClr val="1E293B"/>
                </a:solidFill>
                <a:latin typeface="Noto Sans SC"/>
                <a:ea typeface="Noto Sans SC"/>
                <a:cs typeface="Noto Sans SC"/>
              </a:defRPr>
            </a:lvl4pPr>
            <a:lvl5pPr algn="l">
              <a:defRPr sz="1800" b="0">
                <a:solidFill>
                  <a:srgbClr val="1E293B"/>
                </a:solidFill>
                <a:latin typeface="Noto Sans SC"/>
                <a:ea typeface="Noto Sans SC"/>
                <a:cs typeface="Noto Sans SC"/>
              </a:defRPr>
            </a:lvl5pPr>
            <a:lvl6pPr algn="l">
              <a:defRPr sz="1800" b="0">
                <a:solidFill>
                  <a:srgbClr val="1E293B"/>
                </a:solidFill>
                <a:latin typeface="Noto Sans SC"/>
                <a:ea typeface="Noto Sans SC"/>
                <a:cs typeface="Noto Sans SC"/>
              </a:defRPr>
            </a:lvl6pPr>
            <a:lvl7pPr algn="l">
              <a:defRPr sz="1800" b="0">
                <a:solidFill>
                  <a:srgbClr val="1E293B"/>
                </a:solidFill>
                <a:latin typeface="Noto Sans SC"/>
                <a:ea typeface="Noto Sans SC"/>
                <a:cs typeface="Noto Sans SC"/>
              </a:defRPr>
            </a:lvl7pPr>
            <a:lvl8pPr algn="l">
              <a:defRPr sz="1800" b="0">
                <a:solidFill>
                  <a:srgbClr val="1E293B"/>
                </a:solidFill>
                <a:latin typeface="Noto Sans SC"/>
                <a:ea typeface="Noto Sans SC"/>
                <a:cs typeface="Noto Sans SC"/>
              </a:defRPr>
            </a:lvl8pPr>
            <a:lvl9pPr algn="l">
              <a:defRPr sz="1800" b="0">
                <a:solidFill>
                  <a:srgbClr val="1E293B"/>
                </a:solidFill>
                <a:latin typeface="Noto Sans SC"/>
                <a:ea typeface="Noto Sans SC"/>
                <a:cs typeface="Noto Sans SC"/>
              </a:defRPr>
            </a:lvl9pPr>
          </a:lstStyle>
          <a:p xmlns:a="http://schemas.openxmlformats.org/drawingml/2006/main">
            <a:pPr algn="l">
              <a:defRPr sz="1800" b="0">
                <a:solidFill>
                  <a:srgbClr val="1E293B"/>
                </a:solidFill>
                <a:latin typeface="Noto Sans SC"/>
                <a:ea typeface="Noto Sans SC"/>
                <a:cs typeface="Noto Sans SC"/>
              </a:defRPr>
            </a:pPr>
            <a:r>
              <a:rPr sz="1800" b="0">
                <a:solidFill>
                  <a:srgbClr val="1E293B"/>
                </a:solidFill>
                <a:latin typeface="Noto Sans SC"/>
                <a:ea typeface="Noto Sans SC"/>
                <a:cs typeface="Noto Sans SC"/>
              </a:rPr>
              <a:t>默认等级线36／66</a:t>
            </a:r>
          </a:p>
        </p:txBody>
      </p:sp>
      <p:sp>
        <p:nvSpPr>
          <p:cNvPr id="12" name="o11">
            <a:extLst xmlns:a="http://schemas.openxmlformats.org/drawingml/2006/main">
              <a:ext uri="{FF2B5EF4-FFF2-40B4-BE49-F238E27FC236}">
                <a16:creationId xmlns:a16="http://schemas.microsoft.com/office/drawing/2014/main" id="{F99EABED-E7F5-4C45-A9EB-C5311C087261}"/>
              </a:ext>
            </a:extLst>
          </p:cNvPr>
          <p:cNvSpPr>
            <a:spLocks xmlns:a="http://schemas.openxmlformats.org/drawingml/2006/main" noGrp="1"/>
          </p:cNvSpPr>
          <p:nvPr/>
        </p:nvSpPr>
        <p:spPr>
          <a:xfrm xmlns:a="http://schemas.openxmlformats.org/drawingml/2006/main">
            <a:off x="7848600" y="2962275"/>
            <a:ext cx="66675" cy="66675"/>
          </a:xfrm>
          <a:prstGeom xmlns:a="http://schemas.openxmlformats.org/drawingml/2006/main" prst="ellipse">
            <a:avLst/>
          </a:prstGeom>
          <a:solidFill xmlns:a="http://schemas.openxmlformats.org/drawingml/2006/main">
            <a:srgbClr val="224E88"/>
          </a:solidFill>
          <a:ln xmlns:a="http://schemas.openxmlformats.org/drawingml/2006/main" w="0">
            <a:noFill/>
            <a:prstDash val="solid"/>
          </a:ln>
        </p:spPr>
      </p:sp>
      <p:sp>
        <p:nvSpPr>
          <p:cNvPr id="13" name="o12">
            <a:extLst xmlns:a="http://schemas.openxmlformats.org/drawingml/2006/main">
              <a:ext uri="{FF2B5EF4-FFF2-40B4-BE49-F238E27FC236}">
                <a16:creationId xmlns:a16="http://schemas.microsoft.com/office/drawing/2014/main" id="{176E7D1F-8ED2-453E-BAA6-D7393B1B56C8}"/>
              </a:ext>
            </a:extLst>
          </p:cNvPr>
          <p:cNvSpPr>
            <a:spLocks xmlns:a="http://schemas.openxmlformats.org/drawingml/2006/main" noGrp="1"/>
          </p:cNvSpPr>
          <p:nvPr/>
        </p:nvSpPr>
        <p:spPr>
          <a:xfrm xmlns:a="http://schemas.openxmlformats.org/drawingml/2006/main">
            <a:off x="8058150" y="2752725"/>
            <a:ext cx="35242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0">
                <a:solidFill>
                  <a:srgbClr val="1E293B"/>
                </a:solidFill>
                <a:latin typeface="Noto Sans SC"/>
                <a:ea typeface="Noto Sans SC"/>
                <a:cs typeface="Noto Sans SC"/>
              </a:defRPr>
            </a:defPPr>
            <a:lvl1pPr algn="l">
              <a:defRPr sz="1800" b="0">
                <a:solidFill>
                  <a:srgbClr val="1E293B"/>
                </a:solidFill>
                <a:latin typeface="Noto Sans SC"/>
                <a:ea typeface="Noto Sans SC"/>
                <a:cs typeface="Noto Sans SC"/>
              </a:defRPr>
            </a:lvl1pPr>
            <a:lvl2pPr algn="l">
              <a:defRPr sz="1800" b="0">
                <a:solidFill>
                  <a:srgbClr val="1E293B"/>
                </a:solidFill>
                <a:latin typeface="Noto Sans SC"/>
                <a:ea typeface="Noto Sans SC"/>
                <a:cs typeface="Noto Sans SC"/>
              </a:defRPr>
            </a:lvl2pPr>
            <a:lvl3pPr algn="l">
              <a:defRPr sz="1800" b="0">
                <a:solidFill>
                  <a:srgbClr val="1E293B"/>
                </a:solidFill>
                <a:latin typeface="Noto Sans SC"/>
                <a:ea typeface="Noto Sans SC"/>
                <a:cs typeface="Noto Sans SC"/>
              </a:defRPr>
            </a:lvl3pPr>
            <a:lvl4pPr algn="l">
              <a:defRPr sz="1800" b="0">
                <a:solidFill>
                  <a:srgbClr val="1E293B"/>
                </a:solidFill>
                <a:latin typeface="Noto Sans SC"/>
                <a:ea typeface="Noto Sans SC"/>
                <a:cs typeface="Noto Sans SC"/>
              </a:defRPr>
            </a:lvl4pPr>
            <a:lvl5pPr algn="l">
              <a:defRPr sz="1800" b="0">
                <a:solidFill>
                  <a:srgbClr val="1E293B"/>
                </a:solidFill>
                <a:latin typeface="Noto Sans SC"/>
                <a:ea typeface="Noto Sans SC"/>
                <a:cs typeface="Noto Sans SC"/>
              </a:defRPr>
            </a:lvl5pPr>
            <a:lvl6pPr algn="l">
              <a:defRPr sz="1800" b="0">
                <a:solidFill>
                  <a:srgbClr val="1E293B"/>
                </a:solidFill>
                <a:latin typeface="Noto Sans SC"/>
                <a:ea typeface="Noto Sans SC"/>
                <a:cs typeface="Noto Sans SC"/>
              </a:defRPr>
            </a:lvl6pPr>
            <a:lvl7pPr algn="l">
              <a:defRPr sz="1800" b="0">
                <a:solidFill>
                  <a:srgbClr val="1E293B"/>
                </a:solidFill>
                <a:latin typeface="Noto Sans SC"/>
                <a:ea typeface="Noto Sans SC"/>
                <a:cs typeface="Noto Sans SC"/>
              </a:defRPr>
            </a:lvl7pPr>
            <a:lvl8pPr algn="l">
              <a:defRPr sz="1800" b="0">
                <a:solidFill>
                  <a:srgbClr val="1E293B"/>
                </a:solidFill>
                <a:latin typeface="Noto Sans SC"/>
                <a:ea typeface="Noto Sans SC"/>
                <a:cs typeface="Noto Sans SC"/>
              </a:defRPr>
            </a:lvl8pPr>
            <a:lvl9pPr algn="l">
              <a:defRPr sz="1800" b="0">
                <a:solidFill>
                  <a:srgbClr val="1E293B"/>
                </a:solidFill>
                <a:latin typeface="Noto Sans SC"/>
                <a:ea typeface="Noto Sans SC"/>
                <a:cs typeface="Noto Sans SC"/>
              </a:defRPr>
            </a:lvl9pPr>
          </a:lstStyle>
          <a:p xmlns:a="http://schemas.openxmlformats.org/drawingml/2006/main">
            <a:pPr algn="l">
              <a:defRPr sz="1800" b="0">
                <a:solidFill>
                  <a:srgbClr val="1E293B"/>
                </a:solidFill>
                <a:latin typeface="Noto Sans SC"/>
                <a:ea typeface="Noto Sans SC"/>
                <a:cs typeface="Noto Sans SC"/>
              </a:defRPr>
            </a:pPr>
            <a:r>
              <a:rPr sz="1800" b="0">
                <a:solidFill>
                  <a:srgbClr val="1E293B"/>
                </a:solidFill>
                <a:latin typeface="Noto Sans SC"/>
                <a:ea typeface="Noto Sans SC"/>
                <a:cs typeface="Noto Sans SC"/>
              </a:rPr>
              <a:t>置信扣分：6／3／0</a:t>
            </a:r>
          </a:p>
        </p:txBody>
      </p:sp>
      <p:sp>
        <p:nvSpPr>
          <p:cNvPr id="14" name="o13">
            <a:extLst xmlns:a="http://schemas.openxmlformats.org/drawingml/2006/main">
              <a:ext uri="{FF2B5EF4-FFF2-40B4-BE49-F238E27FC236}">
                <a16:creationId xmlns:a16="http://schemas.microsoft.com/office/drawing/2014/main" id="{F3C87814-EB07-41C2-BBC7-2383E1377637}"/>
              </a:ext>
            </a:extLst>
          </p:cNvPr>
          <p:cNvSpPr>
            <a:spLocks xmlns:a="http://schemas.openxmlformats.org/drawingml/2006/main" noGrp="1"/>
          </p:cNvSpPr>
          <p:nvPr/>
        </p:nvSpPr>
        <p:spPr>
          <a:xfrm xmlns:a="http://schemas.openxmlformats.org/drawingml/2006/main">
            <a:off x="7848600" y="3486150"/>
            <a:ext cx="66675" cy="66675"/>
          </a:xfrm>
          <a:prstGeom xmlns:a="http://schemas.openxmlformats.org/drawingml/2006/main" prst="ellipse">
            <a:avLst/>
          </a:prstGeom>
          <a:solidFill xmlns:a="http://schemas.openxmlformats.org/drawingml/2006/main">
            <a:srgbClr val="224E88"/>
          </a:solidFill>
          <a:ln xmlns:a="http://schemas.openxmlformats.org/drawingml/2006/main" w="0">
            <a:noFill/>
            <a:prstDash val="solid"/>
          </a:ln>
        </p:spPr>
      </p:sp>
      <p:sp>
        <p:nvSpPr>
          <p:cNvPr id="15" name="o14">
            <a:extLst xmlns:a="http://schemas.openxmlformats.org/drawingml/2006/main">
              <a:ext uri="{FF2B5EF4-FFF2-40B4-BE49-F238E27FC236}">
                <a16:creationId xmlns:a16="http://schemas.microsoft.com/office/drawing/2014/main" id="{880A8AD6-DEF8-497A-80AD-C80DAB81E984}"/>
              </a:ext>
            </a:extLst>
          </p:cNvPr>
          <p:cNvSpPr>
            <a:spLocks xmlns:a="http://schemas.openxmlformats.org/drawingml/2006/main" noGrp="1"/>
          </p:cNvSpPr>
          <p:nvPr/>
        </p:nvSpPr>
        <p:spPr>
          <a:xfrm xmlns:a="http://schemas.openxmlformats.org/drawingml/2006/main">
            <a:off x="8058150" y="3276600"/>
            <a:ext cx="35242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0">
                <a:solidFill>
                  <a:srgbClr val="1E293B"/>
                </a:solidFill>
                <a:latin typeface="Noto Sans SC"/>
                <a:ea typeface="Noto Sans SC"/>
                <a:cs typeface="Noto Sans SC"/>
              </a:defRPr>
            </a:defPPr>
            <a:lvl1pPr algn="l">
              <a:defRPr sz="1800" b="0">
                <a:solidFill>
                  <a:srgbClr val="1E293B"/>
                </a:solidFill>
                <a:latin typeface="Noto Sans SC"/>
                <a:ea typeface="Noto Sans SC"/>
                <a:cs typeface="Noto Sans SC"/>
              </a:defRPr>
            </a:lvl1pPr>
            <a:lvl2pPr algn="l">
              <a:defRPr sz="1800" b="0">
                <a:solidFill>
                  <a:srgbClr val="1E293B"/>
                </a:solidFill>
                <a:latin typeface="Noto Sans SC"/>
                <a:ea typeface="Noto Sans SC"/>
                <a:cs typeface="Noto Sans SC"/>
              </a:defRPr>
            </a:lvl2pPr>
            <a:lvl3pPr algn="l">
              <a:defRPr sz="1800" b="0">
                <a:solidFill>
                  <a:srgbClr val="1E293B"/>
                </a:solidFill>
                <a:latin typeface="Noto Sans SC"/>
                <a:ea typeface="Noto Sans SC"/>
                <a:cs typeface="Noto Sans SC"/>
              </a:defRPr>
            </a:lvl3pPr>
            <a:lvl4pPr algn="l">
              <a:defRPr sz="1800" b="0">
                <a:solidFill>
                  <a:srgbClr val="1E293B"/>
                </a:solidFill>
                <a:latin typeface="Noto Sans SC"/>
                <a:ea typeface="Noto Sans SC"/>
                <a:cs typeface="Noto Sans SC"/>
              </a:defRPr>
            </a:lvl4pPr>
            <a:lvl5pPr algn="l">
              <a:defRPr sz="1800" b="0">
                <a:solidFill>
                  <a:srgbClr val="1E293B"/>
                </a:solidFill>
                <a:latin typeface="Noto Sans SC"/>
                <a:ea typeface="Noto Sans SC"/>
                <a:cs typeface="Noto Sans SC"/>
              </a:defRPr>
            </a:lvl5pPr>
            <a:lvl6pPr algn="l">
              <a:defRPr sz="1800" b="0">
                <a:solidFill>
                  <a:srgbClr val="1E293B"/>
                </a:solidFill>
                <a:latin typeface="Noto Sans SC"/>
                <a:ea typeface="Noto Sans SC"/>
                <a:cs typeface="Noto Sans SC"/>
              </a:defRPr>
            </a:lvl6pPr>
            <a:lvl7pPr algn="l">
              <a:defRPr sz="1800" b="0">
                <a:solidFill>
                  <a:srgbClr val="1E293B"/>
                </a:solidFill>
                <a:latin typeface="Noto Sans SC"/>
                <a:ea typeface="Noto Sans SC"/>
                <a:cs typeface="Noto Sans SC"/>
              </a:defRPr>
            </a:lvl7pPr>
            <a:lvl8pPr algn="l">
              <a:defRPr sz="1800" b="0">
                <a:solidFill>
                  <a:srgbClr val="1E293B"/>
                </a:solidFill>
                <a:latin typeface="Noto Sans SC"/>
                <a:ea typeface="Noto Sans SC"/>
                <a:cs typeface="Noto Sans SC"/>
              </a:defRPr>
            </a:lvl8pPr>
            <a:lvl9pPr algn="l">
              <a:defRPr sz="1800" b="0">
                <a:solidFill>
                  <a:srgbClr val="1E293B"/>
                </a:solidFill>
                <a:latin typeface="Noto Sans SC"/>
                <a:ea typeface="Noto Sans SC"/>
                <a:cs typeface="Noto Sans SC"/>
              </a:defRPr>
            </a:lvl9pPr>
          </a:lstStyle>
          <a:p xmlns:a="http://schemas.openxmlformats.org/drawingml/2006/main">
            <a:pPr algn="l">
              <a:defRPr sz="1800" b="0">
                <a:solidFill>
                  <a:srgbClr val="1E293B"/>
                </a:solidFill>
                <a:latin typeface="Noto Sans SC"/>
                <a:ea typeface="Noto Sans SC"/>
                <a:cs typeface="Noto Sans SC"/>
              </a:defRPr>
            </a:pPr>
            <a:r>
              <a:rPr sz="1800" b="0">
                <a:solidFill>
                  <a:srgbClr val="1E293B"/>
                </a:solidFill>
                <a:latin typeface="Noto Sans SC"/>
                <a:ea typeface="Noto Sans SC"/>
                <a:cs typeface="Noto Sans SC"/>
              </a:rPr>
              <a:t>区间：&lt;0.70／&lt;0.85／其余</a:t>
            </a:r>
          </a:p>
        </p:txBody>
      </p:sp>
      <p:sp>
        <p:nvSpPr>
          <p:cNvPr id="16" name="o15">
            <a:extLst xmlns:a="http://schemas.openxmlformats.org/drawingml/2006/main">
              <a:ext uri="{FF2B5EF4-FFF2-40B4-BE49-F238E27FC236}">
                <a16:creationId xmlns:a16="http://schemas.microsoft.com/office/drawing/2014/main" id="{29E93F25-751C-4EAA-BEF0-DA147F978DDF}"/>
              </a:ext>
            </a:extLst>
          </p:cNvPr>
          <p:cNvSpPr>
            <a:spLocks xmlns:a="http://schemas.openxmlformats.org/drawingml/2006/main" noGrp="1"/>
          </p:cNvSpPr>
          <p:nvPr/>
        </p:nvSpPr>
        <p:spPr>
          <a:xfrm xmlns:a="http://schemas.openxmlformats.org/drawingml/2006/main">
            <a:off x="7848600" y="4010025"/>
            <a:ext cx="66675" cy="66675"/>
          </a:xfrm>
          <a:prstGeom xmlns:a="http://schemas.openxmlformats.org/drawingml/2006/main" prst="ellipse">
            <a:avLst/>
          </a:prstGeom>
          <a:solidFill xmlns:a="http://schemas.openxmlformats.org/drawingml/2006/main">
            <a:srgbClr val="224E88"/>
          </a:solidFill>
          <a:ln xmlns:a="http://schemas.openxmlformats.org/drawingml/2006/main" w="0">
            <a:noFill/>
            <a:prstDash val="solid"/>
          </a:ln>
        </p:spPr>
      </p:sp>
      <p:sp>
        <p:nvSpPr>
          <p:cNvPr id="17" name="o16">
            <a:extLst xmlns:a="http://schemas.openxmlformats.org/drawingml/2006/main">
              <a:ext uri="{FF2B5EF4-FFF2-40B4-BE49-F238E27FC236}">
                <a16:creationId xmlns:a16="http://schemas.microsoft.com/office/drawing/2014/main" id="{E3F5BF00-DD10-4C09-8B32-6A0DD0E413A8}"/>
              </a:ext>
            </a:extLst>
          </p:cNvPr>
          <p:cNvSpPr>
            <a:spLocks xmlns:a="http://schemas.openxmlformats.org/drawingml/2006/main" noGrp="1"/>
          </p:cNvSpPr>
          <p:nvPr/>
        </p:nvSpPr>
        <p:spPr>
          <a:xfrm xmlns:a="http://schemas.openxmlformats.org/drawingml/2006/main">
            <a:off x="8058150" y="3800475"/>
            <a:ext cx="35242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0">
                <a:solidFill>
                  <a:srgbClr val="1E293B"/>
                </a:solidFill>
                <a:latin typeface="Noto Sans SC"/>
                <a:ea typeface="Noto Sans SC"/>
                <a:cs typeface="Noto Sans SC"/>
              </a:defRPr>
            </a:defPPr>
            <a:lvl1pPr algn="l">
              <a:defRPr sz="1800" b="0">
                <a:solidFill>
                  <a:srgbClr val="1E293B"/>
                </a:solidFill>
                <a:latin typeface="Noto Sans SC"/>
                <a:ea typeface="Noto Sans SC"/>
                <a:cs typeface="Noto Sans SC"/>
              </a:defRPr>
            </a:lvl1pPr>
            <a:lvl2pPr algn="l">
              <a:defRPr sz="1800" b="0">
                <a:solidFill>
                  <a:srgbClr val="1E293B"/>
                </a:solidFill>
                <a:latin typeface="Noto Sans SC"/>
                <a:ea typeface="Noto Sans SC"/>
                <a:cs typeface="Noto Sans SC"/>
              </a:defRPr>
            </a:lvl2pPr>
            <a:lvl3pPr algn="l">
              <a:defRPr sz="1800" b="0">
                <a:solidFill>
                  <a:srgbClr val="1E293B"/>
                </a:solidFill>
                <a:latin typeface="Noto Sans SC"/>
                <a:ea typeface="Noto Sans SC"/>
                <a:cs typeface="Noto Sans SC"/>
              </a:defRPr>
            </a:lvl3pPr>
            <a:lvl4pPr algn="l">
              <a:defRPr sz="1800" b="0">
                <a:solidFill>
                  <a:srgbClr val="1E293B"/>
                </a:solidFill>
                <a:latin typeface="Noto Sans SC"/>
                <a:ea typeface="Noto Sans SC"/>
                <a:cs typeface="Noto Sans SC"/>
              </a:defRPr>
            </a:lvl4pPr>
            <a:lvl5pPr algn="l">
              <a:defRPr sz="1800" b="0">
                <a:solidFill>
                  <a:srgbClr val="1E293B"/>
                </a:solidFill>
                <a:latin typeface="Noto Sans SC"/>
                <a:ea typeface="Noto Sans SC"/>
                <a:cs typeface="Noto Sans SC"/>
              </a:defRPr>
            </a:lvl5pPr>
            <a:lvl6pPr algn="l">
              <a:defRPr sz="1800" b="0">
                <a:solidFill>
                  <a:srgbClr val="1E293B"/>
                </a:solidFill>
                <a:latin typeface="Noto Sans SC"/>
                <a:ea typeface="Noto Sans SC"/>
                <a:cs typeface="Noto Sans SC"/>
              </a:defRPr>
            </a:lvl6pPr>
            <a:lvl7pPr algn="l">
              <a:defRPr sz="1800" b="0">
                <a:solidFill>
                  <a:srgbClr val="1E293B"/>
                </a:solidFill>
                <a:latin typeface="Noto Sans SC"/>
                <a:ea typeface="Noto Sans SC"/>
                <a:cs typeface="Noto Sans SC"/>
              </a:defRPr>
            </a:lvl7pPr>
            <a:lvl8pPr algn="l">
              <a:defRPr sz="1800" b="0">
                <a:solidFill>
                  <a:srgbClr val="1E293B"/>
                </a:solidFill>
                <a:latin typeface="Noto Sans SC"/>
                <a:ea typeface="Noto Sans SC"/>
                <a:cs typeface="Noto Sans SC"/>
              </a:defRPr>
            </a:lvl8pPr>
            <a:lvl9pPr algn="l">
              <a:defRPr sz="1800" b="0">
                <a:solidFill>
                  <a:srgbClr val="1E293B"/>
                </a:solidFill>
                <a:latin typeface="Noto Sans SC"/>
                <a:ea typeface="Noto Sans SC"/>
                <a:cs typeface="Noto Sans SC"/>
              </a:defRPr>
            </a:lvl9pPr>
          </a:lstStyle>
          <a:p xmlns:a="http://schemas.openxmlformats.org/drawingml/2006/main">
            <a:pPr algn="l">
              <a:defRPr sz="1800" b="0">
                <a:solidFill>
                  <a:srgbClr val="1E293B"/>
                </a:solidFill>
                <a:latin typeface="Noto Sans SC"/>
                <a:ea typeface="Noto Sans SC"/>
                <a:cs typeface="Noto Sans SC"/>
              </a:defRPr>
            </a:pPr>
            <a:r>
              <a:rPr sz="1800" b="0">
                <a:solidFill>
                  <a:srgbClr val="1E293B"/>
                </a:solidFill>
                <a:latin typeface="Noto Sans SC"/>
                <a:ea typeface="Noto Sans SC"/>
                <a:cs typeface="Noto Sans SC"/>
              </a:rPr>
              <a:t>飞手：任一high＋5</a:t>
            </a:r>
          </a:p>
        </p:txBody>
      </p:sp>
      <p:sp>
        <p:nvSpPr>
          <p:cNvPr id="18" name="o17">
            <a:extLst xmlns:a="http://schemas.openxmlformats.org/drawingml/2006/main">
              <a:ext uri="{FF2B5EF4-FFF2-40B4-BE49-F238E27FC236}">
                <a16:creationId xmlns:a16="http://schemas.microsoft.com/office/drawing/2014/main" id="{327987B5-2D4F-46D7-867F-0061A25DAD73}"/>
              </a:ext>
            </a:extLst>
          </p:cNvPr>
          <p:cNvSpPr>
            <a:spLocks xmlns:a="http://schemas.openxmlformats.org/drawingml/2006/main" noGrp="1"/>
          </p:cNvSpPr>
          <p:nvPr/>
        </p:nvSpPr>
        <p:spPr>
          <a:xfrm xmlns:a="http://schemas.openxmlformats.org/drawingml/2006/main">
            <a:off x="7848600" y="4533900"/>
            <a:ext cx="66675" cy="66675"/>
          </a:xfrm>
          <a:prstGeom xmlns:a="http://schemas.openxmlformats.org/drawingml/2006/main" prst="ellipse">
            <a:avLst/>
          </a:prstGeom>
          <a:solidFill xmlns:a="http://schemas.openxmlformats.org/drawingml/2006/main">
            <a:srgbClr val="224E88"/>
          </a:solidFill>
          <a:ln xmlns:a="http://schemas.openxmlformats.org/drawingml/2006/main" w="0">
            <a:noFill/>
            <a:prstDash val="solid"/>
          </a:ln>
        </p:spPr>
      </p:sp>
      <p:sp>
        <p:nvSpPr>
          <p:cNvPr id="19" name="o18">
            <a:extLst xmlns:a="http://schemas.openxmlformats.org/drawingml/2006/main">
              <a:ext uri="{FF2B5EF4-FFF2-40B4-BE49-F238E27FC236}">
                <a16:creationId xmlns:a16="http://schemas.microsoft.com/office/drawing/2014/main" id="{78B4343A-E704-4393-8D53-88CF86B1B923}"/>
              </a:ext>
            </a:extLst>
          </p:cNvPr>
          <p:cNvSpPr>
            <a:spLocks xmlns:a="http://schemas.openxmlformats.org/drawingml/2006/main" noGrp="1"/>
          </p:cNvSpPr>
          <p:nvPr/>
        </p:nvSpPr>
        <p:spPr>
          <a:xfrm xmlns:a="http://schemas.openxmlformats.org/drawingml/2006/main">
            <a:off x="8058150" y="4324350"/>
            <a:ext cx="35242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0">
                <a:solidFill>
                  <a:srgbClr val="1E293B"/>
                </a:solidFill>
                <a:latin typeface="Noto Sans SC"/>
                <a:ea typeface="Noto Sans SC"/>
                <a:cs typeface="Noto Sans SC"/>
              </a:defRPr>
            </a:defPPr>
            <a:lvl1pPr algn="l">
              <a:defRPr sz="1800" b="0">
                <a:solidFill>
                  <a:srgbClr val="1E293B"/>
                </a:solidFill>
                <a:latin typeface="Noto Sans SC"/>
                <a:ea typeface="Noto Sans SC"/>
                <a:cs typeface="Noto Sans SC"/>
              </a:defRPr>
            </a:lvl1pPr>
            <a:lvl2pPr algn="l">
              <a:defRPr sz="1800" b="0">
                <a:solidFill>
                  <a:srgbClr val="1E293B"/>
                </a:solidFill>
                <a:latin typeface="Noto Sans SC"/>
                <a:ea typeface="Noto Sans SC"/>
                <a:cs typeface="Noto Sans SC"/>
              </a:defRPr>
            </a:lvl2pPr>
            <a:lvl3pPr algn="l">
              <a:defRPr sz="1800" b="0">
                <a:solidFill>
                  <a:srgbClr val="1E293B"/>
                </a:solidFill>
                <a:latin typeface="Noto Sans SC"/>
                <a:ea typeface="Noto Sans SC"/>
                <a:cs typeface="Noto Sans SC"/>
              </a:defRPr>
            </a:lvl3pPr>
            <a:lvl4pPr algn="l">
              <a:defRPr sz="1800" b="0">
                <a:solidFill>
                  <a:srgbClr val="1E293B"/>
                </a:solidFill>
                <a:latin typeface="Noto Sans SC"/>
                <a:ea typeface="Noto Sans SC"/>
                <a:cs typeface="Noto Sans SC"/>
              </a:defRPr>
            </a:lvl4pPr>
            <a:lvl5pPr algn="l">
              <a:defRPr sz="1800" b="0">
                <a:solidFill>
                  <a:srgbClr val="1E293B"/>
                </a:solidFill>
                <a:latin typeface="Noto Sans SC"/>
                <a:ea typeface="Noto Sans SC"/>
                <a:cs typeface="Noto Sans SC"/>
              </a:defRPr>
            </a:lvl5pPr>
            <a:lvl6pPr algn="l">
              <a:defRPr sz="1800" b="0">
                <a:solidFill>
                  <a:srgbClr val="1E293B"/>
                </a:solidFill>
                <a:latin typeface="Noto Sans SC"/>
                <a:ea typeface="Noto Sans SC"/>
                <a:cs typeface="Noto Sans SC"/>
              </a:defRPr>
            </a:lvl6pPr>
            <a:lvl7pPr algn="l">
              <a:defRPr sz="1800" b="0">
                <a:solidFill>
                  <a:srgbClr val="1E293B"/>
                </a:solidFill>
                <a:latin typeface="Noto Sans SC"/>
                <a:ea typeface="Noto Sans SC"/>
                <a:cs typeface="Noto Sans SC"/>
              </a:defRPr>
            </a:lvl7pPr>
            <a:lvl8pPr algn="l">
              <a:defRPr sz="1800" b="0">
                <a:solidFill>
                  <a:srgbClr val="1E293B"/>
                </a:solidFill>
                <a:latin typeface="Noto Sans SC"/>
                <a:ea typeface="Noto Sans SC"/>
                <a:cs typeface="Noto Sans SC"/>
              </a:defRPr>
            </a:lvl8pPr>
            <a:lvl9pPr algn="l">
              <a:defRPr sz="1800" b="0">
                <a:solidFill>
                  <a:srgbClr val="1E293B"/>
                </a:solidFill>
                <a:latin typeface="Noto Sans SC"/>
                <a:ea typeface="Noto Sans SC"/>
                <a:cs typeface="Noto Sans SC"/>
              </a:defRPr>
            </a:lvl9pPr>
          </a:lstStyle>
          <a:p xmlns:a="http://schemas.openxmlformats.org/drawingml/2006/main">
            <a:pPr algn="l">
              <a:defRPr sz="1800" b="0">
                <a:solidFill>
                  <a:srgbClr val="1E293B"/>
                </a:solidFill>
                <a:latin typeface="Noto Sans SC"/>
                <a:ea typeface="Noto Sans SC"/>
                <a:cs typeface="Noto Sans SC"/>
              </a:defRPr>
            </a:pPr>
            <a:r>
              <a:rPr sz="1800" b="0">
                <a:solidFill>
                  <a:srgbClr val="1E293B"/>
                </a:solidFill>
                <a:latin typeface="Noto Sans SC"/>
                <a:ea typeface="Noto Sans SC"/>
                <a:cs typeface="Noto Sans SC"/>
              </a:rPr>
              <a:t>全部low−4，其余0</a:t>
            </a:r>
          </a:p>
        </p:txBody>
      </p:sp>
      <p:sp>
        <p:nvSpPr>
          <p:cNvPr id="20" name="o19">
            <a:extLst xmlns:a="http://schemas.openxmlformats.org/drawingml/2006/main">
              <a:ext uri="{FF2B5EF4-FFF2-40B4-BE49-F238E27FC236}">
                <a16:creationId xmlns:a16="http://schemas.microsoft.com/office/drawing/2014/main" id="{3E534F9F-3BD0-49AD-ADE9-260B0D3E238E}"/>
              </a:ext>
            </a:extLst>
          </p:cNvPr>
          <p:cNvSpPr>
            <a:spLocks xmlns:a="http://schemas.openxmlformats.org/drawingml/2006/main" noGrp="1"/>
          </p:cNvSpPr>
          <p:nvPr/>
        </p:nvSpPr>
        <p:spPr>
          <a:xfrm xmlns:a="http://schemas.openxmlformats.org/drawingml/2006/main">
            <a:off x="7848600" y="5057775"/>
            <a:ext cx="66675" cy="66675"/>
          </a:xfrm>
          <a:prstGeom xmlns:a="http://schemas.openxmlformats.org/drawingml/2006/main" prst="ellipse">
            <a:avLst/>
          </a:prstGeom>
          <a:solidFill xmlns:a="http://schemas.openxmlformats.org/drawingml/2006/main">
            <a:srgbClr val="224E88"/>
          </a:solidFill>
          <a:ln xmlns:a="http://schemas.openxmlformats.org/drawingml/2006/main" w="0">
            <a:noFill/>
            <a:prstDash val="solid"/>
          </a:ln>
        </p:spPr>
      </p:sp>
      <p:sp>
        <p:nvSpPr>
          <p:cNvPr id="21" name="o20">
            <a:extLst xmlns:a="http://schemas.openxmlformats.org/drawingml/2006/main">
              <a:ext uri="{FF2B5EF4-FFF2-40B4-BE49-F238E27FC236}">
                <a16:creationId xmlns:a16="http://schemas.microsoft.com/office/drawing/2014/main" id="{2C35869D-1819-410E-9D9B-D0D7F0881A4E}"/>
              </a:ext>
            </a:extLst>
          </p:cNvPr>
          <p:cNvSpPr>
            <a:spLocks xmlns:a="http://schemas.openxmlformats.org/drawingml/2006/main" noGrp="1"/>
          </p:cNvSpPr>
          <p:nvPr/>
        </p:nvSpPr>
        <p:spPr>
          <a:xfrm xmlns:a="http://schemas.openxmlformats.org/drawingml/2006/main">
            <a:off x="8058150" y="4848225"/>
            <a:ext cx="35242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0">
                <a:solidFill>
                  <a:srgbClr val="1E293B"/>
                </a:solidFill>
                <a:latin typeface="Noto Sans SC"/>
                <a:ea typeface="Noto Sans SC"/>
                <a:cs typeface="Noto Sans SC"/>
              </a:defRPr>
            </a:defPPr>
            <a:lvl1pPr algn="l">
              <a:defRPr sz="1800" b="0">
                <a:solidFill>
                  <a:srgbClr val="1E293B"/>
                </a:solidFill>
                <a:latin typeface="Noto Sans SC"/>
                <a:ea typeface="Noto Sans SC"/>
                <a:cs typeface="Noto Sans SC"/>
              </a:defRPr>
            </a:lvl1pPr>
            <a:lvl2pPr algn="l">
              <a:defRPr sz="1800" b="0">
                <a:solidFill>
                  <a:srgbClr val="1E293B"/>
                </a:solidFill>
                <a:latin typeface="Noto Sans SC"/>
                <a:ea typeface="Noto Sans SC"/>
                <a:cs typeface="Noto Sans SC"/>
              </a:defRPr>
            </a:lvl2pPr>
            <a:lvl3pPr algn="l">
              <a:defRPr sz="1800" b="0">
                <a:solidFill>
                  <a:srgbClr val="1E293B"/>
                </a:solidFill>
                <a:latin typeface="Noto Sans SC"/>
                <a:ea typeface="Noto Sans SC"/>
                <a:cs typeface="Noto Sans SC"/>
              </a:defRPr>
            </a:lvl3pPr>
            <a:lvl4pPr algn="l">
              <a:defRPr sz="1800" b="0">
                <a:solidFill>
                  <a:srgbClr val="1E293B"/>
                </a:solidFill>
                <a:latin typeface="Noto Sans SC"/>
                <a:ea typeface="Noto Sans SC"/>
                <a:cs typeface="Noto Sans SC"/>
              </a:defRPr>
            </a:lvl4pPr>
            <a:lvl5pPr algn="l">
              <a:defRPr sz="1800" b="0">
                <a:solidFill>
                  <a:srgbClr val="1E293B"/>
                </a:solidFill>
                <a:latin typeface="Noto Sans SC"/>
                <a:ea typeface="Noto Sans SC"/>
                <a:cs typeface="Noto Sans SC"/>
              </a:defRPr>
            </a:lvl5pPr>
            <a:lvl6pPr algn="l">
              <a:defRPr sz="1800" b="0">
                <a:solidFill>
                  <a:srgbClr val="1E293B"/>
                </a:solidFill>
                <a:latin typeface="Noto Sans SC"/>
                <a:ea typeface="Noto Sans SC"/>
                <a:cs typeface="Noto Sans SC"/>
              </a:defRPr>
            </a:lvl6pPr>
            <a:lvl7pPr algn="l">
              <a:defRPr sz="1800" b="0">
                <a:solidFill>
                  <a:srgbClr val="1E293B"/>
                </a:solidFill>
                <a:latin typeface="Noto Sans SC"/>
                <a:ea typeface="Noto Sans SC"/>
                <a:cs typeface="Noto Sans SC"/>
              </a:defRPr>
            </a:lvl7pPr>
            <a:lvl8pPr algn="l">
              <a:defRPr sz="1800" b="0">
                <a:solidFill>
                  <a:srgbClr val="1E293B"/>
                </a:solidFill>
                <a:latin typeface="Noto Sans SC"/>
                <a:ea typeface="Noto Sans SC"/>
                <a:cs typeface="Noto Sans SC"/>
              </a:defRPr>
            </a:lvl8pPr>
            <a:lvl9pPr algn="l">
              <a:defRPr sz="1800" b="0">
                <a:solidFill>
                  <a:srgbClr val="1E293B"/>
                </a:solidFill>
                <a:latin typeface="Noto Sans SC"/>
                <a:ea typeface="Noto Sans SC"/>
                <a:cs typeface="Noto Sans SC"/>
              </a:defRPr>
            </a:lvl9pPr>
          </a:lstStyle>
          <a:p xmlns:a="http://schemas.openxmlformats.org/drawingml/2006/main">
            <a:pPr algn="l">
              <a:defRPr sz="1800" b="0">
                <a:solidFill>
                  <a:srgbClr val="1E293B"/>
                </a:solidFill>
                <a:latin typeface="Noto Sans SC"/>
                <a:ea typeface="Noto Sans SC"/>
                <a:cs typeface="Noto Sans SC"/>
              </a:defRPr>
            </a:pPr>
            <a:r>
              <a:rPr sz="1800" b="0">
                <a:solidFill>
                  <a:srgbClr val="1E293B"/>
                </a:solidFill>
                <a:latin typeface="Noto Sans SC"/>
                <a:ea typeface="Noto Sans SC"/>
                <a:cs typeface="Noto Sans SC"/>
              </a:rPr>
              <a:t>66在部分规则中为下限</a:t>
            </a:r>
          </a:p>
        </p:txBody>
      </p:sp>
      <p:sp>
        <p:nvSpPr>
          <p:cNvPr id="22" name="o21">
            <a:extLst xmlns:a="http://schemas.openxmlformats.org/drawingml/2006/main">
              <a:ext uri="{FF2B5EF4-FFF2-40B4-BE49-F238E27FC236}">
                <a16:creationId xmlns:a16="http://schemas.microsoft.com/office/drawing/2014/main" id="{CD78D96B-C756-4AB9-9E4D-B59055E5D711}"/>
              </a:ext>
            </a:extLst>
          </p:cNvPr>
          <p:cNvSpPr>
            <a:spLocks xmlns:a="http://schemas.openxmlformats.org/drawingml/2006/main" noGrp="1"/>
          </p:cNvSpPr>
          <p:nvPr/>
        </p:nvSpPr>
        <p:spPr>
          <a:xfrm xmlns:a="http://schemas.openxmlformats.org/drawingml/2006/main">
            <a:off x="7848600" y="5553075"/>
            <a:ext cx="3733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0">
                <a:solidFill>
                  <a:srgbClr val="B5680B"/>
                </a:solidFill>
                <a:latin typeface="Noto Sans SC"/>
                <a:ea typeface="Noto Sans SC"/>
                <a:cs typeface="Noto Sans SC"/>
              </a:defRPr>
            </a:defPPr>
            <a:lvl1pPr algn="l">
              <a:defRPr sz="1800" b="0">
                <a:solidFill>
                  <a:srgbClr val="B5680B"/>
                </a:solidFill>
                <a:latin typeface="Noto Sans SC"/>
                <a:ea typeface="Noto Sans SC"/>
                <a:cs typeface="Noto Sans SC"/>
              </a:defRPr>
            </a:lvl1pPr>
            <a:lvl2pPr algn="l">
              <a:defRPr sz="1800" b="0">
                <a:solidFill>
                  <a:srgbClr val="B5680B"/>
                </a:solidFill>
                <a:latin typeface="Noto Sans SC"/>
                <a:ea typeface="Noto Sans SC"/>
                <a:cs typeface="Noto Sans SC"/>
              </a:defRPr>
            </a:lvl2pPr>
            <a:lvl3pPr algn="l">
              <a:defRPr sz="1800" b="0">
                <a:solidFill>
                  <a:srgbClr val="B5680B"/>
                </a:solidFill>
                <a:latin typeface="Noto Sans SC"/>
                <a:ea typeface="Noto Sans SC"/>
                <a:cs typeface="Noto Sans SC"/>
              </a:defRPr>
            </a:lvl3pPr>
            <a:lvl4pPr algn="l">
              <a:defRPr sz="1800" b="0">
                <a:solidFill>
                  <a:srgbClr val="B5680B"/>
                </a:solidFill>
                <a:latin typeface="Noto Sans SC"/>
                <a:ea typeface="Noto Sans SC"/>
                <a:cs typeface="Noto Sans SC"/>
              </a:defRPr>
            </a:lvl4pPr>
            <a:lvl5pPr algn="l">
              <a:defRPr sz="1800" b="0">
                <a:solidFill>
                  <a:srgbClr val="B5680B"/>
                </a:solidFill>
                <a:latin typeface="Noto Sans SC"/>
                <a:ea typeface="Noto Sans SC"/>
                <a:cs typeface="Noto Sans SC"/>
              </a:defRPr>
            </a:lvl5pPr>
            <a:lvl6pPr algn="l">
              <a:defRPr sz="1800" b="0">
                <a:solidFill>
                  <a:srgbClr val="B5680B"/>
                </a:solidFill>
                <a:latin typeface="Noto Sans SC"/>
                <a:ea typeface="Noto Sans SC"/>
                <a:cs typeface="Noto Sans SC"/>
              </a:defRPr>
            </a:lvl6pPr>
            <a:lvl7pPr algn="l">
              <a:defRPr sz="1800" b="0">
                <a:solidFill>
                  <a:srgbClr val="B5680B"/>
                </a:solidFill>
                <a:latin typeface="Noto Sans SC"/>
                <a:ea typeface="Noto Sans SC"/>
                <a:cs typeface="Noto Sans SC"/>
              </a:defRPr>
            </a:lvl7pPr>
            <a:lvl8pPr algn="l">
              <a:defRPr sz="1800" b="0">
                <a:solidFill>
                  <a:srgbClr val="B5680B"/>
                </a:solidFill>
                <a:latin typeface="Noto Sans SC"/>
                <a:ea typeface="Noto Sans SC"/>
                <a:cs typeface="Noto Sans SC"/>
              </a:defRPr>
            </a:lvl8pPr>
            <a:lvl9pPr algn="l">
              <a:defRPr sz="1800" b="0">
                <a:solidFill>
                  <a:srgbClr val="B5680B"/>
                </a:solidFill>
                <a:latin typeface="Noto Sans SC"/>
                <a:ea typeface="Noto Sans SC"/>
                <a:cs typeface="Noto Sans SC"/>
              </a:defRPr>
            </a:lvl9pPr>
          </a:lstStyle>
          <a:p xmlns:a="http://schemas.openxmlformats.org/drawingml/2006/main">
            <a:pPr algn="l">
              <a:defRPr sz="1800" b="0">
                <a:solidFill>
                  <a:srgbClr val="B5680B"/>
                </a:solidFill>
                <a:latin typeface="Noto Sans SC"/>
                <a:ea typeface="Noto Sans SC"/>
                <a:cs typeface="Noto Sans SC"/>
              </a:defRPr>
            </a:pPr>
            <a:r>
              <a:rPr sz="1800" b="0">
                <a:solidFill>
                  <a:srgbClr val="B5680B"/>
                </a:solidFill>
                <a:latin typeface="Noto Sans SC"/>
                <a:ea typeface="Noto Sans SC"/>
                <a:cs typeface="Noto Sans SC"/>
              </a:rPr>
              <a:t>空间不相关：封顶35</a:t>
            </a:r>
          </a:p>
          <a:p xmlns:a="http://schemas.openxmlformats.org/drawingml/2006/main">
            <a:pPr algn="l">
              <a:defRPr sz="1800" b="0">
                <a:solidFill>
                  <a:srgbClr val="B5680B"/>
                </a:solidFill>
                <a:latin typeface="Noto Sans SC"/>
                <a:ea typeface="Noto Sans SC"/>
                <a:cs typeface="Noto Sans SC"/>
              </a:defRPr>
            </a:pPr>
            <a:r>
              <a:rPr sz="1800" b="0">
                <a:solidFill>
                  <a:srgbClr val="B5680B"/>
                </a:solidFill>
                <a:latin typeface="Noto Sans SC"/>
                <a:ea typeface="Noto Sans SC"/>
                <a:cs typeface="Noto Sans SC"/>
              </a:rPr>
              <a:t>空间未知：不套此封顶</a:t>
            </a:r>
          </a:p>
        </p:txBody>
      </p:sp>
      <ns0:AlternateContent xmlns:a="http://schemas.openxmlformats.org/drawingml/2006/main" xmlns:m="http://schemas.openxmlformats.org/officeDocument/2006/math" xmlns:w="http://schemas.openxmlformats.org/wordprocessingml/2006/main" xmlns:a14="http://schemas.microsoft.com/office/drawing/2010/main" xmlns:r="http://schemas.openxmlformats.org/officeDocument/2006/relationships" xmlns:rel="http://schemas.openxmlformats.org/package/2006/relationships" xmlns:ct="http://schemas.openxmlformats.org/package/2006/content-types" xmlns:ns0="http://schemas.openxmlformats.org/markup-compatibility/2006">
        <ns0:Choice Requires="a14">
          <p:sp>
            <p:nvSpPr>
              <p:cNvPr id="7001" name="native-equation-srawA"/>
              <p:cNvSpPr txBox="1">
                <a:spLocks noGrp="1"/>
              </p:cNvSpPr>
              <p:nvPr/>
            </p:nvSpPr>
            <p:spPr>
              <a:xfrm>
                <a:off x="609600" y="2038350"/>
                <a:ext cx="6667500" cy="952500"/>
              </a:xfrm>
              <a:prstGeom prst="rect">
                <a:avLst/>
              </a:prstGeom>
              <a:noFill/>
              <a:ln>
                <a:noFill/>
              </a:ln>
            </p:spPr>
            <p:txBody>
              <a:bodyPr wrap="none" lIns="0" tIns="0" rIns="0" bIns="0" anchor="ctr">
                <a:noAutofit/>
              </a:bodyPr>
              <a:lstStyle/>
              <a:p>
                <a:pPr algn="ctr"/>
                <a14:m>
                  <m:oMathPara>
                    <m:oMathParaPr>
                      <m:jc m:val="center"/>
                    </m:oMathParaPr>
                    <m:oMath>
                      <m:sSub>
                        <m:sSubPr>
                          <m:ctrlPr>
                            <a:rPr lang="zh-CN" sz="2100" dirty="0">
                              <a:solidFill>
                                <a:srgbClr val="1C2530"/>
                              </a:solidFill>
                              <a:latin typeface="Cambria Math"/>
                              <a:ea typeface="Cambria Math"/>
                              <a:cs typeface="Cambria Math"/>
                            </a:rPr>
                          </m:ctrlPr>
                        </m:sSubPr>
                        <m:e>
                          <m:r>
                            <a:rPr lang="zh-CN" sz="2100" dirty="0">
                              <a:solidFill>
                                <a:srgbClr val="1C2530"/>
                              </a:solidFill>
                              <a:latin typeface="Cambria Math"/>
                              <a:ea typeface="Cambria Math"/>
                              <a:cs typeface="Cambria Math"/>
                            </a:rPr>
                            <m:t>𝑆</m:t>
                          </m:r>
                        </m:e>
                        <m:sub>
                          <m:r>
                            <m:rPr>
                              <m:sty m:val="p"/>
                            </m:rPr>
                            <a:rPr lang="zh-CN" sz="2100" dirty="0">
                              <a:solidFill>
                                <a:srgbClr val="1C2530"/>
                              </a:solidFill>
                              <a:latin typeface="Cambria Math"/>
                              <a:ea typeface="Cambria Math"/>
                              <a:cs typeface="Cambria Math"/>
                            </a:rPr>
                            <m:t>raw</m:t>
                          </m:r>
                        </m:sub>
                      </m:sSub>
                      <m:r>
                        <a:rPr lang="zh-CN" sz="2100" dirty="0">
                          <a:solidFill>
                            <a:srgbClr val="1C2530"/>
                          </a:solidFill>
                          <a:latin typeface="Cambria Math"/>
                          <a:ea typeface="Cambria Math"/>
                          <a:cs typeface="Cambria Math"/>
                        </a:rPr>
                        <m:t>=</m:t>
                      </m:r>
                      <m:nary>
                        <m:naryPr>
                          <m:chr m:val="∑"/>
                          <m:limLoc m:val="undOvr"/>
                          <m:ctrlPr>
                            <a:rPr lang="zh-CN" sz="2100" dirty="0">
                              <a:solidFill>
                                <a:srgbClr val="1C2530"/>
                              </a:solidFill>
                              <a:latin typeface="Cambria Math"/>
                              <a:ea typeface="Cambria Math"/>
                              <a:cs typeface="Cambria Math"/>
                            </a:rPr>
                          </m:ctrlPr>
                        </m:naryPr>
                        <m:sub>
                          <m:r>
                            <a:rPr lang="zh-CN" sz="2100" dirty="0">
                              <a:solidFill>
                                <a:srgbClr val="1C2530"/>
                              </a:solidFill>
                              <a:latin typeface="Cambria Math"/>
                              <a:ea typeface="Cambria Math"/>
                              <a:cs typeface="Cambria Math"/>
                            </a:rPr>
                            <m:t>𝑘</m:t>
                          </m:r>
                          <m:r>
                            <a:rPr lang="zh-CN" sz="2100" dirty="0">
                              <a:solidFill>
                                <a:srgbClr val="1C2530"/>
                              </a:solidFill>
                              <a:latin typeface="Cambria Math"/>
                              <a:ea typeface="Cambria Math"/>
                              <a:cs typeface="Cambria Math"/>
                            </a:rPr>
                            <m:t>=1</m:t>
                          </m:r>
                        </m:sub>
                        <m:sup>
                          <m:r>
                            <a:rPr lang="zh-CN" sz="2100" dirty="0">
                              <a:solidFill>
                                <a:srgbClr val="1C2530"/>
                              </a:solidFill>
                              <a:latin typeface="Cambria Math"/>
                              <a:ea typeface="Cambria Math"/>
                              <a:cs typeface="Cambria Math"/>
                            </a:rPr>
                            <m:t>10</m:t>
                          </m:r>
                        </m:sup>
                        <m:e>
                          <m:sSub>
                            <m:sSubPr>
                              <m:ctrlPr>
                                <a:rPr lang="zh-CN" sz="2100" dirty="0">
                                  <a:solidFill>
                                    <a:srgbClr val="1C2530"/>
                                  </a:solidFill>
                                  <a:latin typeface="Cambria Math"/>
                                  <a:ea typeface="Cambria Math"/>
                                  <a:cs typeface="Cambria Math"/>
                                </a:rPr>
                              </m:ctrlPr>
                            </m:sSubPr>
                            <m:e>
                              <m:r>
                                <a:rPr lang="zh-CN" sz="2100" dirty="0">
                                  <a:solidFill>
                                    <a:srgbClr val="1C2530"/>
                                  </a:solidFill>
                                  <a:latin typeface="Cambria Math"/>
                                  <a:ea typeface="Cambria Math"/>
                                  <a:cs typeface="Cambria Math"/>
                                </a:rPr>
                                <m:t>𝑤</m:t>
                              </m:r>
                            </m:e>
                            <m:sub>
                              <m:r>
                                <a:rPr lang="zh-CN" sz="2100" dirty="0">
                                  <a:solidFill>
                                    <a:srgbClr val="1C2530"/>
                                  </a:solidFill>
                                  <a:latin typeface="Cambria Math"/>
                                  <a:ea typeface="Cambria Math"/>
                                  <a:cs typeface="Cambria Math"/>
                                </a:rPr>
                                <m:t>𝑘</m:t>
                              </m:r>
                            </m:sub>
                          </m:sSub>
                          <m:r>
                            <a:rPr lang="zh-CN" sz="2100" dirty="0">
                              <a:solidFill>
                                <a:srgbClr val="1C2530"/>
                              </a:solidFill>
                              <a:latin typeface="Cambria Math"/>
                              <a:ea typeface="Cambria Math"/>
                              <a:cs typeface="Cambria Math"/>
                            </a:rPr>
                            <m:t> </m:t>
                          </m:r>
                          <m:sSub>
                            <m:sSubPr>
                              <m:ctrlPr>
                                <a:rPr lang="zh-CN" sz="2100" dirty="0">
                                  <a:solidFill>
                                    <a:srgbClr val="1C2530"/>
                                  </a:solidFill>
                                  <a:latin typeface="Cambria Math"/>
                                  <a:ea typeface="Cambria Math"/>
                                  <a:cs typeface="Cambria Math"/>
                                </a:rPr>
                              </m:ctrlPr>
                            </m:sSubPr>
                            <m:e>
                              <m:r>
                                <a:rPr lang="zh-CN" sz="2100" dirty="0">
                                  <a:solidFill>
                                    <a:srgbClr val="1C2530"/>
                                  </a:solidFill>
                                  <a:latin typeface="Cambria Math"/>
                                  <a:ea typeface="Cambria Math"/>
                                  <a:cs typeface="Cambria Math"/>
                                </a:rPr>
                                <m:t>𝑠</m:t>
                              </m:r>
                            </m:e>
                            <m:sub>
                              <m:r>
                                <a:rPr lang="zh-CN" sz="2100" dirty="0">
                                  <a:solidFill>
                                    <a:srgbClr val="1C2530"/>
                                  </a:solidFill>
                                  <a:latin typeface="Cambria Math"/>
                                  <a:ea typeface="Cambria Math"/>
                                  <a:cs typeface="Cambria Math"/>
                                </a:rPr>
                                <m:t>𝑘</m:t>
                              </m:r>
                            </m:sub>
                          </m:sSub>
                        </m:e>
                      </m:nary>
                      <m:r>
                        <a:rPr lang="zh-CN" sz="2100" dirty="0">
                          <a:solidFill>
                            <a:srgbClr val="1C2530"/>
                          </a:solidFill>
                          <a:latin typeface="Cambria Math"/>
                          <a:ea typeface="Cambria Math"/>
                          <a:cs typeface="Cambria Math"/>
                        </a:rPr>
                        <m:t>+</m:t>
                      </m:r>
                      <m:sSub>
                        <m:sSubPr>
                          <m:ctrlPr>
                            <a:rPr lang="zh-CN" sz="2100" dirty="0">
                              <a:solidFill>
                                <a:srgbClr val="1C2530"/>
                              </a:solidFill>
                              <a:latin typeface="Cambria Math"/>
                              <a:ea typeface="Cambria Math"/>
                              <a:cs typeface="Cambria Math"/>
                            </a:rPr>
                          </m:ctrlPr>
                        </m:sSubPr>
                        <m:e>
                          <m:r>
                            <a:rPr lang="zh-CN" sz="2100" dirty="0">
                              <a:solidFill>
                                <a:srgbClr val="1C2530"/>
                              </a:solidFill>
                              <a:latin typeface="Cambria Math"/>
                              <a:ea typeface="Cambria Math"/>
                              <a:cs typeface="Cambria Math"/>
                            </a:rPr>
                            <m:t>𝑏</m:t>
                          </m:r>
                        </m:e>
                        <m:sub>
                          <m:r>
                            <m:rPr>
                              <m:sty m:val="p"/>
                            </m:rPr>
                            <a:rPr lang="zh-CN" sz="2100" dirty="0">
                              <a:solidFill>
                                <a:srgbClr val="1C2530"/>
                              </a:solidFill>
                              <a:latin typeface="Cambria Math"/>
                              <a:ea typeface="Cambria Math"/>
                              <a:cs typeface="Cambria Math"/>
                            </a:rPr>
                            <m:t>pilot</m:t>
                          </m:r>
                        </m:sub>
                      </m:sSub>
                    </m:oMath>
                  </m:oMathPara>
                </a14:m>
                <a:endParaRPr/>
              </a:p>
            </p:txBody>
          </p:sp>
        </ns0:Choice>
        <ns0:Fallback>
          <p:sp>
            <p:nvSpPr>
              <p:cNvPr id="7001" name="native-equation-srawA"/>
              <p:cNvSpPr txBox="1">
                <a:spLocks noGrp="1" noRot="1" noChangeAspect="1" noMove="1" noResize="1" noEditPoints="1" noAdjustHandles="1" noChangeArrowheads="1" noChangeShapeType="1" noTextEdit="1"/>
              </p:cNvSpPr>
              <p:nvPr/>
            </p:nvSpPr>
            <p:spPr>
              <a:xfrm>
                <a:off x="609600" y="2181225"/>
                <a:ext cx="6667500" cy="666750"/>
              </a:xfrm>
              <a:prstGeom prst="rect">
                <a:avLst/>
              </a:prstGeom>
              <a:blipFill>
                <a:blip r:embed="rImported7001_2"/>
                <a:stretch>
                  <a:fillRect t="-12844" b="-18349"/>
                </a:stretch>
              </a:blipFill>
              <a:ln>
                <a:noFill/>
              </a:ln>
            </p:spPr>
            <p:txBody>
              <a:bodyPr/>
              <a:lstStyle/>
              <a:p>
                <a:r>
                  <a:rPr lang="zh-CN" altLang="en-US">
                    <a:noFill/>
                  </a:rPr>
                  <a:t> </a:t>
                </a:r>
              </a:p>
            </p:txBody>
          </p:sp>
        </ns0:Fallback>
      </ns0:AlternateContent>
      <ns0:AlternateContent xmlns:a="http://schemas.openxmlformats.org/drawingml/2006/main" xmlns:m="http://schemas.openxmlformats.org/officeDocument/2006/math" xmlns:w="http://schemas.openxmlformats.org/wordprocessingml/2006/main" xmlns:a14="http://schemas.microsoft.com/office/drawing/2010/main" xmlns:r="http://schemas.openxmlformats.org/officeDocument/2006/relationships" xmlns:rel="http://schemas.openxmlformats.org/package/2006/relationships" xmlns:ct="http://schemas.openxmlformats.org/package/2006/content-types" xmlns:ns0="http://schemas.openxmlformats.org/markup-compatibility/2006">
        <ns0:Choice Requires="a14">
          <p:sp>
            <p:nvSpPr>
              <p:cNvPr id="7002" name="native-equation-confidence"/>
              <p:cNvSpPr txBox="1">
                <a:spLocks noGrp="1"/>
              </p:cNvSpPr>
              <p:nvPr/>
            </p:nvSpPr>
            <p:spPr>
              <a:xfrm>
                <a:off x="609600" y="3009900"/>
                <a:ext cx="6667500" cy="762000"/>
              </a:xfrm>
              <a:prstGeom prst="rect">
                <a:avLst/>
              </a:prstGeom>
              <a:noFill/>
              <a:ln>
                <a:noFill/>
              </a:ln>
            </p:spPr>
            <p:txBody>
              <a:bodyPr wrap="none" lIns="0" tIns="0" rIns="0" bIns="0" anchor="ctr">
                <a:noAutofit/>
              </a:bodyPr>
              <a:lstStyle/>
              <a:p>
                <a:pPr algn="ctr"/>
                <a14:m>
                  <m:oMathPara>
                    <m:oMath>
                      <m:r>
                        <a:rPr>
                          <a:latin typeface="Cambria Math" panose="02040503050406030204" pitchFamily="18" charset="0"/>
                        </a:rPr>
                        <m:t>𝐶</m:t>
                      </m:r>
                      <m:r>
                        <a:rPr>
                          <a:latin typeface="Cambria Math" panose="02040503050406030204" pitchFamily="18" charset="0"/>
                        </a:rPr>
                        <m:t> = </m:t>
                      </m:r>
                      <m:r>
                        <a:rPr>
                          <a:latin typeface="Cambria Math" panose="02040503050406030204" pitchFamily="18" charset="0"/>
                        </a:rPr>
                        <m:t>𝑐𝑙𝑖𝑝</m:t>
                      </m:r>
                      <m:r>
                        <a:rPr>
                          <a:latin typeface="Cambria Math" panose="02040503050406030204" pitchFamily="18" charset="0"/>
                        </a:rPr>
                        <m:t>[0,1](0.70 </m:t>
                      </m:r>
                      <m:r>
                        <a:rPr>
                          <a:latin typeface="Cambria Math" panose="02040503050406030204" pitchFamily="18" charset="0"/>
                        </a:rPr>
                        <m:t>𝑞</m:t>
                      </m:r>
                      <m:r>
                        <a:rPr>
                          <a:latin typeface="Cambria Math" panose="02040503050406030204" pitchFamily="18" charset="0"/>
                        </a:rPr>
                        <m:t>̄ + 0.20 </m:t>
                      </m:r>
                      <m:sSub>
                        <m:sSubPr>
                          <m:ctrlPr>
                            <a:rPr>
                              <a:latin typeface="Cambria Math" panose="02040503050406030204" pitchFamily="18" charset="0"/>
                            </a:rPr>
                          </m:ctrlPr>
                        </m:sSubPr>
                        <m:e>
                          <m:r>
                            <a:rPr>
                              <a:latin typeface="Cambria Math" panose="02040503050406030204" pitchFamily="18" charset="0"/>
                            </a:rPr>
                            <m:t>𝑐</m:t>
                          </m:r>
                        </m:e>
                        <m:sub>
                          <m:r>
                            <a:rPr>
                              <a:latin typeface="Cambria Math" panose="02040503050406030204" pitchFamily="18" charset="0"/>
                            </a:rPr>
                            <m:t>𝐼</m:t>
                          </m:r>
                        </m:sub>
                      </m:sSub>
                      <m:r>
                        <a:rPr>
                          <a:latin typeface="Cambria Math" panose="02040503050406030204" pitchFamily="18" charset="0"/>
                        </a:rPr>
                        <m:t> + 0.10</m:t>
                      </m:r>
                      <m:r>
                        <a:rPr>
                          <a:latin typeface="Cambria Math" panose="02040503050406030204" pitchFamily="18" charset="0"/>
                        </a:rPr>
                        <m:t>𝑢</m:t>
                      </m:r>
                      <m:r>
                        <a:rPr>
                          <a:latin typeface="Cambria Math" panose="02040503050406030204" pitchFamily="18" charset="0"/>
                        </a:rPr>
                        <m:t>)</m:t>
                      </m:r>
                    </m:oMath>
                  </m:oMathPara>
                </a14:m>
                <a:endParaRPr/>
              </a:p>
            </p:txBody>
          </p:sp>
        </ns0:Choice>
        <ns0:Fallback>
          <p:sp>
            <p:nvSpPr>
              <p:cNvPr id="7002" name="native-equation-confidence"/>
              <p:cNvSpPr txBox="1">
                <a:spLocks noGrp="1" noRot="1" noChangeAspect="1" noMove="1" noResize="1" noEditPoints="1" noAdjustHandles="1" noChangeArrowheads="1" noChangeShapeType="1" noTextEdit="1"/>
              </p:cNvSpPr>
              <p:nvPr/>
            </p:nvSpPr>
            <p:spPr>
              <a:xfrm>
                <a:off x="609600" y="3009900"/>
                <a:ext cx="6667500" cy="762000"/>
              </a:xfrm>
              <a:prstGeom prst="rect">
                <a:avLst/>
              </a:prstGeom>
              <a:blipFill>
                <a:blip r:embed="rImported7002_3"/>
                <a:stretch>
                  <a:fillRect/>
                </a:stretch>
              </a:blipFill>
              <a:ln>
                <a:noFill/>
              </a:ln>
            </p:spPr>
            <p:txBody>
              <a:bodyPr/>
              <a:lstStyle/>
              <a:p>
                <a:r>
                  <a:rPr lang="zh-CN" altLang="en-US">
                    <a:noFill/>
                  </a:rPr>
                  <a:t> </a:t>
                </a:r>
              </a:p>
            </p:txBody>
          </p:sp>
        </ns0:Fallback>
      </ns0:AlternateContent>
      <ns0:AlternateContent xmlns:a="http://schemas.openxmlformats.org/drawingml/2006/main" xmlns:m="http://schemas.openxmlformats.org/officeDocument/2006/math" xmlns:w="http://schemas.openxmlformats.org/wordprocessingml/2006/main" xmlns:a14="http://schemas.microsoft.com/office/drawing/2010/main" xmlns:r="http://schemas.openxmlformats.org/officeDocument/2006/relationships" xmlns:rel="http://schemas.openxmlformats.org/package/2006/relationships" xmlns:ct="http://schemas.openxmlformats.org/package/2006/content-types" xmlns:ns0="http://schemas.openxmlformats.org/markup-compatibility/2006">
        <ns0:Choice Requires="a14">
          <p:sp>
            <p:nvSpPr>
              <p:cNvPr id="7003" name="native-equation-round"/>
              <p:cNvSpPr txBox="1">
                <a:spLocks noGrp="1"/>
              </p:cNvSpPr>
              <p:nvPr/>
            </p:nvSpPr>
            <p:spPr>
              <a:xfrm>
                <a:off x="609600" y="4362450"/>
                <a:ext cx="6667500" cy="466725"/>
              </a:xfrm>
              <a:prstGeom prst="rect">
                <a:avLst/>
              </a:prstGeom>
              <a:noFill/>
              <a:ln>
                <a:noFill/>
              </a:ln>
            </p:spPr>
            <p:txBody>
              <a:bodyPr wrap="none" lIns="0" tIns="0" rIns="0" bIns="0" anchor="ctr">
                <a:noAutofit/>
              </a:bodyPr>
              <a:lstStyle/>
              <a:p>
                <a:pPr algn="ctr"/>
                <a14:m>
                  <m:oMathPara>
                    <m:oMath>
                      <m:sSub>
                        <m:sSubPr>
                          <m:ctrlPr>
                            <a:rPr>
                              <a:latin typeface="Cambria Math" panose="02040503050406030204" pitchFamily="18" charset="0"/>
                            </a:rPr>
                          </m:ctrlPr>
                        </m:sSubPr>
                        <m:e>
                          <m:r>
                            <a:rPr>
                              <a:latin typeface="Cambria Math" panose="02040503050406030204" pitchFamily="18" charset="0"/>
                            </a:rPr>
                            <m:t>𝑆</m:t>
                          </m:r>
                        </m:e>
                        <m:sub>
                          <m:r>
                            <a:rPr>
                              <a:latin typeface="Cambria Math" panose="02040503050406030204" pitchFamily="18" charset="0"/>
                            </a:rPr>
                            <m:t>0</m:t>
                          </m:r>
                        </m:sub>
                      </m:sSub>
                      <m:r>
                        <a:rPr>
                          <a:latin typeface="Cambria Math" panose="02040503050406030204" pitchFamily="18" charset="0"/>
                        </a:rPr>
                        <m:t> = </m:t>
                      </m:r>
                      <m:r>
                        <a:rPr>
                          <a:latin typeface="Cambria Math" panose="02040503050406030204" pitchFamily="18" charset="0"/>
                        </a:rPr>
                        <m:t>𝑟𝑜𝑢𝑛𝑑</m:t>
                      </m:r>
                      <m:r>
                        <a:rPr>
                          <a:latin typeface="Cambria Math" panose="02040503050406030204" pitchFamily="18" charset="0"/>
                        </a:rPr>
                        <m:t>(</m:t>
                      </m:r>
                      <m:r>
                        <a:rPr>
                          <a:latin typeface="Cambria Math" panose="02040503050406030204" pitchFamily="18" charset="0"/>
                        </a:rPr>
                        <m:t>𝑐𝑙𝑖𝑝</m:t>
                      </m:r>
                      <m:r>
                        <a:rPr>
                          <a:latin typeface="Cambria Math" panose="02040503050406030204" pitchFamily="18" charset="0"/>
                        </a:rPr>
                        <m:t>[0,100](</m:t>
                      </m:r>
                      <m:sSub>
                        <m:sSubPr>
                          <m:ctrlPr>
                            <a:rPr>
                              <a:latin typeface="Cambria Math" panose="02040503050406030204" pitchFamily="18" charset="0"/>
                            </a:rPr>
                          </m:ctrlPr>
                        </m:sSubPr>
                        <m:e>
                          <m:r>
                            <a:rPr>
                              <a:latin typeface="Cambria Math" panose="02040503050406030204" pitchFamily="18" charset="0"/>
                            </a:rPr>
                            <m:t>𝑆</m:t>
                          </m:r>
                        </m:e>
                        <m:sub>
                          <m:r>
                            <a:rPr>
                              <a:latin typeface="Cambria Math" panose="02040503050406030204" pitchFamily="18" charset="0"/>
                            </a:rPr>
                            <m:t>𝑟𝑎𝑤</m:t>
                          </m:r>
                        </m:sub>
                      </m:sSub>
                      <m:r>
                        <a:rPr>
                          <a:latin typeface="Cambria Math" panose="02040503050406030204" pitchFamily="18" charset="0"/>
                        </a:rPr>
                        <m:t> + </m:t>
                      </m:r>
                      <m:sSub>
                        <m:sSubPr>
                          <m:ctrlPr>
                            <a:rPr>
                              <a:latin typeface="Cambria Math" panose="02040503050406030204" pitchFamily="18" charset="0"/>
                            </a:rPr>
                          </m:ctrlPr>
                        </m:sSubPr>
                        <m:e>
                          <m:r>
                            <a:rPr>
                              <a:latin typeface="Cambria Math" panose="02040503050406030204" pitchFamily="18" charset="0"/>
                            </a:rPr>
                            <m:t>𝛥</m:t>
                          </m:r>
                        </m:e>
                        <m:sub>
                          <m:r>
                            <a:rPr>
                              <a:latin typeface="Cambria Math" panose="02040503050406030204" pitchFamily="18" charset="0"/>
                            </a:rPr>
                            <m:t>𝐶</m:t>
                          </m:r>
                        </m:sub>
                      </m:sSub>
                      <m:r>
                        <a:rPr>
                          <a:latin typeface="Cambria Math" panose="02040503050406030204" pitchFamily="18" charset="0"/>
                        </a:rPr>
                        <m:t>))</m:t>
                      </m:r>
                    </m:oMath>
                  </m:oMathPara>
                </a14:m>
                <a:endParaRPr/>
              </a:p>
            </p:txBody>
          </p:sp>
        </ns0:Choice>
        <ns0:Fallback>
          <p:sp>
            <p:nvSpPr>
              <p:cNvPr id="7003" name="native-equation-round"/>
              <p:cNvSpPr txBox="1">
                <a:spLocks noGrp="1" noRot="1" noChangeAspect="1" noMove="1" noResize="1" noEditPoints="1" noAdjustHandles="1" noChangeArrowheads="1" noChangeShapeType="1" noTextEdit="1"/>
              </p:cNvSpPr>
              <p:nvPr/>
            </p:nvSpPr>
            <p:spPr>
              <a:xfrm>
                <a:off x="609600" y="4362450"/>
                <a:ext cx="6667500" cy="466725"/>
              </a:xfrm>
              <a:prstGeom prst="rect">
                <a:avLst/>
              </a:prstGeom>
              <a:blipFill>
                <a:blip r:embed="rImported7003_4"/>
                <a:stretch>
                  <a:fillRect b="-2632"/>
                </a:stretch>
              </a:blipFill>
              <a:ln>
                <a:noFill/>
              </a:ln>
            </p:spPr>
            <p:txBody>
              <a:bodyPr/>
              <a:lstStyle/>
              <a:p>
                <a:r>
                  <a:rPr lang="zh-CN" altLang="en-US">
                    <a:noFill/>
                  </a:rPr>
                  <a:t> </a:t>
                </a:r>
              </a:p>
            </p:txBody>
          </p:sp>
        </ns0:Fallback>
      </ns0:AlternateContent>
      <ns0:AlternateContent xmlns:a="http://schemas.openxmlformats.org/drawingml/2006/main" xmlns:m="http://schemas.openxmlformats.org/officeDocument/2006/math" xmlns:w="http://schemas.openxmlformats.org/wordprocessingml/2006/main" xmlns:a14="http://schemas.microsoft.com/office/drawing/2010/main" xmlns:r="http://schemas.openxmlformats.org/officeDocument/2006/relationships" xmlns:rel="http://schemas.openxmlformats.org/package/2006/relationships" xmlns:ct="http://schemas.openxmlformats.org/package/2006/content-types" xmlns:ns0="http://schemas.openxmlformats.org/markup-compatibility/2006">
        <ns0:Choice Requires="a14">
          <p:sp>
            <p:nvSpPr>
              <p:cNvPr id="7004" name="native-equation-floor"/>
              <p:cNvSpPr txBox="1">
                <a:spLocks noGrp="1"/>
              </p:cNvSpPr>
              <p:nvPr/>
            </p:nvSpPr>
            <p:spPr>
              <a:xfrm>
                <a:off x="609600" y="4895850"/>
                <a:ext cx="6667500" cy="457200"/>
              </a:xfrm>
              <a:prstGeom prst="rect">
                <a:avLst/>
              </a:prstGeom>
              <a:noFill/>
              <a:ln>
                <a:noFill/>
              </a:ln>
            </p:spPr>
            <p:txBody>
              <a:bodyPr wrap="none" lIns="0" tIns="0" rIns="0" bIns="0" anchor="ctr">
                <a:noAutofit/>
              </a:bodyPr>
              <a:lstStyle/>
              <a:p>
                <a:pPr algn="ctr"/>
                <a14:m>
                  <m:oMathPara>
                    <m:oMath>
                      <m:sSub>
                        <m:sSubPr>
                          <m:ctrlPr>
                            <a:rPr>
                              <a:latin typeface="Cambria Math" panose="02040503050406030204" pitchFamily="18" charset="0"/>
                            </a:rPr>
                          </m:ctrlPr>
                        </m:sSubPr>
                        <m:e>
                          <m:r>
                            <a:rPr>
                              <a:latin typeface="Cambria Math" panose="02040503050406030204" pitchFamily="18" charset="0"/>
                            </a:rPr>
                            <m:t>𝑆</m:t>
                          </m:r>
                        </m:e>
                        <m:sub>
                          <m:r>
                            <a:rPr>
                              <a:latin typeface="Cambria Math" panose="02040503050406030204" pitchFamily="18" charset="0"/>
                            </a:rPr>
                            <m:t>1</m:t>
                          </m:r>
                        </m:sub>
                      </m:sSub>
                      <m:r>
                        <a:rPr>
                          <a:latin typeface="Cambria Math" panose="02040503050406030204" pitchFamily="18" charset="0"/>
                        </a:rPr>
                        <m:t> = </m:t>
                      </m:r>
                      <m:r>
                        <a:rPr>
                          <a:latin typeface="Cambria Math" panose="02040503050406030204" pitchFamily="18" charset="0"/>
                        </a:rPr>
                        <m:t>𝑚𝑎𝑥</m:t>
                      </m:r>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𝑆</m:t>
                          </m:r>
                        </m:e>
                        <m:sub>
                          <m:r>
                            <a:rPr>
                              <a:latin typeface="Cambria Math" panose="02040503050406030204" pitchFamily="18" charset="0"/>
                            </a:rPr>
                            <m:t>0</m:t>
                          </m:r>
                        </m:sub>
                      </m:sSub>
                      <m:r>
                        <a:rPr>
                          <a:latin typeface="Cambria Math" panose="02040503050406030204" pitchFamily="18" charset="0"/>
                        </a:rPr>
                        <m:t>, </m:t>
                      </m:r>
                      <m:r>
                        <a:rPr>
                          <a:latin typeface="Cambria Math" panose="02040503050406030204" pitchFamily="18" charset="0"/>
                        </a:rPr>
                        <m:t>𝐹</m:t>
                      </m:r>
                      <m:r>
                        <a:rPr>
                          <a:latin typeface="Cambria Math" panose="02040503050406030204" pitchFamily="18" charset="0"/>
                        </a:rPr>
                        <m:t>)</m:t>
                      </m:r>
                    </m:oMath>
                  </m:oMathPara>
                </a14:m>
                <a:endParaRPr/>
              </a:p>
            </p:txBody>
          </p:sp>
        </ns0:Choice>
        <ns0:Fallback>
          <p:sp>
            <p:nvSpPr>
              <p:cNvPr id="7004" name="native-equation-floor"/>
              <p:cNvSpPr txBox="1">
                <a:spLocks noGrp="1" noRot="1" noChangeAspect="1" noMove="1" noResize="1" noEditPoints="1" noAdjustHandles="1" noChangeArrowheads="1" noChangeShapeType="1" noTextEdit="1"/>
              </p:cNvSpPr>
              <p:nvPr/>
            </p:nvSpPr>
            <p:spPr>
              <a:xfrm>
                <a:off x="609600" y="4895850"/>
                <a:ext cx="6667500" cy="457200"/>
              </a:xfrm>
              <a:prstGeom prst="rect">
                <a:avLst/>
              </a:prstGeom>
              <a:blipFill>
                <a:blip r:embed="rImported7004_5"/>
                <a:stretch>
                  <a:fillRect b="-1333"/>
                </a:stretch>
              </a:blipFill>
              <a:ln>
                <a:noFill/>
              </a:ln>
            </p:spPr>
            <p:txBody>
              <a:bodyPr/>
              <a:lstStyle/>
              <a:p>
                <a:r>
                  <a:rPr lang="zh-CN" altLang="en-US">
                    <a:noFill/>
                  </a:rPr>
                  <a:t> </a:t>
                </a:r>
              </a:p>
            </p:txBody>
          </p:sp>
        </ns0:Fallback>
      </ns0:AlternateContent>
      <ns0:AlternateContent xmlns:a="http://schemas.openxmlformats.org/drawingml/2006/main" xmlns:m="http://schemas.openxmlformats.org/officeDocument/2006/math" xmlns:w="http://schemas.openxmlformats.org/wordprocessingml/2006/main" xmlns:a14="http://schemas.microsoft.com/office/drawing/2010/main" xmlns:r="http://schemas.openxmlformats.org/officeDocument/2006/relationships" xmlns:rel="http://schemas.openxmlformats.org/package/2006/relationships" xmlns:ct="http://schemas.openxmlformats.org/package/2006/content-types" xmlns:ns0="http://schemas.openxmlformats.org/markup-compatibility/2006">
        <ns0:Choice Requires="a14">
          <p:sp>
            <p:nvSpPr>
              <p:cNvPr id="7005" name="native-equation-scope"/>
              <p:cNvSpPr txBox="1">
                <a:spLocks noGrp="1"/>
              </p:cNvSpPr>
              <p:nvPr/>
            </p:nvSpPr>
            <p:spPr>
              <a:xfrm>
                <a:off x="609600" y="5419725"/>
                <a:ext cx="6667500" cy="457200"/>
              </a:xfrm>
              <a:prstGeom prst="rect">
                <a:avLst/>
              </a:prstGeom>
              <a:noFill/>
              <a:ln>
                <a:noFill/>
              </a:ln>
            </p:spPr>
            <p:txBody>
              <a:bodyPr wrap="none" lIns="0" tIns="0" rIns="0" bIns="0" anchor="ctr">
                <a:noAutofit/>
              </a:bodyPr>
              <a:lstStyle/>
              <a:p>
                <a:pPr algn="ctr"/>
                <a14:m>
                  <m:oMathPara>
                    <m:oMath>
                      <m:r>
                        <a:rPr>
                          <a:latin typeface="Cambria Math" panose="02040503050406030204" pitchFamily="18" charset="0"/>
                        </a:rPr>
                        <m:t>𝑆</m:t>
                      </m:r>
                      <m:r>
                        <a:rPr>
                          <a:latin typeface="Cambria Math" panose="02040503050406030204" pitchFamily="18" charset="0"/>
                        </a:rPr>
                        <m:t> = </m:t>
                      </m:r>
                      <m:r>
                        <a:rPr>
                          <a:latin typeface="Cambria Math" panose="02040503050406030204" pitchFamily="18" charset="0"/>
                        </a:rPr>
                        <m:t>𝑚𝑖𝑛</m:t>
                      </m:r>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𝑆</m:t>
                          </m:r>
                        </m:e>
                        <m:sub>
                          <m:r>
                            <a:rPr>
                              <a:latin typeface="Cambria Math" panose="02040503050406030204" pitchFamily="18" charset="0"/>
                            </a:rPr>
                            <m:t>1</m:t>
                          </m:r>
                        </m:sub>
                      </m:sSub>
                      <m:r>
                        <a:rPr>
                          <a:latin typeface="Cambria Math" panose="02040503050406030204" pitchFamily="18" charset="0"/>
                        </a:rPr>
                        <m:t>, </m:t>
                      </m:r>
                      <m:sSub>
                        <m:sSubPr>
                          <m:ctrlPr>
                            <a:rPr>
                              <a:latin typeface="Cambria Math" panose="02040503050406030204" pitchFamily="18" charset="0"/>
                            </a:rPr>
                          </m:ctrlPr>
                        </m:sSubPr>
                        <m:e>
                          <m:r>
                            <a:rPr>
                              <a:latin typeface="Cambria Math" panose="02040503050406030204" pitchFamily="18" charset="0"/>
                            </a:rPr>
                            <m:t>𝑇</m:t>
                          </m:r>
                        </m:e>
                        <m:sub>
                          <m:r>
                            <a:rPr>
                              <a:latin typeface="Cambria Math" panose="02040503050406030204" pitchFamily="18" charset="0"/>
                            </a:rPr>
                            <m:t>𝑚</m:t>
                          </m:r>
                        </m:sub>
                      </m:sSub>
                      <m:r>
                        <a:rPr>
                          <a:latin typeface="Cambria Math" panose="02040503050406030204" pitchFamily="18" charset="0"/>
                        </a:rPr>
                        <m:t> − 1)   [</m:t>
                      </m:r>
                      <m:r>
                        <a:rPr>
                          <a:latin typeface="Cambria Math" panose="02040503050406030204" pitchFamily="18" charset="0"/>
                        </a:rPr>
                        <m:t>𝑖𝑟𝑟𝑒𝑙𝑒𝑣𝑎𝑛𝑡</m:t>
                      </m:r>
                      <m:r>
                        <a:rPr>
                          <a:latin typeface="Cambria Math" panose="02040503050406030204" pitchFamily="18" charset="0"/>
                        </a:rPr>
                        <m:t>]</m:t>
                      </m:r>
                    </m:oMath>
                  </m:oMathPara>
                </a14:m>
                <a:endParaRPr/>
              </a:p>
            </p:txBody>
          </p:sp>
        </ns0:Choice>
        <ns0:Fallback>
          <p:sp>
            <p:nvSpPr>
              <p:cNvPr id="7005" name="native-equation-scope"/>
              <p:cNvSpPr txBox="1">
                <a:spLocks noGrp="1" noRot="1" noChangeAspect="1" noMove="1" noResize="1" noEditPoints="1" noAdjustHandles="1" noChangeArrowheads="1" noChangeShapeType="1" noTextEdit="1"/>
              </p:cNvSpPr>
              <p:nvPr/>
            </p:nvSpPr>
            <p:spPr>
              <a:xfrm>
                <a:off x="609600" y="5419725"/>
                <a:ext cx="6667500" cy="457200"/>
              </a:xfrm>
              <a:prstGeom prst="rect">
                <a:avLst/>
              </a:prstGeom>
              <a:blipFill>
                <a:blip r:embed="rImported7005_6"/>
                <a:stretch>
                  <a:fillRect b="-4000"/>
                </a:stretch>
              </a:blipFill>
              <a:ln>
                <a:noFill/>
              </a:ln>
            </p:spPr>
            <p:txBody>
              <a:bodyPr/>
              <a:lstStyle/>
              <a:p>
                <a:r>
                  <a:rPr lang="zh-CN" altLang="en-US">
                    <a:noFill/>
                  </a:rPr>
                  <a:t> </a:t>
                </a:r>
              </a:p>
            </p:txBody>
          </p:sp>
        </ns0:Fallback>
      </ns0:AlternateContent>
    </p:spTree>
    <p:extLst>
      <p:ext uri="{BB962C8B-B14F-4D97-AF65-F5344CB8AC3E}">
        <p14:creationId xmlns:p14="http://schemas.microsoft.com/office/powerpoint/2010/main" val="1377965364"/>
      </p:ext>
    </p:extLst>
  </p:cSld>
</p:sld>
</file>

<file path=ppt/slides/slide37.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9" name="o0">
            <a:extLst xmlns:a="http://schemas.openxmlformats.org/drawingml/2006/main">
              <a:ext uri="{FF2B5EF4-FFF2-40B4-BE49-F238E27FC236}">
                <a16:creationId xmlns:a16="http://schemas.microsoft.com/office/drawing/2014/main" id="{90BA93C1-2269-4B7E-BACB-3AD8BC7DE2E0}"/>
              </a:ext>
            </a:extLst>
          </p:cNvPr>
          <p:cNvSpPr>
            <a:spLocks xmlns:a="http://schemas.openxmlformats.org/drawingml/2006/main" noGrp="1"/>
          </p:cNvSpPr>
          <p:nvPr/>
        </p:nvSpPr>
        <p:spPr>
          <a:xfrm xmlns:a="http://schemas.openxmlformats.org/drawingml/2006/main">
            <a:off x="609600" y="20955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00" b="0">
                <a:solidFill>
                  <a:srgbClr val="53657A"/>
                </a:solidFill>
                <a:latin typeface="Noto Sans SC"/>
                <a:ea typeface="Noto Sans SC"/>
                <a:cs typeface="Noto Sans SC"/>
              </a:defRPr>
            </a:defPPr>
            <a:lvl1pPr algn="l">
              <a:defRPr sz="1200" b="0">
                <a:solidFill>
                  <a:srgbClr val="53657A"/>
                </a:solidFill>
                <a:latin typeface="Noto Sans SC"/>
                <a:ea typeface="Noto Sans SC"/>
                <a:cs typeface="Noto Sans SC"/>
              </a:defRPr>
            </a:lvl1pPr>
            <a:lvl2pPr algn="l">
              <a:defRPr sz="1200" b="0">
                <a:solidFill>
                  <a:srgbClr val="53657A"/>
                </a:solidFill>
                <a:latin typeface="Noto Sans SC"/>
                <a:ea typeface="Noto Sans SC"/>
                <a:cs typeface="Noto Sans SC"/>
              </a:defRPr>
            </a:lvl2pPr>
            <a:lvl3pPr algn="l">
              <a:defRPr sz="1200" b="0">
                <a:solidFill>
                  <a:srgbClr val="53657A"/>
                </a:solidFill>
                <a:latin typeface="Noto Sans SC"/>
                <a:ea typeface="Noto Sans SC"/>
                <a:cs typeface="Noto Sans SC"/>
              </a:defRPr>
            </a:lvl3pPr>
            <a:lvl4pPr algn="l">
              <a:defRPr sz="1200" b="0">
                <a:solidFill>
                  <a:srgbClr val="53657A"/>
                </a:solidFill>
                <a:latin typeface="Noto Sans SC"/>
                <a:ea typeface="Noto Sans SC"/>
                <a:cs typeface="Noto Sans SC"/>
              </a:defRPr>
            </a:lvl4pPr>
            <a:lvl5pPr algn="l">
              <a:defRPr sz="1200" b="0">
                <a:solidFill>
                  <a:srgbClr val="53657A"/>
                </a:solidFill>
                <a:latin typeface="Noto Sans SC"/>
                <a:ea typeface="Noto Sans SC"/>
                <a:cs typeface="Noto Sans SC"/>
              </a:defRPr>
            </a:lvl5pPr>
            <a:lvl6pPr algn="l">
              <a:defRPr sz="1200" b="0">
                <a:solidFill>
                  <a:srgbClr val="53657A"/>
                </a:solidFill>
                <a:latin typeface="Noto Sans SC"/>
                <a:ea typeface="Noto Sans SC"/>
                <a:cs typeface="Noto Sans SC"/>
              </a:defRPr>
            </a:lvl6pPr>
            <a:lvl7pPr algn="l">
              <a:defRPr sz="1200" b="0">
                <a:solidFill>
                  <a:srgbClr val="53657A"/>
                </a:solidFill>
                <a:latin typeface="Noto Sans SC"/>
                <a:ea typeface="Noto Sans SC"/>
                <a:cs typeface="Noto Sans SC"/>
              </a:defRPr>
            </a:lvl7pPr>
            <a:lvl8pPr algn="l">
              <a:defRPr sz="1200" b="0">
                <a:solidFill>
                  <a:srgbClr val="53657A"/>
                </a:solidFill>
                <a:latin typeface="Noto Sans SC"/>
                <a:ea typeface="Noto Sans SC"/>
                <a:cs typeface="Noto Sans SC"/>
              </a:defRPr>
            </a:lvl8pPr>
            <a:lvl9pPr algn="l">
              <a:defRPr sz="1200" b="0">
                <a:solidFill>
                  <a:srgbClr val="53657A"/>
                </a:solidFill>
                <a:latin typeface="Noto Sans SC"/>
                <a:ea typeface="Noto Sans SC"/>
                <a:cs typeface="Noto Sans SC"/>
              </a:defRPr>
            </a:lvl9pPr>
          </a:lstStyle>
          <a:p xmlns:a="http://schemas.openxmlformats.org/drawingml/2006/main">
            <a:pPr algn="l">
              <a:defRPr sz="1200" b="0">
                <a:solidFill>
                  <a:srgbClr val="53657A"/>
                </a:solidFill>
                <a:latin typeface="Noto Sans SC"/>
                <a:ea typeface="Noto Sans SC"/>
                <a:cs typeface="Noto Sans SC"/>
              </a:defRPr>
            </a:pPr>
            <a:r>
              <a:rPr sz="1200" b="0">
                <a:solidFill>
                  <a:srgbClr val="53657A"/>
                </a:solidFill>
                <a:latin typeface="Noto Sans SC"/>
                <a:ea typeface="Noto Sans SC"/>
                <a:cs typeface="Noto Sans SC"/>
              </a:rPr>
              <a:t>算法原理与阶段验证</a:t>
            </a:r>
          </a:p>
        </p:txBody>
      </p:sp>
      <p:sp>
        <p:nvSpPr>
          <p:cNvPr id="2" name="o1">
            <a:extLst xmlns:a="http://schemas.openxmlformats.org/drawingml/2006/main">
              <a:ext uri="{FF2B5EF4-FFF2-40B4-BE49-F238E27FC236}">
                <a16:creationId xmlns:a16="http://schemas.microsoft.com/office/drawing/2014/main" id="{61CA28AE-0CEC-42B8-88AD-0A4A37170F06}"/>
              </a:ext>
            </a:extLst>
          </p:cNvPr>
          <p:cNvSpPr>
            <a:spLocks xmlns:a="http://schemas.openxmlformats.org/drawingml/2006/main" noGrp="1"/>
          </p:cNvSpPr>
          <p:nvPr/>
        </p:nvSpPr>
        <p:spPr>
          <a:xfrm xmlns:a="http://schemas.openxmlformats.org/drawingml/2006/main">
            <a:off x="609600" y="561975"/>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000" b="1">
                <a:solidFill>
                  <a:srgbClr val="16243A"/>
                </a:solidFill>
                <a:latin typeface="Noto Serif SC"/>
                <a:ea typeface="Noto Serif SC"/>
                <a:cs typeface="Noto Serif SC"/>
              </a:defRPr>
            </a:defPPr>
            <a:lvl1pPr algn="l">
              <a:defRPr sz="3000" b="1">
                <a:solidFill>
                  <a:srgbClr val="16243A"/>
                </a:solidFill>
                <a:latin typeface="Noto Serif SC"/>
                <a:ea typeface="Noto Serif SC"/>
                <a:cs typeface="Noto Serif SC"/>
              </a:defRPr>
            </a:lvl1pPr>
            <a:lvl2pPr algn="l">
              <a:defRPr sz="3000" b="1">
                <a:solidFill>
                  <a:srgbClr val="16243A"/>
                </a:solidFill>
                <a:latin typeface="Noto Serif SC"/>
                <a:ea typeface="Noto Serif SC"/>
                <a:cs typeface="Noto Serif SC"/>
              </a:defRPr>
            </a:lvl2pPr>
            <a:lvl3pPr algn="l">
              <a:defRPr sz="3000" b="1">
                <a:solidFill>
                  <a:srgbClr val="16243A"/>
                </a:solidFill>
                <a:latin typeface="Noto Serif SC"/>
                <a:ea typeface="Noto Serif SC"/>
                <a:cs typeface="Noto Serif SC"/>
              </a:defRPr>
            </a:lvl3pPr>
            <a:lvl4pPr algn="l">
              <a:defRPr sz="3000" b="1">
                <a:solidFill>
                  <a:srgbClr val="16243A"/>
                </a:solidFill>
                <a:latin typeface="Noto Serif SC"/>
                <a:ea typeface="Noto Serif SC"/>
                <a:cs typeface="Noto Serif SC"/>
              </a:defRPr>
            </a:lvl4pPr>
            <a:lvl5pPr algn="l">
              <a:defRPr sz="3000" b="1">
                <a:solidFill>
                  <a:srgbClr val="16243A"/>
                </a:solidFill>
                <a:latin typeface="Noto Serif SC"/>
                <a:ea typeface="Noto Serif SC"/>
                <a:cs typeface="Noto Serif SC"/>
              </a:defRPr>
            </a:lvl5pPr>
            <a:lvl6pPr algn="l">
              <a:defRPr sz="3000" b="1">
                <a:solidFill>
                  <a:srgbClr val="16243A"/>
                </a:solidFill>
                <a:latin typeface="Noto Serif SC"/>
                <a:ea typeface="Noto Serif SC"/>
                <a:cs typeface="Noto Serif SC"/>
              </a:defRPr>
            </a:lvl6pPr>
            <a:lvl7pPr algn="l">
              <a:defRPr sz="3000" b="1">
                <a:solidFill>
                  <a:srgbClr val="16243A"/>
                </a:solidFill>
                <a:latin typeface="Noto Serif SC"/>
                <a:ea typeface="Noto Serif SC"/>
                <a:cs typeface="Noto Serif SC"/>
              </a:defRPr>
            </a:lvl7pPr>
            <a:lvl8pPr algn="l">
              <a:defRPr sz="3000" b="1">
                <a:solidFill>
                  <a:srgbClr val="16243A"/>
                </a:solidFill>
                <a:latin typeface="Noto Serif SC"/>
                <a:ea typeface="Noto Serif SC"/>
                <a:cs typeface="Noto Serif SC"/>
              </a:defRPr>
            </a:lvl8pPr>
            <a:lvl9pPr algn="l">
              <a:defRPr sz="3000" b="1">
                <a:solidFill>
                  <a:srgbClr val="16243A"/>
                </a:solidFill>
                <a:latin typeface="Noto Serif SC"/>
                <a:ea typeface="Noto Serif SC"/>
                <a:cs typeface="Noto Serif SC"/>
              </a:defRPr>
            </a:lvl9pPr>
          </a:lstStyle>
          <a:p xmlns:a="http://schemas.openxmlformats.org/drawingml/2006/main">
            <a:pPr algn="l">
              <a:defRPr sz="3000" b="1">
                <a:solidFill>
                  <a:srgbClr val="16243A"/>
                </a:solidFill>
                <a:latin typeface="Noto Serif SC"/>
                <a:ea typeface="Noto Serif SC"/>
                <a:cs typeface="Noto Serif SC"/>
              </a:defRPr>
            </a:pPr>
            <a:r>
              <a:rPr sz="3000" b="1">
                <a:solidFill>
                  <a:srgbClr val="16243A"/>
                </a:solidFill>
                <a:latin typeface="Noto Serif SC"/>
                <a:ea typeface="Noto Serif SC"/>
                <a:cs typeface="Noto Serif SC"/>
              </a:rPr>
              <a:t>A7 辅助评估字段的实际语义</a:t>
            </a:r>
          </a:p>
        </p:txBody>
      </p:sp>
      <p:sp>
        <p:nvSpPr>
          <p:cNvPr id="3" name="line-2">
            <a:extLst xmlns:a="http://schemas.openxmlformats.org/drawingml/2006/main">
              <a:ext uri="{FF2B5EF4-FFF2-40B4-BE49-F238E27FC236}">
                <a16:creationId xmlns:a16="http://schemas.microsoft.com/office/drawing/2014/main" id="{C6F1EADC-CBB0-41D0-AACD-FFB94A933D7D}"/>
              </a:ext>
            </a:extLst>
          </p:cNvPr>
          <p:cNvSpPr>
            <a:spLocks xmlns:a="http://schemas.openxmlformats.org/drawingml/2006/main" noGrp="1"/>
          </p:cNvSpPr>
          <p:nvPr/>
        </p:nvSpPr>
        <p:spPr>
          <a:xfrm xmlns:a="http://schemas.openxmlformats.org/drawingml/2006/main" flipV="0">
            <a:off x="609600" y="1304925"/>
            <a:ext cx="10972800" cy="953"/>
          </a:xfrm>
          <a:prstGeom xmlns:a="http://schemas.openxmlformats.org/drawingml/2006/main" prst="line">
            <a:avLst/>
          </a:prstGeom>
          <a:noFill xmlns:a="http://schemas.openxmlformats.org/drawingml/2006/main"/>
          <a:ln xmlns:a="http://schemas.openxmlformats.org/drawingml/2006/main" w="19050">
            <a:solidFill>
              <a:srgbClr val="CCD6E3"/>
            </a:solidFill>
            <a:prstDash val="solid"/>
          </a:ln>
        </p:spPr>
      </p:sp>
      <p:sp>
        <p:nvSpPr>
          <p:cNvPr id="4" name="line-2">
            <a:extLst xmlns:a="http://schemas.openxmlformats.org/drawingml/2006/main">
              <a:ext uri="{FF2B5EF4-FFF2-40B4-BE49-F238E27FC236}">
                <a16:creationId xmlns:a16="http://schemas.microsoft.com/office/drawing/2014/main" id="{D3827972-95C8-4921-83E1-D925B3961B01}"/>
              </a:ext>
            </a:extLst>
          </p:cNvPr>
          <p:cNvSpPr>
            <a:spLocks xmlns:a="http://schemas.openxmlformats.org/drawingml/2006/main" noGrp="1"/>
          </p:cNvSpPr>
          <p:nvPr/>
        </p:nvSpPr>
        <p:spPr>
          <a:xfrm xmlns:a="http://schemas.openxmlformats.org/drawingml/2006/main" flipV="0">
            <a:off x="609600" y="1304925"/>
            <a:ext cx="762000" cy="953"/>
          </a:xfrm>
          <a:prstGeom xmlns:a="http://schemas.openxmlformats.org/drawingml/2006/main" prst="line">
            <a:avLst/>
          </a:prstGeom>
          <a:noFill xmlns:a="http://schemas.openxmlformats.org/drawingml/2006/main"/>
          <a:ln xmlns:a="http://schemas.openxmlformats.org/drawingml/2006/main" w="38100">
            <a:solidFill>
              <a:srgbClr val="224E88"/>
            </a:solidFill>
            <a:prstDash val="solid"/>
          </a:ln>
        </p:spPr>
      </p:sp>
      <p:sp>
        <p:nvSpPr>
          <p:cNvPr id="5" name="o4">
            <a:extLst xmlns:a="http://schemas.openxmlformats.org/drawingml/2006/main">
              <a:ext uri="{FF2B5EF4-FFF2-40B4-BE49-F238E27FC236}">
                <a16:creationId xmlns:a16="http://schemas.microsoft.com/office/drawing/2014/main" id="{9202863B-7B15-452A-AF98-57EE6C588821}"/>
              </a:ext>
            </a:extLst>
          </p:cNvPr>
          <p:cNvSpPr>
            <a:spLocks xmlns:a="http://schemas.openxmlformats.org/drawingml/2006/main" noGrp="1"/>
          </p:cNvSpPr>
          <p:nvPr/>
        </p:nvSpPr>
        <p:spPr>
          <a:xfrm xmlns:a="http://schemas.openxmlformats.org/drawingml/2006/main">
            <a:off x="609600" y="6496050"/>
            <a:ext cx="1000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38" b="0">
                <a:solidFill>
                  <a:srgbClr val="53657A"/>
                </a:solidFill>
                <a:latin typeface="Noto Sans SC"/>
                <a:ea typeface="Noto Sans SC"/>
                <a:cs typeface="Noto Sans SC"/>
              </a:defRPr>
            </a:defPPr>
            <a:lvl1pPr algn="l">
              <a:defRPr sz="938" b="0">
                <a:solidFill>
                  <a:srgbClr val="53657A"/>
                </a:solidFill>
                <a:latin typeface="Noto Sans SC"/>
                <a:ea typeface="Noto Sans SC"/>
                <a:cs typeface="Noto Sans SC"/>
              </a:defRPr>
            </a:lvl1pPr>
            <a:lvl2pPr algn="l">
              <a:defRPr sz="938" b="0">
                <a:solidFill>
                  <a:srgbClr val="53657A"/>
                </a:solidFill>
                <a:latin typeface="Noto Sans SC"/>
                <a:ea typeface="Noto Sans SC"/>
                <a:cs typeface="Noto Sans SC"/>
              </a:defRPr>
            </a:lvl2pPr>
            <a:lvl3pPr algn="l">
              <a:defRPr sz="938" b="0">
                <a:solidFill>
                  <a:srgbClr val="53657A"/>
                </a:solidFill>
                <a:latin typeface="Noto Sans SC"/>
                <a:ea typeface="Noto Sans SC"/>
                <a:cs typeface="Noto Sans SC"/>
              </a:defRPr>
            </a:lvl3pPr>
            <a:lvl4pPr algn="l">
              <a:defRPr sz="938" b="0">
                <a:solidFill>
                  <a:srgbClr val="53657A"/>
                </a:solidFill>
                <a:latin typeface="Noto Sans SC"/>
                <a:ea typeface="Noto Sans SC"/>
                <a:cs typeface="Noto Sans SC"/>
              </a:defRPr>
            </a:lvl4pPr>
            <a:lvl5pPr algn="l">
              <a:defRPr sz="938" b="0">
                <a:solidFill>
                  <a:srgbClr val="53657A"/>
                </a:solidFill>
                <a:latin typeface="Noto Sans SC"/>
                <a:ea typeface="Noto Sans SC"/>
                <a:cs typeface="Noto Sans SC"/>
              </a:defRPr>
            </a:lvl5pPr>
            <a:lvl6pPr algn="l">
              <a:defRPr sz="938" b="0">
                <a:solidFill>
                  <a:srgbClr val="53657A"/>
                </a:solidFill>
                <a:latin typeface="Noto Sans SC"/>
                <a:ea typeface="Noto Sans SC"/>
                <a:cs typeface="Noto Sans SC"/>
              </a:defRPr>
            </a:lvl6pPr>
            <a:lvl7pPr algn="l">
              <a:defRPr sz="938" b="0">
                <a:solidFill>
                  <a:srgbClr val="53657A"/>
                </a:solidFill>
                <a:latin typeface="Noto Sans SC"/>
                <a:ea typeface="Noto Sans SC"/>
                <a:cs typeface="Noto Sans SC"/>
              </a:defRPr>
            </a:lvl7pPr>
            <a:lvl8pPr algn="l">
              <a:defRPr sz="938" b="0">
                <a:solidFill>
                  <a:srgbClr val="53657A"/>
                </a:solidFill>
                <a:latin typeface="Noto Sans SC"/>
                <a:ea typeface="Noto Sans SC"/>
                <a:cs typeface="Noto Sans SC"/>
              </a:defRPr>
            </a:lvl8pPr>
            <a:lvl9pPr algn="l">
              <a:defRPr sz="938" b="0">
                <a:solidFill>
                  <a:srgbClr val="53657A"/>
                </a:solidFill>
                <a:latin typeface="Noto Sans SC"/>
                <a:ea typeface="Noto Sans SC"/>
                <a:cs typeface="Noto Sans SC"/>
              </a:defRPr>
            </a:lvl9pPr>
          </a:lstStyle>
          <a:p xmlns:a="http://schemas.openxmlformats.org/drawingml/2006/main">
            <a:pPr algn="l">
              <a:defRPr sz="938" b="0">
                <a:solidFill>
                  <a:srgbClr val="53657A"/>
                </a:solidFill>
                <a:latin typeface="Noto Sans SC"/>
                <a:ea typeface="Noto Sans SC"/>
                <a:cs typeface="Noto Sans SC"/>
              </a:defRPr>
            </a:pPr>
            <a:r>
              <a:rPr sz="938" b="0">
                <a:solidFill>
                  <a:srgbClr val="53657A"/>
                </a:solidFill>
                <a:latin typeface="Noto Sans SC"/>
                <a:ea typeface="Noto Sans SC"/>
                <a:cs typeface="Noto Sans SC"/>
              </a:rPr>
              <a:t>defense_analysis.py；代码代数核对与已有回归</a:t>
            </a:r>
          </a:p>
        </p:txBody>
      </p:sp>
      <p:sp>
        <p:nvSpPr>
          <p:cNvPr id="6" name="o5">
            <a:extLst xmlns:a="http://schemas.openxmlformats.org/drawingml/2006/main">
              <a:ext uri="{FF2B5EF4-FFF2-40B4-BE49-F238E27FC236}">
                <a16:creationId xmlns:a16="http://schemas.microsoft.com/office/drawing/2014/main" id="{8E3E855D-F023-4772-B2BE-24ACC325E130}"/>
              </a:ext>
            </a:extLst>
          </p:cNvPr>
          <p:cNvSpPr>
            <a:spLocks xmlns:a="http://schemas.openxmlformats.org/drawingml/2006/main" noGrp="1"/>
          </p:cNvSpPr>
          <p:nvPr/>
        </p:nvSpPr>
        <p:spPr>
          <a:xfrm xmlns:a="http://schemas.openxmlformats.org/drawingml/2006/main">
            <a:off x="10763250" y="6477000"/>
            <a:ext cx="819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3657A"/>
                </a:solidFill>
                <a:latin typeface="Noto Sans SC"/>
                <a:ea typeface="Noto Sans SC"/>
                <a:cs typeface="Noto Sans SC"/>
              </a:defRPr>
            </a:defPPr>
            <a:lvl1pPr algn="r">
              <a:defRPr sz="1200" b="0">
                <a:solidFill>
                  <a:srgbClr val="53657A"/>
                </a:solidFill>
                <a:latin typeface="Noto Sans SC"/>
                <a:ea typeface="Noto Sans SC"/>
                <a:cs typeface="Noto Sans SC"/>
              </a:defRPr>
            </a:lvl1pPr>
            <a:lvl2pPr algn="r">
              <a:defRPr sz="1200" b="0">
                <a:solidFill>
                  <a:srgbClr val="53657A"/>
                </a:solidFill>
                <a:latin typeface="Noto Sans SC"/>
                <a:ea typeface="Noto Sans SC"/>
                <a:cs typeface="Noto Sans SC"/>
              </a:defRPr>
            </a:lvl2pPr>
            <a:lvl3pPr algn="r">
              <a:defRPr sz="1200" b="0">
                <a:solidFill>
                  <a:srgbClr val="53657A"/>
                </a:solidFill>
                <a:latin typeface="Noto Sans SC"/>
                <a:ea typeface="Noto Sans SC"/>
                <a:cs typeface="Noto Sans SC"/>
              </a:defRPr>
            </a:lvl3pPr>
            <a:lvl4pPr algn="r">
              <a:defRPr sz="1200" b="0">
                <a:solidFill>
                  <a:srgbClr val="53657A"/>
                </a:solidFill>
                <a:latin typeface="Noto Sans SC"/>
                <a:ea typeface="Noto Sans SC"/>
                <a:cs typeface="Noto Sans SC"/>
              </a:defRPr>
            </a:lvl4pPr>
            <a:lvl5pPr algn="r">
              <a:defRPr sz="1200" b="0">
                <a:solidFill>
                  <a:srgbClr val="53657A"/>
                </a:solidFill>
                <a:latin typeface="Noto Sans SC"/>
                <a:ea typeface="Noto Sans SC"/>
                <a:cs typeface="Noto Sans SC"/>
              </a:defRPr>
            </a:lvl5pPr>
            <a:lvl6pPr algn="r">
              <a:defRPr sz="1200" b="0">
                <a:solidFill>
                  <a:srgbClr val="53657A"/>
                </a:solidFill>
                <a:latin typeface="Noto Sans SC"/>
                <a:ea typeface="Noto Sans SC"/>
                <a:cs typeface="Noto Sans SC"/>
              </a:defRPr>
            </a:lvl6pPr>
            <a:lvl7pPr algn="r">
              <a:defRPr sz="1200" b="0">
                <a:solidFill>
                  <a:srgbClr val="53657A"/>
                </a:solidFill>
                <a:latin typeface="Noto Sans SC"/>
                <a:ea typeface="Noto Sans SC"/>
                <a:cs typeface="Noto Sans SC"/>
              </a:defRPr>
            </a:lvl7pPr>
            <a:lvl8pPr algn="r">
              <a:defRPr sz="1200" b="0">
                <a:solidFill>
                  <a:srgbClr val="53657A"/>
                </a:solidFill>
                <a:latin typeface="Noto Sans SC"/>
                <a:ea typeface="Noto Sans SC"/>
                <a:cs typeface="Noto Sans SC"/>
              </a:defRPr>
            </a:lvl8pPr>
            <a:lvl9pPr algn="r">
              <a:defRPr sz="1200" b="0">
                <a:solidFill>
                  <a:srgbClr val="53657A"/>
                </a:solidFill>
                <a:latin typeface="Noto Sans SC"/>
                <a:ea typeface="Noto Sans SC"/>
                <a:cs typeface="Noto Sans SC"/>
              </a:defRPr>
            </a:lvl9pPr>
          </a:lstStyle>
          <a:p xmlns:a="http://schemas.openxmlformats.org/drawingml/2006/main">
            <a:pPr algn="r">
              <a:defRPr sz="1200" b="0">
                <a:solidFill>
                  <a:srgbClr val="53657A"/>
                </a:solidFill>
                <a:latin typeface="Noto Sans SC"/>
                <a:ea typeface="Noto Sans SC"/>
                <a:cs typeface="Noto Sans SC"/>
              </a:defRPr>
            </a:pPr>
            <a:r>
              <a:rPr sz="1200" b="0">
                <a:solidFill>
                  <a:srgbClr val="53657A"/>
                </a:solidFill>
                <a:latin typeface="Noto Sans SC"/>
                <a:ea typeface="Noto Sans SC"/>
                <a:cs typeface="Noto Sans SC"/>
              </a:rPr>
              <a:t>37 / 39</a:t>
            </a:r>
          </a:p>
        </p:txBody>
      </p:sp>
      <p:sp>
        <p:nvSpPr>
          <p:cNvPr id="7" name="line-4">
            <a:extLst xmlns:a="http://schemas.openxmlformats.org/drawingml/2006/main">
              <a:ext uri="{FF2B5EF4-FFF2-40B4-BE49-F238E27FC236}">
                <a16:creationId xmlns:a16="http://schemas.microsoft.com/office/drawing/2014/main" id="{F2FBE5F4-82CA-4C51-A8B9-D1B295987172}"/>
              </a:ext>
            </a:extLst>
          </p:cNvPr>
          <p:cNvSpPr>
            <a:spLocks xmlns:a="http://schemas.openxmlformats.org/drawingml/2006/main" noGrp="1"/>
          </p:cNvSpPr>
          <p:nvPr/>
        </p:nvSpPr>
        <p:spPr>
          <a:xfrm xmlns:a="http://schemas.openxmlformats.org/drawingml/2006/main" flipV="0">
            <a:off x="609600" y="5915025"/>
            <a:ext cx="10972800" cy="953"/>
          </a:xfrm>
          <a:prstGeom xmlns:a="http://schemas.openxmlformats.org/drawingml/2006/main" prst="line">
            <a:avLst/>
          </a:prstGeom>
          <a:noFill xmlns:a="http://schemas.openxmlformats.org/drawingml/2006/main"/>
          <a:ln xmlns:a="http://schemas.openxmlformats.org/drawingml/2006/main" w="19050">
            <a:solidFill>
              <a:srgbClr val="CCD6E3"/>
            </a:solidFill>
            <a:prstDash val="solid"/>
          </a:ln>
        </p:spPr>
      </p:sp>
      <p:sp>
        <p:nvSpPr>
          <p:cNvPr id="8" name="o7">
            <a:extLst xmlns:a="http://schemas.openxmlformats.org/drawingml/2006/main">
              <a:ext uri="{FF2B5EF4-FFF2-40B4-BE49-F238E27FC236}">
                <a16:creationId xmlns:a16="http://schemas.microsoft.com/office/drawing/2014/main" id="{A93FE5C8-5C6F-40C7-B2B8-050F62FA5D74}"/>
              </a:ext>
            </a:extLst>
          </p:cNvPr>
          <p:cNvSpPr>
            <a:spLocks xmlns:a="http://schemas.openxmlformats.org/drawingml/2006/main" noGrp="1"/>
          </p:cNvSpPr>
          <p:nvPr/>
        </p:nvSpPr>
        <p:spPr>
          <a:xfrm xmlns:a="http://schemas.openxmlformats.org/drawingml/2006/main">
            <a:off x="609600" y="6019800"/>
            <a:ext cx="109728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75" b="0">
                <a:solidFill>
                  <a:srgbClr val="0F6E73"/>
                </a:solidFill>
                <a:latin typeface="Noto Sans SC"/>
                <a:ea typeface="Noto Sans SC"/>
                <a:cs typeface="Noto Sans SC"/>
              </a:defRPr>
            </a:defPPr>
            <a:lvl1pPr algn="l">
              <a:defRPr sz="1575" b="0">
                <a:solidFill>
                  <a:srgbClr val="0F6E73"/>
                </a:solidFill>
                <a:latin typeface="Noto Sans SC"/>
                <a:ea typeface="Noto Sans SC"/>
                <a:cs typeface="Noto Sans SC"/>
              </a:defRPr>
            </a:lvl1pPr>
            <a:lvl2pPr algn="l">
              <a:defRPr sz="1575" b="0">
                <a:solidFill>
                  <a:srgbClr val="0F6E73"/>
                </a:solidFill>
                <a:latin typeface="Noto Sans SC"/>
                <a:ea typeface="Noto Sans SC"/>
                <a:cs typeface="Noto Sans SC"/>
              </a:defRPr>
            </a:lvl2pPr>
            <a:lvl3pPr algn="l">
              <a:defRPr sz="1575" b="0">
                <a:solidFill>
                  <a:srgbClr val="0F6E73"/>
                </a:solidFill>
                <a:latin typeface="Noto Sans SC"/>
                <a:ea typeface="Noto Sans SC"/>
                <a:cs typeface="Noto Sans SC"/>
              </a:defRPr>
            </a:lvl3pPr>
            <a:lvl4pPr algn="l">
              <a:defRPr sz="1575" b="0">
                <a:solidFill>
                  <a:srgbClr val="0F6E73"/>
                </a:solidFill>
                <a:latin typeface="Noto Sans SC"/>
                <a:ea typeface="Noto Sans SC"/>
                <a:cs typeface="Noto Sans SC"/>
              </a:defRPr>
            </a:lvl4pPr>
            <a:lvl5pPr algn="l">
              <a:defRPr sz="1575" b="0">
                <a:solidFill>
                  <a:srgbClr val="0F6E73"/>
                </a:solidFill>
                <a:latin typeface="Noto Sans SC"/>
                <a:ea typeface="Noto Sans SC"/>
                <a:cs typeface="Noto Sans SC"/>
              </a:defRPr>
            </a:lvl5pPr>
            <a:lvl6pPr algn="l">
              <a:defRPr sz="1575" b="0">
                <a:solidFill>
                  <a:srgbClr val="0F6E73"/>
                </a:solidFill>
                <a:latin typeface="Noto Sans SC"/>
                <a:ea typeface="Noto Sans SC"/>
                <a:cs typeface="Noto Sans SC"/>
              </a:defRPr>
            </a:lvl6pPr>
            <a:lvl7pPr algn="l">
              <a:defRPr sz="1575" b="0">
                <a:solidFill>
                  <a:srgbClr val="0F6E73"/>
                </a:solidFill>
                <a:latin typeface="Noto Sans SC"/>
                <a:ea typeface="Noto Sans SC"/>
                <a:cs typeface="Noto Sans SC"/>
              </a:defRPr>
            </a:lvl7pPr>
            <a:lvl8pPr algn="l">
              <a:defRPr sz="1575" b="0">
                <a:solidFill>
                  <a:srgbClr val="0F6E73"/>
                </a:solidFill>
                <a:latin typeface="Noto Sans SC"/>
                <a:ea typeface="Noto Sans SC"/>
                <a:cs typeface="Noto Sans SC"/>
              </a:defRPr>
            </a:lvl8pPr>
            <a:lvl9pPr algn="l">
              <a:defRPr sz="1575" b="0">
                <a:solidFill>
                  <a:srgbClr val="0F6E73"/>
                </a:solidFill>
                <a:latin typeface="Noto Sans SC"/>
                <a:ea typeface="Noto Sans SC"/>
                <a:cs typeface="Noto Sans SC"/>
              </a:defRPr>
            </a:lvl9pPr>
          </a:lstStyle>
          <a:p xmlns:a="http://schemas.openxmlformats.org/drawingml/2006/main">
            <a:pPr algn="l">
              <a:defRPr sz="1575" b="0">
                <a:solidFill>
                  <a:srgbClr val="0F6E73"/>
                </a:solidFill>
                <a:latin typeface="Noto Sans SC"/>
                <a:ea typeface="Noto Sans SC"/>
                <a:cs typeface="Noto Sans SC"/>
              </a:defRPr>
            </a:pPr>
            <a:r>
              <a:rPr sz="1575" b="0">
                <a:solidFill>
                  <a:srgbClr val="0F6E73"/>
                </a:solidFill>
                <a:latin typeface="Noto Sans SC"/>
                <a:ea typeface="Noto Sans SC"/>
                <a:cs typeface="Noto Sans SC"/>
              </a:rPr>
              <a:t>当前数量约束下，多成员足量分支化简为平均输入概率；仅作模型定义解释。</a:t>
            </a:r>
          </a:p>
        </p:txBody>
      </p:sp>
      <p:graphicFrame xmlns:a="http://schemas.openxmlformats.org/drawingml/2006/main" xmlns:m="http://schemas.openxmlformats.org/officeDocument/2006/math" xmlns:w="http://schemas.openxmlformats.org/wordprocessingml/2006/main" xmlns:a14="http://schemas.microsoft.com/office/drawing/2010/main" xmlns:r="http://schemas.openxmlformats.org/officeDocument/2006/relationships" xmlns:rel="http://schemas.openxmlformats.org/package/2006/relationships" xmlns:ct="http://schemas.openxmlformats.org/package/2006/content-types">
        <p:nvGraphicFramePr>
          <p:cNvPr id="7001" name="native-table-7001"/>
          <p:cNvGraphicFramePr/>
          <p:nvPr/>
        </p:nvGraphicFramePr>
        <p:xfrm>
          <a:off x="609600" y="1762125"/>
          <a:ext cx="10972800" cy="3667125"/>
        </p:xfrm>
        <a:graphic>
          <a:graphicData uri="http://schemas.openxmlformats.org/drawingml/2006/table">
            <a:tbl>
              <a:tblPr firstRow="1" bandRow="1"/>
              <a:tblGrid>
                <a:gridCol w="3657600">
                  <a:extLst>
                    <a:ext uri="{9D8B030D-6E8A-4147-A177-3AD203B41FA5}">
                      <ns0:colId xmlns:ns0="http://schemas.microsoft.com/office/drawing/2014/main" val="20000"/>
                    </a:ext>
                  </a:extLst>
                </a:gridCol>
                <a:gridCol w="3657600">
                  <a:extLst>
                    <a:ext uri="{9D8B030D-6E8A-4147-A177-3AD203B41FA5}">
                      <ns0:colId xmlns:ns0="http://schemas.microsoft.com/office/drawing/2014/main" val="20001"/>
                    </a:ext>
                  </a:extLst>
                </a:gridCol>
                <a:gridCol w="3657600">
                  <a:extLst>
                    <a:ext uri="{9D8B030D-6E8A-4147-A177-3AD203B41FA5}">
                      <ns0:colId xmlns:ns0="http://schemas.microsoft.com/office/drawing/2014/main" val="20002"/>
                    </a:ext>
                  </a:extLst>
                </a:gridCol>
              </a:tblGrid>
              <a:tr h="611188">
                <a:tc>
                  <a:txBody>
                    <a:bodyPr/>
                    <a:lstStyle/>
                    <a:p>
                      <a:pPr algn="l"/>
                      <a:r>
                        <a:rPr lang="zh-CN" sz="1700" b="1">
                          <a:solidFill>
                            <a:srgbClr val="1E293B"/>
                          </a:solidFill>
                          <a:latin typeface="Noto Sans SC"/>
                          <a:ea typeface="Noto Sans SC"/>
                          <a:cs typeface="Noto Sans SC"/>
                        </a:rPr>
                        <a:t>字段／方法</a:t>
                      </a:r>
                      <a:endParaRPr lang="zh-CN" sz="170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DFE8F1"/>
                    </a:solidFill>
                  </a:tcPr>
                </a:tc>
                <a:tc>
                  <a:txBody>
                    <a:bodyPr/>
                    <a:lstStyle/>
                    <a:p>
                      <a:pPr algn="l"/>
                      <a:r>
                        <a:rPr lang="zh-CN" sz="1700" b="1">
                          <a:solidFill>
                            <a:srgbClr val="1E293B"/>
                          </a:solidFill>
                          <a:latin typeface="Noto Sans SC"/>
                          <a:ea typeface="Noto Sans SC"/>
                          <a:cs typeface="Noto Sans SC"/>
                        </a:rPr>
                        <a:t>实际含义</a:t>
                      </a:r>
                      <a:endParaRPr lang="zh-CN" sz="170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DFE8F1"/>
                    </a:solidFill>
                  </a:tcPr>
                </a:tc>
                <a:tc>
                  <a:txBody>
                    <a:bodyPr/>
                    <a:lstStyle/>
                    <a:p>
                      <a:pPr algn="l"/>
                      <a:r>
                        <a:rPr lang="zh-CN" sz="1700" b="1">
                          <a:solidFill>
                            <a:srgbClr val="1E293B"/>
                          </a:solidFill>
                          <a:latin typeface="Noto Sans SC"/>
                          <a:ea typeface="Noto Sans SC"/>
                          <a:cs typeface="Noto Sans SC"/>
                        </a:rPr>
                        <a:t>边界</a:t>
                      </a:r>
                      <a:endParaRPr lang="zh-CN" sz="170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DFE8F1"/>
                    </a:solidFill>
                  </a:tcPr>
                </a:tc>
                <a:extLst>
                  <a:ext uri="{0D108BD9-81ED-4DB2-BD59-A6C34878D82A}">
                    <ns0:rowId xmlns:ns0="http://schemas.microsoft.com/office/drawing/2014/main" val="10000"/>
                  </a:ext>
                </a:extLst>
              </a:tr>
              <a:tr h="611188">
                <a:tc>
                  <a:txBody>
                    <a:bodyPr/>
                    <a:lstStyle/>
                    <a:p>
                      <a:pPr algn="l"/>
                      <a:r>
                        <a:rPr lang="zh-CN" sz="1700" b="0">
                          <a:solidFill>
                            <a:srgbClr val="1E293B"/>
                          </a:solidFill>
                          <a:latin typeface="Noto Sans SC"/>
                          <a:ea typeface="Noto Sans SC"/>
                          <a:cs typeface="Noto Sans SC"/>
                        </a:rPr>
                        <a:t>combinedDetectionProbability</a:t>
                      </a:r>
                      <a:endParaRPr lang="zh-CN" sz="170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FFFFF"/>
                    </a:solidFill>
                  </a:tcPr>
                </a:tc>
                <a:tc>
                  <a:txBody>
                    <a:bodyPr/>
                    <a:lstStyle/>
                    <a:p>
                      <a:pPr algn="l"/>
                      <a:r>
                        <a:rPr lang="zh-CN" sz="1700" b="0">
                          <a:solidFill>
                            <a:srgbClr val="1E293B"/>
                          </a:solidFill>
                          <a:latin typeface="Noto Sans SC"/>
                          <a:ea typeface="Noto Sans SC"/>
                          <a:cs typeface="Noto Sans SC"/>
                        </a:rPr>
                        <a:t>覆盖代表点的输入概率组合</a:t>
                      </a:r>
                      <a:endParaRPr lang="zh-CN" sz="170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FFFFF"/>
                    </a:solidFill>
                  </a:tcPr>
                </a:tc>
                <a:tc>
                  <a:txBody>
                    <a:bodyPr/>
                    <a:lstStyle/>
                    <a:p>
                      <a:pPr algn="l"/>
                      <a:r>
                        <a:rPr lang="zh-CN" sz="1700" b="0">
                          <a:solidFill>
                            <a:srgbClr val="1E293B"/>
                          </a:solidFill>
                          <a:latin typeface="Noto Sans SC"/>
                          <a:ea typeface="Noto Sans SC"/>
                          <a:cs typeface="Noto Sans SC"/>
                        </a:rPr>
                        <a:t>独立事件形式，未校准</a:t>
                      </a:r>
                      <a:endParaRPr lang="zh-CN" sz="170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FFFFF"/>
                    </a:solidFill>
                  </a:tcPr>
                </a:tc>
                <a:extLst>
                  <a:ext uri="{0D108BD9-81ED-4DB2-BD59-A6C34878D82A}">
                    <ns0:rowId xmlns:ns0="http://schemas.microsoft.com/office/drawing/2014/main" val="10001"/>
                  </a:ext>
                </a:extLst>
              </a:tr>
              <a:tr h="611188">
                <a:tc>
                  <a:txBody>
                    <a:bodyPr/>
                    <a:lstStyle/>
                    <a:p>
                      <a:pPr algn="l"/>
                      <a:r>
                        <a:rPr lang="zh-CN" sz="1700" b="0">
                          <a:solidFill>
                            <a:srgbClr val="1E293B"/>
                          </a:solidFill>
                          <a:latin typeface="Noto Sans SC"/>
                          <a:ea typeface="Noto Sans SC"/>
                          <a:cs typeface="Noto Sans SC"/>
                        </a:rPr>
                        <a:t>allocatedResourceCount</a:t>
                      </a:r>
                      <a:endParaRPr lang="zh-CN" sz="170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4F7FA"/>
                    </a:solidFill>
                  </a:tcPr>
                </a:tc>
                <a:tc>
                  <a:txBody>
                    <a:bodyPr/>
                    <a:lstStyle/>
                    <a:p>
                      <a:pPr algn="l"/>
                      <a:r>
                        <a:rPr lang="zh-CN" sz="1700" b="0">
                          <a:solidFill>
                            <a:srgbClr val="1E293B"/>
                          </a:solidFill>
                          <a:latin typeface="Noto Sans SC"/>
                          <a:ea typeface="Noto Sans SC"/>
                          <a:cs typeface="Noto Sans SC"/>
                        </a:rPr>
                        <a:t>本次请求内分配数量</a:t>
                      </a:r>
                      <a:endParaRPr lang="zh-CN" sz="170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4F7FA"/>
                    </a:solidFill>
                  </a:tcPr>
                </a:tc>
                <a:tc>
                  <a:txBody>
                    <a:bodyPr/>
                    <a:lstStyle/>
                    <a:p>
                      <a:pPr algn="l"/>
                      <a:r>
                        <a:rPr lang="zh-CN" sz="1700" b="0">
                          <a:solidFill>
                            <a:srgbClr val="1E293B"/>
                          </a:solidFill>
                          <a:latin typeface="Noto Sans SC"/>
                          <a:ea typeface="Noto Sans SC"/>
                          <a:cs typeface="Noto Sans SC"/>
                        </a:rPr>
                        <a:t>不跨请求持久扣库存</a:t>
                      </a:r>
                      <a:endParaRPr lang="zh-CN" sz="170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4F7FA"/>
                    </a:solidFill>
                  </a:tcPr>
                </a:tc>
                <a:extLst>
                  <a:ext uri="{0D108BD9-81ED-4DB2-BD59-A6C34878D82A}">
                    <ns0:rowId xmlns:ns0="http://schemas.microsoft.com/office/drawing/2014/main" val="10002"/>
                  </a:ext>
                </a:extLst>
              </a:tr>
              <a:tr h="611188">
                <a:tc>
                  <a:txBody>
                    <a:bodyPr/>
                    <a:lstStyle/>
                    <a:p>
                      <a:pPr algn="l"/>
                      <a:r>
                        <a:rPr lang="zh-CN" sz="1700" b="0">
                          <a:solidFill>
                            <a:srgbClr val="1E293B"/>
                          </a:solidFill>
                          <a:latin typeface="Noto Sans SC"/>
                          <a:ea typeface="Noto Sans SC"/>
                          <a:cs typeface="Noto Sans SC"/>
                        </a:rPr>
                        <a:t>responseTimeSeconds</a:t>
                      </a:r>
                      <a:endParaRPr lang="zh-CN" sz="170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FFFFF"/>
                    </a:solidFill>
                  </a:tcPr>
                </a:tc>
                <a:tc>
                  <a:txBody>
                    <a:bodyPr/>
                    <a:lstStyle/>
                    <a:p>
                      <a:pPr algn="l"/>
                      <a:r>
                        <a:rPr lang="zh-CN" sz="1700" b="0">
                          <a:solidFill>
                            <a:srgbClr val="1E293B"/>
                          </a:solidFill>
                          <a:latin typeface="Noto Sans SC"/>
                          <a:ea typeface="Noto Sans SC"/>
                          <a:cs typeface="Noto Sans SC"/>
                        </a:rPr>
                        <a:t>已分配资源响应时间汇总</a:t>
                      </a:r>
                      <a:endParaRPr lang="zh-CN" sz="170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FFFFF"/>
                    </a:solidFill>
                  </a:tcPr>
                </a:tc>
                <a:tc>
                  <a:txBody>
                    <a:bodyPr/>
                    <a:lstStyle/>
                    <a:p>
                      <a:pPr algn="l"/>
                      <a:r>
                        <a:rPr lang="zh-CN" sz="1700" b="0">
                          <a:solidFill>
                            <a:srgbClr val="1E293B"/>
                          </a:solidFill>
                          <a:latin typeface="Noto Sans SC"/>
                          <a:ea typeface="Noto Sans SC"/>
                          <a:cs typeface="Noto Sans SC"/>
                        </a:rPr>
                        <a:t>ETA缺失时不受ETA门控</a:t>
                      </a:r>
                      <a:endParaRPr lang="zh-CN" sz="170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FFFFF"/>
                    </a:solidFill>
                  </a:tcPr>
                </a:tc>
                <a:extLst>
                  <a:ext uri="{0D108BD9-81ED-4DB2-BD59-A6C34878D82A}">
                    <ns0:rowId xmlns:ns0="http://schemas.microsoft.com/office/drawing/2014/main" val="10003"/>
                  </a:ext>
                </a:extLst>
              </a:tr>
              <a:tr h="611188">
                <a:tc>
                  <a:txBody>
                    <a:bodyPr/>
                    <a:lstStyle/>
                    <a:p>
                      <a:pPr algn="l"/>
                      <a:r>
                        <a:rPr lang="zh-CN" sz="1700" b="0">
                          <a:solidFill>
                            <a:srgbClr val="1E293B"/>
                          </a:solidFill>
                          <a:latin typeface="Noto Sans SC"/>
                          <a:ea typeface="Noto Sans SC"/>
                          <a:cs typeface="Noto Sans SC"/>
                        </a:rPr>
                        <a:t>successRate</a:t>
                      </a:r>
                      <a:endParaRPr lang="zh-CN" sz="170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4F7FA"/>
                    </a:solidFill>
                  </a:tcPr>
                </a:tc>
                <a:tc>
                  <a:txBody>
                    <a:bodyPr/>
                    <a:lstStyle/>
                    <a:p>
                      <a:pPr algn="l"/>
                      <a:r>
                        <a:rPr lang="zh-CN" sz="1700" b="0">
                          <a:solidFill>
                            <a:srgbClr val="1E293B"/>
                          </a:solidFill>
                          <a:latin typeface="Noto Sans SC"/>
                          <a:ea typeface="Noto Sans SC"/>
                          <a:cs typeface="Noto Sans SC"/>
                        </a:rPr>
                        <a:t>旧模型公式适配值</a:t>
                      </a:r>
                      <a:endParaRPr lang="zh-CN" sz="170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4F7FA"/>
                    </a:solidFill>
                  </a:tcPr>
                </a:tc>
                <a:tc>
                  <a:txBody>
                    <a:bodyPr/>
                    <a:lstStyle/>
                    <a:p>
                      <a:pPr algn="l"/>
                      <a:r>
                        <a:rPr lang="zh-CN" sz="1700" b="0">
                          <a:solidFill>
                            <a:srgbClr val="1E293B"/>
                          </a:solidFill>
                          <a:latin typeface="Noto Sans SC"/>
                          <a:ea typeface="Noto Sans SC"/>
                          <a:cs typeface="Noto Sans SC"/>
                        </a:rPr>
                        <a:t>不等于实测效能</a:t>
                      </a:r>
                      <a:endParaRPr lang="zh-CN" sz="170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4F7FA"/>
                    </a:solidFill>
                  </a:tcPr>
                </a:tc>
                <a:extLst>
                  <a:ext uri="{0D108BD9-81ED-4DB2-BD59-A6C34878D82A}">
                    <ns0:rowId xmlns:ns0="http://schemas.microsoft.com/office/drawing/2014/main" val="10004"/>
                  </a:ext>
                </a:extLst>
              </a:tr>
              <a:tr h="611188">
                <a:tc>
                  <a:txBody>
                    <a:bodyPr/>
                    <a:lstStyle/>
                    <a:p>
                      <a:pPr algn="l"/>
                      <a:r>
                        <a:rPr lang="zh-CN" sz="1700" b="0">
                          <a:solidFill>
                            <a:srgbClr val="1E293B"/>
                          </a:solidFill>
                          <a:latin typeface="Noto Sans SC"/>
                          <a:ea typeface="Noto Sans SC"/>
                          <a:cs typeface="Noto Sans SC"/>
                        </a:rPr>
                        <a:t>available / partial / unavailable</a:t>
                      </a:r>
                      <a:endParaRPr lang="zh-CN" sz="170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FFFFF"/>
                    </a:solidFill>
                  </a:tcPr>
                </a:tc>
                <a:tc>
                  <a:txBody>
                    <a:bodyPr/>
                    <a:lstStyle/>
                    <a:p>
                      <a:pPr algn="l"/>
                      <a:r>
                        <a:rPr lang="zh-CN" sz="1700" b="0">
                          <a:solidFill>
                            <a:srgbClr val="1E293B"/>
                          </a:solidFill>
                          <a:latin typeface="Noto Sans SC"/>
                          <a:ea typeface="Noto Sans SC"/>
                          <a:cs typeface="Noto Sans SC"/>
                        </a:rPr>
                        <a:t>输入与可计算状态</a:t>
                      </a:r>
                      <a:endParaRPr lang="zh-CN" sz="170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FFFFF"/>
                    </a:solidFill>
                  </a:tcPr>
                </a:tc>
                <a:tc>
                  <a:txBody>
                    <a:bodyPr/>
                    <a:lstStyle/>
                    <a:p>
                      <a:pPr algn="l"/>
                      <a:r>
                        <a:rPr lang="zh-CN" sz="1700" b="0">
                          <a:solidFill>
                            <a:srgbClr val="1E293B"/>
                          </a:solidFill>
                          <a:latin typeface="Noto Sans SC"/>
                          <a:ea typeface="Noto Sans SC"/>
                          <a:cs typeface="Noto Sans SC"/>
                        </a:rPr>
                        <a:t>不等同能力足够／不足</a:t>
                      </a:r>
                      <a:endParaRPr lang="zh-CN" sz="1700"/>
                    </a:p>
                  </a:txBody>
                  <a:tcPr marL="90000" marR="60000" marT="30000" marB="30000" anchor="ctr">
                    <a:lnL w="6350">
                      <a:solidFill>
                        <a:srgbClr val="D4DCE6"/>
                      </a:solidFill>
                    </a:lnL>
                    <a:lnR w="6350">
                      <a:solidFill>
                        <a:srgbClr val="D4DCE6"/>
                      </a:solidFill>
                    </a:lnR>
                    <a:lnT w="6350">
                      <a:solidFill>
                        <a:srgbClr val="D4DCE6"/>
                      </a:solidFill>
                    </a:lnT>
                    <a:lnB w="6350">
                      <a:solidFill>
                        <a:srgbClr val="D4DCE6"/>
                      </a:solidFill>
                    </a:lnB>
                    <a:solidFill>
                      <a:srgbClr val="FFFFFF"/>
                    </a:solidFill>
                  </a:tcPr>
                </a:tc>
                <a:extLst>
                  <a:ext uri="{0D108BD9-81ED-4DB2-BD59-A6C34878D82A}">
                    <ns0:rowId xmlns:ns0="http://schemas.microsoft.com/office/drawing/2014/main" val="10005"/>
                  </a:ext>
                </a:extLst>
              </a:tr>
            </a:tbl>
          </a:graphicData>
        </a:graphic>
      </p:graphicFrame>
    </p:spTree>
    <p:extLst>
      <p:ext uri="{BB962C8B-B14F-4D97-AF65-F5344CB8AC3E}">
        <p14:creationId xmlns:p14="http://schemas.microsoft.com/office/powerpoint/2010/main" val="1319955450"/>
      </p:ext>
    </p:extLst>
  </p:cSld>
</p:sld>
</file>

<file path=ppt/slides/slide38.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13" name="o0">
            <a:extLst xmlns:a="http://schemas.openxmlformats.org/drawingml/2006/main">
              <a:ext uri="{FF2B5EF4-FFF2-40B4-BE49-F238E27FC236}">
                <a16:creationId xmlns:a16="http://schemas.microsoft.com/office/drawing/2014/main" id="{6810C27B-A337-4F3E-9B9A-0C0D04D4B7E3}"/>
              </a:ext>
            </a:extLst>
          </p:cNvPr>
          <p:cNvSpPr>
            <a:spLocks xmlns:a="http://schemas.openxmlformats.org/drawingml/2006/main" noGrp="1"/>
          </p:cNvSpPr>
          <p:nvPr/>
        </p:nvSpPr>
        <p:spPr>
          <a:xfrm xmlns:a="http://schemas.openxmlformats.org/drawingml/2006/main">
            <a:off x="609600" y="209550"/>
            <a:ext cx="10763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00" b="0">
                <a:solidFill>
                  <a:srgbClr val="53657A"/>
                </a:solidFill>
                <a:latin typeface="Noto Sans SC"/>
                <a:ea typeface="Noto Sans SC"/>
                <a:cs typeface="Noto Sans SC"/>
              </a:defRPr>
            </a:defPPr>
            <a:lvl1pPr algn="l">
              <a:defRPr sz="1200" b="0">
                <a:solidFill>
                  <a:srgbClr val="53657A"/>
                </a:solidFill>
                <a:latin typeface="Noto Sans SC"/>
                <a:ea typeface="Noto Sans SC"/>
                <a:cs typeface="Noto Sans SC"/>
              </a:defRPr>
            </a:lvl1pPr>
            <a:lvl2pPr algn="l">
              <a:defRPr sz="1200" b="0">
                <a:solidFill>
                  <a:srgbClr val="53657A"/>
                </a:solidFill>
                <a:latin typeface="Noto Sans SC"/>
                <a:ea typeface="Noto Sans SC"/>
                <a:cs typeface="Noto Sans SC"/>
              </a:defRPr>
            </a:lvl2pPr>
            <a:lvl3pPr algn="l">
              <a:defRPr sz="1200" b="0">
                <a:solidFill>
                  <a:srgbClr val="53657A"/>
                </a:solidFill>
                <a:latin typeface="Noto Sans SC"/>
                <a:ea typeface="Noto Sans SC"/>
                <a:cs typeface="Noto Sans SC"/>
              </a:defRPr>
            </a:lvl3pPr>
            <a:lvl4pPr algn="l">
              <a:defRPr sz="1200" b="0">
                <a:solidFill>
                  <a:srgbClr val="53657A"/>
                </a:solidFill>
                <a:latin typeface="Noto Sans SC"/>
                <a:ea typeface="Noto Sans SC"/>
                <a:cs typeface="Noto Sans SC"/>
              </a:defRPr>
            </a:lvl4pPr>
            <a:lvl5pPr algn="l">
              <a:defRPr sz="1200" b="0">
                <a:solidFill>
                  <a:srgbClr val="53657A"/>
                </a:solidFill>
                <a:latin typeface="Noto Sans SC"/>
                <a:ea typeface="Noto Sans SC"/>
                <a:cs typeface="Noto Sans SC"/>
              </a:defRPr>
            </a:lvl5pPr>
            <a:lvl6pPr algn="l">
              <a:defRPr sz="1200" b="0">
                <a:solidFill>
                  <a:srgbClr val="53657A"/>
                </a:solidFill>
                <a:latin typeface="Noto Sans SC"/>
                <a:ea typeface="Noto Sans SC"/>
                <a:cs typeface="Noto Sans SC"/>
              </a:defRPr>
            </a:lvl6pPr>
            <a:lvl7pPr algn="l">
              <a:defRPr sz="1200" b="0">
                <a:solidFill>
                  <a:srgbClr val="53657A"/>
                </a:solidFill>
                <a:latin typeface="Noto Sans SC"/>
                <a:ea typeface="Noto Sans SC"/>
                <a:cs typeface="Noto Sans SC"/>
              </a:defRPr>
            </a:lvl7pPr>
            <a:lvl8pPr algn="l">
              <a:defRPr sz="1200" b="0">
                <a:solidFill>
                  <a:srgbClr val="53657A"/>
                </a:solidFill>
                <a:latin typeface="Noto Sans SC"/>
                <a:ea typeface="Noto Sans SC"/>
                <a:cs typeface="Noto Sans SC"/>
              </a:defRPr>
            </a:lvl8pPr>
            <a:lvl9pPr algn="l">
              <a:defRPr sz="1200" b="0">
                <a:solidFill>
                  <a:srgbClr val="53657A"/>
                </a:solidFill>
                <a:latin typeface="Noto Sans SC"/>
                <a:ea typeface="Noto Sans SC"/>
                <a:cs typeface="Noto Sans SC"/>
              </a:defRPr>
            </a:lvl9pPr>
          </a:lstStyle>
          <a:p xmlns:a="http://schemas.openxmlformats.org/drawingml/2006/main">
            <a:pPr algn="l">
              <a:defRPr sz="1200" b="0">
                <a:solidFill>
                  <a:srgbClr val="53657A"/>
                </a:solidFill>
                <a:latin typeface="Noto Sans SC"/>
                <a:ea typeface="Noto Sans SC"/>
                <a:cs typeface="Noto Sans SC"/>
              </a:defRPr>
            </a:pPr>
            <a:r>
              <a:rPr sz="1200" b="0">
                <a:solidFill>
                  <a:srgbClr val="53657A"/>
                </a:solidFill>
                <a:latin typeface="Noto Sans SC"/>
                <a:ea typeface="Noto Sans SC"/>
                <a:cs typeface="Noto Sans SC"/>
              </a:rPr>
              <a:t>算法原理与阶段验证</a:t>
            </a:r>
          </a:p>
        </p:txBody>
      </p:sp>
      <p:sp>
        <p:nvSpPr>
          <p:cNvPr id="2" name="o1">
            <a:extLst xmlns:a="http://schemas.openxmlformats.org/drawingml/2006/main">
              <a:ext uri="{FF2B5EF4-FFF2-40B4-BE49-F238E27FC236}">
                <a16:creationId xmlns:a16="http://schemas.microsoft.com/office/drawing/2014/main" id="{4E35E57F-EFF8-43EC-BC7C-3B73C5ED0E5C}"/>
              </a:ext>
            </a:extLst>
          </p:cNvPr>
          <p:cNvSpPr>
            <a:spLocks xmlns:a="http://schemas.openxmlformats.org/drawingml/2006/main" noGrp="1"/>
          </p:cNvSpPr>
          <p:nvPr/>
        </p:nvSpPr>
        <p:spPr>
          <a:xfrm xmlns:a="http://schemas.openxmlformats.org/drawingml/2006/main">
            <a:off x="609600" y="561975"/>
            <a:ext cx="109728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6243A"/>
                </a:solidFill>
                <a:latin typeface="Noto Serif SC"/>
                <a:ea typeface="Noto Serif SC"/>
                <a:cs typeface="Noto Serif SC"/>
              </a:defRPr>
            </a:defPPr>
            <a:lvl1pPr algn="l">
              <a:defRPr sz="3150" b="1">
                <a:solidFill>
                  <a:srgbClr val="16243A"/>
                </a:solidFill>
                <a:latin typeface="Noto Serif SC"/>
                <a:ea typeface="Noto Serif SC"/>
                <a:cs typeface="Noto Serif SC"/>
              </a:defRPr>
            </a:lvl1pPr>
            <a:lvl2pPr algn="l">
              <a:defRPr sz="3150" b="1">
                <a:solidFill>
                  <a:srgbClr val="16243A"/>
                </a:solidFill>
                <a:latin typeface="Noto Serif SC"/>
                <a:ea typeface="Noto Serif SC"/>
                <a:cs typeface="Noto Serif SC"/>
              </a:defRPr>
            </a:lvl2pPr>
            <a:lvl3pPr algn="l">
              <a:defRPr sz="3150" b="1">
                <a:solidFill>
                  <a:srgbClr val="16243A"/>
                </a:solidFill>
                <a:latin typeface="Noto Serif SC"/>
                <a:ea typeface="Noto Serif SC"/>
                <a:cs typeface="Noto Serif SC"/>
              </a:defRPr>
            </a:lvl3pPr>
            <a:lvl4pPr algn="l">
              <a:defRPr sz="3150" b="1">
                <a:solidFill>
                  <a:srgbClr val="16243A"/>
                </a:solidFill>
                <a:latin typeface="Noto Serif SC"/>
                <a:ea typeface="Noto Serif SC"/>
                <a:cs typeface="Noto Serif SC"/>
              </a:defRPr>
            </a:lvl4pPr>
            <a:lvl5pPr algn="l">
              <a:defRPr sz="3150" b="1">
                <a:solidFill>
                  <a:srgbClr val="16243A"/>
                </a:solidFill>
                <a:latin typeface="Noto Serif SC"/>
                <a:ea typeface="Noto Serif SC"/>
                <a:cs typeface="Noto Serif SC"/>
              </a:defRPr>
            </a:lvl5pPr>
            <a:lvl6pPr algn="l">
              <a:defRPr sz="3150" b="1">
                <a:solidFill>
                  <a:srgbClr val="16243A"/>
                </a:solidFill>
                <a:latin typeface="Noto Serif SC"/>
                <a:ea typeface="Noto Serif SC"/>
                <a:cs typeface="Noto Serif SC"/>
              </a:defRPr>
            </a:lvl6pPr>
            <a:lvl7pPr algn="l">
              <a:defRPr sz="3150" b="1">
                <a:solidFill>
                  <a:srgbClr val="16243A"/>
                </a:solidFill>
                <a:latin typeface="Noto Serif SC"/>
                <a:ea typeface="Noto Serif SC"/>
                <a:cs typeface="Noto Serif SC"/>
              </a:defRPr>
            </a:lvl7pPr>
            <a:lvl8pPr algn="l">
              <a:defRPr sz="3150" b="1">
                <a:solidFill>
                  <a:srgbClr val="16243A"/>
                </a:solidFill>
                <a:latin typeface="Noto Serif SC"/>
                <a:ea typeface="Noto Serif SC"/>
                <a:cs typeface="Noto Serif SC"/>
              </a:defRPr>
            </a:lvl8pPr>
            <a:lvl9pPr algn="l">
              <a:defRPr sz="3150" b="1">
                <a:solidFill>
                  <a:srgbClr val="16243A"/>
                </a:solidFill>
                <a:latin typeface="Noto Serif SC"/>
                <a:ea typeface="Noto Serif SC"/>
                <a:cs typeface="Noto Serif SC"/>
              </a:defRPr>
            </a:lvl9pPr>
          </a:lstStyle>
          <a:p xmlns:a="http://schemas.openxmlformats.org/drawingml/2006/main">
            <a:pPr algn="l">
              <a:defRPr sz="3150" b="1">
                <a:solidFill>
                  <a:srgbClr val="16243A"/>
                </a:solidFill>
                <a:latin typeface="Noto Serif SC"/>
                <a:ea typeface="Noto Serif SC"/>
                <a:cs typeface="Noto Serif SC"/>
              </a:defRPr>
            </a:pPr>
            <a:r>
              <a:rPr sz="3150" b="1">
                <a:solidFill>
                  <a:srgbClr val="16243A"/>
                </a:solidFill>
                <a:latin typeface="Noto Serif SC"/>
                <a:ea typeface="Noto Serif SC"/>
                <a:cs typeface="Noto Serif SC"/>
              </a:rPr>
              <a:t>A8 完整性能矩阵与缓存一致性</a:t>
            </a:r>
          </a:p>
        </p:txBody>
      </p:sp>
      <p:sp>
        <p:nvSpPr>
          <p:cNvPr id="3" name="line-2">
            <a:extLst xmlns:a="http://schemas.openxmlformats.org/drawingml/2006/main">
              <a:ext uri="{FF2B5EF4-FFF2-40B4-BE49-F238E27FC236}">
                <a16:creationId xmlns:a16="http://schemas.microsoft.com/office/drawing/2014/main" id="{577D7AE2-AB03-42D9-A682-166B5BA3CAD6}"/>
              </a:ext>
            </a:extLst>
          </p:cNvPr>
          <p:cNvSpPr>
            <a:spLocks xmlns:a="http://schemas.openxmlformats.org/drawingml/2006/main" noGrp="1"/>
          </p:cNvSpPr>
          <p:nvPr/>
        </p:nvSpPr>
        <p:spPr>
          <a:xfrm xmlns:a="http://schemas.openxmlformats.org/drawingml/2006/main" flipV="0">
            <a:off x="609600" y="1295400"/>
            <a:ext cx="10972800" cy="953"/>
          </a:xfrm>
          <a:prstGeom xmlns:a="http://schemas.openxmlformats.org/drawingml/2006/main" prst="line">
            <a:avLst/>
          </a:prstGeom>
          <a:noFill xmlns:a="http://schemas.openxmlformats.org/drawingml/2006/main"/>
          <a:ln xmlns:a="http://schemas.openxmlformats.org/drawingml/2006/main" w="9525">
            <a:solidFill>
              <a:srgbClr val="CCD6E3"/>
            </a:solidFill>
            <a:prstDash val="solid"/>
          </a:ln>
        </p:spPr>
      </p:sp>
      <p:sp>
        <p:nvSpPr>
          <p:cNvPr id="4" name="line-2">
            <a:extLst xmlns:a="http://schemas.openxmlformats.org/drawingml/2006/main">
              <a:ext uri="{FF2B5EF4-FFF2-40B4-BE49-F238E27FC236}">
                <a16:creationId xmlns:a16="http://schemas.microsoft.com/office/drawing/2014/main" id="{1AE2AF3D-CE05-4408-B4BF-EF86430ED153}"/>
              </a:ext>
            </a:extLst>
          </p:cNvPr>
          <p:cNvSpPr>
            <a:spLocks xmlns:a="http://schemas.openxmlformats.org/drawingml/2006/main" noGrp="1"/>
          </p:cNvSpPr>
          <p:nvPr/>
        </p:nvSpPr>
        <p:spPr>
          <a:xfrm xmlns:a="http://schemas.openxmlformats.org/drawingml/2006/main" flipV="0">
            <a:off x="609600" y="1295400"/>
            <a:ext cx="762000" cy="953"/>
          </a:xfrm>
          <a:prstGeom xmlns:a="http://schemas.openxmlformats.org/drawingml/2006/main" prst="line">
            <a:avLst/>
          </a:prstGeom>
          <a:noFill xmlns:a="http://schemas.openxmlformats.org/drawingml/2006/main"/>
          <a:ln xmlns:a="http://schemas.openxmlformats.org/drawingml/2006/main" w="38100">
            <a:solidFill>
              <a:srgbClr val="224E88"/>
            </a:solidFill>
            <a:prstDash val="solid"/>
          </a:ln>
        </p:spPr>
      </p:sp>
      <p:sp>
        <p:nvSpPr>
          <p:cNvPr id="5" name="o4">
            <a:extLst xmlns:a="http://schemas.openxmlformats.org/drawingml/2006/main">
              <a:ext uri="{FF2B5EF4-FFF2-40B4-BE49-F238E27FC236}">
                <a16:creationId xmlns:a16="http://schemas.microsoft.com/office/drawing/2014/main" id="{BBEB919C-D461-4F52-B487-954C0B6631FD}"/>
              </a:ext>
            </a:extLst>
          </p:cNvPr>
          <p:cNvSpPr>
            <a:spLocks xmlns:a="http://schemas.openxmlformats.org/drawingml/2006/main" noGrp="1"/>
          </p:cNvSpPr>
          <p:nvPr/>
        </p:nvSpPr>
        <p:spPr>
          <a:xfrm xmlns:a="http://schemas.openxmlformats.org/drawingml/2006/main">
            <a:off x="609600" y="6477000"/>
            <a:ext cx="10096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0">
                <a:solidFill>
                  <a:srgbClr val="53657A"/>
                </a:solidFill>
                <a:latin typeface="Noto Sans SC"/>
                <a:ea typeface="Noto Sans SC"/>
                <a:cs typeface="Noto Sans SC"/>
              </a:defRPr>
            </a:defPPr>
            <a:lvl1pPr algn="l">
              <a:defRPr sz="975" b="0">
                <a:solidFill>
                  <a:srgbClr val="53657A"/>
                </a:solidFill>
                <a:latin typeface="Noto Sans SC"/>
                <a:ea typeface="Noto Sans SC"/>
                <a:cs typeface="Noto Sans SC"/>
              </a:defRPr>
            </a:lvl1pPr>
            <a:lvl2pPr algn="l">
              <a:defRPr sz="975" b="0">
                <a:solidFill>
                  <a:srgbClr val="53657A"/>
                </a:solidFill>
                <a:latin typeface="Noto Sans SC"/>
                <a:ea typeface="Noto Sans SC"/>
                <a:cs typeface="Noto Sans SC"/>
              </a:defRPr>
            </a:lvl2pPr>
            <a:lvl3pPr algn="l">
              <a:defRPr sz="975" b="0">
                <a:solidFill>
                  <a:srgbClr val="53657A"/>
                </a:solidFill>
                <a:latin typeface="Noto Sans SC"/>
                <a:ea typeface="Noto Sans SC"/>
                <a:cs typeface="Noto Sans SC"/>
              </a:defRPr>
            </a:lvl3pPr>
            <a:lvl4pPr algn="l">
              <a:defRPr sz="975" b="0">
                <a:solidFill>
                  <a:srgbClr val="53657A"/>
                </a:solidFill>
                <a:latin typeface="Noto Sans SC"/>
                <a:ea typeface="Noto Sans SC"/>
                <a:cs typeface="Noto Sans SC"/>
              </a:defRPr>
            </a:lvl4pPr>
            <a:lvl5pPr algn="l">
              <a:defRPr sz="975" b="0">
                <a:solidFill>
                  <a:srgbClr val="53657A"/>
                </a:solidFill>
                <a:latin typeface="Noto Sans SC"/>
                <a:ea typeface="Noto Sans SC"/>
                <a:cs typeface="Noto Sans SC"/>
              </a:defRPr>
            </a:lvl5pPr>
            <a:lvl6pPr algn="l">
              <a:defRPr sz="975" b="0">
                <a:solidFill>
                  <a:srgbClr val="53657A"/>
                </a:solidFill>
                <a:latin typeface="Noto Sans SC"/>
                <a:ea typeface="Noto Sans SC"/>
                <a:cs typeface="Noto Sans SC"/>
              </a:defRPr>
            </a:lvl6pPr>
            <a:lvl7pPr algn="l">
              <a:defRPr sz="975" b="0">
                <a:solidFill>
                  <a:srgbClr val="53657A"/>
                </a:solidFill>
                <a:latin typeface="Noto Sans SC"/>
                <a:ea typeface="Noto Sans SC"/>
                <a:cs typeface="Noto Sans SC"/>
              </a:defRPr>
            </a:lvl7pPr>
            <a:lvl8pPr algn="l">
              <a:defRPr sz="975" b="0">
                <a:solidFill>
                  <a:srgbClr val="53657A"/>
                </a:solidFill>
                <a:latin typeface="Noto Sans SC"/>
                <a:ea typeface="Noto Sans SC"/>
                <a:cs typeface="Noto Sans SC"/>
              </a:defRPr>
            </a:lvl8pPr>
            <a:lvl9pPr algn="l">
              <a:defRPr sz="975" b="0">
                <a:solidFill>
                  <a:srgbClr val="53657A"/>
                </a:solidFill>
                <a:latin typeface="Noto Sans SC"/>
                <a:ea typeface="Noto Sans SC"/>
                <a:cs typeface="Noto Sans SC"/>
              </a:defRPr>
            </a:lvl9pPr>
          </a:lstStyle>
          <a:p xmlns:a="http://schemas.openxmlformats.org/drawingml/2006/main">
            <a:pPr algn="l">
              <a:defRPr sz="975" b="0">
                <a:solidFill>
                  <a:srgbClr val="53657A"/>
                </a:solidFill>
                <a:latin typeface="Noto Sans SC"/>
                <a:ea typeface="Noto Sans SC"/>
                <a:cs typeface="Noto Sans SC"/>
              </a:defRPr>
            </a:pPr>
            <a:r>
              <a:rPr sz="975" b="0">
                <a:solidFill>
                  <a:srgbClr val="53657A"/>
                </a:solidFill>
                <a:latin typeface="Noto Sans SC"/>
                <a:ea typeface="Noto Sans SC"/>
                <a:cs typeface="Noto Sans SC"/>
              </a:rPr>
              <a:t>results.json/api；cache_difference_audit.json；单位ms</a:t>
            </a:r>
          </a:p>
        </p:txBody>
      </p:sp>
      <p:sp>
        <p:nvSpPr>
          <p:cNvPr id="6" name="o5">
            <a:extLst xmlns:a="http://schemas.openxmlformats.org/drawingml/2006/main">
              <a:ext uri="{FF2B5EF4-FFF2-40B4-BE49-F238E27FC236}">
                <a16:creationId xmlns:a16="http://schemas.microsoft.com/office/drawing/2014/main" id="{C30EB390-E441-43CF-9A35-95B9D059697C}"/>
              </a:ext>
            </a:extLst>
          </p:cNvPr>
          <p:cNvSpPr>
            <a:spLocks xmlns:a="http://schemas.openxmlformats.org/drawingml/2006/main" noGrp="1"/>
          </p:cNvSpPr>
          <p:nvPr/>
        </p:nvSpPr>
        <p:spPr>
          <a:xfrm xmlns:a="http://schemas.openxmlformats.org/drawingml/2006/main">
            <a:off x="10763250" y="6457950"/>
            <a:ext cx="819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3657A"/>
                </a:solidFill>
                <a:latin typeface="Noto Sans SC"/>
                <a:ea typeface="Noto Sans SC"/>
                <a:cs typeface="Noto Sans SC"/>
              </a:defRPr>
            </a:defPPr>
            <a:lvl1pPr algn="r">
              <a:defRPr sz="1200" b="0">
                <a:solidFill>
                  <a:srgbClr val="53657A"/>
                </a:solidFill>
                <a:latin typeface="Noto Sans SC"/>
                <a:ea typeface="Noto Sans SC"/>
                <a:cs typeface="Noto Sans SC"/>
              </a:defRPr>
            </a:lvl1pPr>
            <a:lvl2pPr algn="r">
              <a:defRPr sz="1200" b="0">
                <a:solidFill>
                  <a:srgbClr val="53657A"/>
                </a:solidFill>
                <a:latin typeface="Noto Sans SC"/>
                <a:ea typeface="Noto Sans SC"/>
                <a:cs typeface="Noto Sans SC"/>
              </a:defRPr>
            </a:lvl2pPr>
            <a:lvl3pPr algn="r">
              <a:defRPr sz="1200" b="0">
                <a:solidFill>
                  <a:srgbClr val="53657A"/>
                </a:solidFill>
                <a:latin typeface="Noto Sans SC"/>
                <a:ea typeface="Noto Sans SC"/>
                <a:cs typeface="Noto Sans SC"/>
              </a:defRPr>
            </a:lvl3pPr>
            <a:lvl4pPr algn="r">
              <a:defRPr sz="1200" b="0">
                <a:solidFill>
                  <a:srgbClr val="53657A"/>
                </a:solidFill>
                <a:latin typeface="Noto Sans SC"/>
                <a:ea typeface="Noto Sans SC"/>
                <a:cs typeface="Noto Sans SC"/>
              </a:defRPr>
            </a:lvl4pPr>
            <a:lvl5pPr algn="r">
              <a:defRPr sz="1200" b="0">
                <a:solidFill>
                  <a:srgbClr val="53657A"/>
                </a:solidFill>
                <a:latin typeface="Noto Sans SC"/>
                <a:ea typeface="Noto Sans SC"/>
                <a:cs typeface="Noto Sans SC"/>
              </a:defRPr>
            </a:lvl5pPr>
            <a:lvl6pPr algn="r">
              <a:defRPr sz="1200" b="0">
                <a:solidFill>
                  <a:srgbClr val="53657A"/>
                </a:solidFill>
                <a:latin typeface="Noto Sans SC"/>
                <a:ea typeface="Noto Sans SC"/>
                <a:cs typeface="Noto Sans SC"/>
              </a:defRPr>
            </a:lvl6pPr>
            <a:lvl7pPr algn="r">
              <a:defRPr sz="1200" b="0">
                <a:solidFill>
                  <a:srgbClr val="53657A"/>
                </a:solidFill>
                <a:latin typeface="Noto Sans SC"/>
                <a:ea typeface="Noto Sans SC"/>
                <a:cs typeface="Noto Sans SC"/>
              </a:defRPr>
            </a:lvl7pPr>
            <a:lvl8pPr algn="r">
              <a:defRPr sz="1200" b="0">
                <a:solidFill>
                  <a:srgbClr val="53657A"/>
                </a:solidFill>
                <a:latin typeface="Noto Sans SC"/>
                <a:ea typeface="Noto Sans SC"/>
                <a:cs typeface="Noto Sans SC"/>
              </a:defRPr>
            </a:lvl8pPr>
            <a:lvl9pPr algn="r">
              <a:defRPr sz="1200" b="0">
                <a:solidFill>
                  <a:srgbClr val="53657A"/>
                </a:solidFill>
                <a:latin typeface="Noto Sans SC"/>
                <a:ea typeface="Noto Sans SC"/>
                <a:cs typeface="Noto Sans SC"/>
              </a:defRPr>
            </a:lvl9pPr>
          </a:lstStyle>
          <a:p xmlns:a="http://schemas.openxmlformats.org/drawingml/2006/main">
            <a:pPr algn="r">
              <a:defRPr sz="1200" b="0">
                <a:solidFill>
                  <a:srgbClr val="53657A"/>
                </a:solidFill>
                <a:latin typeface="Noto Sans SC"/>
                <a:ea typeface="Noto Sans SC"/>
                <a:cs typeface="Noto Sans SC"/>
              </a:defRPr>
            </a:pPr>
            <a:r>
              <a:rPr sz="1200" b="0">
                <a:solidFill>
                  <a:srgbClr val="53657A"/>
                </a:solidFill>
                <a:latin typeface="Noto Sans SC"/>
                <a:ea typeface="Noto Sans SC"/>
                <a:cs typeface="Noto Sans SC"/>
              </a:rPr>
              <a:t>38 / 39</a:t>
            </a:r>
          </a:p>
        </p:txBody>
      </p:sp>
      <p:sp>
        <p:nvSpPr>
          <p:cNvPr id="7" name="o6">
            <a:extLst xmlns:a="http://schemas.openxmlformats.org/drawingml/2006/main">
              <a:ext uri="{FF2B5EF4-FFF2-40B4-BE49-F238E27FC236}">
                <a16:creationId xmlns:a16="http://schemas.microsoft.com/office/drawing/2014/main" id="{E473F3BE-9EE7-4630-AC68-31998496FB9F}"/>
              </a:ext>
            </a:extLst>
          </p:cNvPr>
          <p:cNvSpPr>
            <a:spLocks xmlns:a="http://schemas.openxmlformats.org/drawingml/2006/main" noGrp="1"/>
          </p:cNvSpPr>
          <p:nvPr/>
        </p:nvSpPr>
        <p:spPr>
          <a:xfrm xmlns:a="http://schemas.openxmlformats.org/drawingml/2006/main">
            <a:off x="609600" y="1657350"/>
            <a:ext cx="523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0F6E73"/>
                </a:solidFill>
                <a:latin typeface="Noto Sans SC"/>
                <a:ea typeface="Noto Sans SC"/>
                <a:cs typeface="Noto Sans SC"/>
              </a:defRPr>
            </a:defPPr>
            <a:lvl1pPr algn="l">
              <a:defRPr sz="2175" b="1">
                <a:solidFill>
                  <a:srgbClr val="0F6E73"/>
                </a:solidFill>
                <a:latin typeface="Noto Sans SC"/>
                <a:ea typeface="Noto Sans SC"/>
                <a:cs typeface="Noto Sans SC"/>
              </a:defRPr>
            </a:lvl1pPr>
            <a:lvl2pPr algn="l">
              <a:defRPr sz="2175" b="1">
                <a:solidFill>
                  <a:srgbClr val="0F6E73"/>
                </a:solidFill>
                <a:latin typeface="Noto Sans SC"/>
                <a:ea typeface="Noto Sans SC"/>
                <a:cs typeface="Noto Sans SC"/>
              </a:defRPr>
            </a:lvl2pPr>
            <a:lvl3pPr algn="l">
              <a:defRPr sz="2175" b="1">
                <a:solidFill>
                  <a:srgbClr val="0F6E73"/>
                </a:solidFill>
                <a:latin typeface="Noto Sans SC"/>
                <a:ea typeface="Noto Sans SC"/>
                <a:cs typeface="Noto Sans SC"/>
              </a:defRPr>
            </a:lvl3pPr>
            <a:lvl4pPr algn="l">
              <a:defRPr sz="2175" b="1">
                <a:solidFill>
                  <a:srgbClr val="0F6E73"/>
                </a:solidFill>
                <a:latin typeface="Noto Sans SC"/>
                <a:ea typeface="Noto Sans SC"/>
                <a:cs typeface="Noto Sans SC"/>
              </a:defRPr>
            </a:lvl4pPr>
            <a:lvl5pPr algn="l">
              <a:defRPr sz="2175" b="1">
                <a:solidFill>
                  <a:srgbClr val="0F6E73"/>
                </a:solidFill>
                <a:latin typeface="Noto Sans SC"/>
                <a:ea typeface="Noto Sans SC"/>
                <a:cs typeface="Noto Sans SC"/>
              </a:defRPr>
            </a:lvl5pPr>
            <a:lvl6pPr algn="l">
              <a:defRPr sz="2175" b="1">
                <a:solidFill>
                  <a:srgbClr val="0F6E73"/>
                </a:solidFill>
                <a:latin typeface="Noto Sans SC"/>
                <a:ea typeface="Noto Sans SC"/>
                <a:cs typeface="Noto Sans SC"/>
              </a:defRPr>
            </a:lvl6pPr>
            <a:lvl7pPr algn="l">
              <a:defRPr sz="2175" b="1">
                <a:solidFill>
                  <a:srgbClr val="0F6E73"/>
                </a:solidFill>
                <a:latin typeface="Noto Sans SC"/>
                <a:ea typeface="Noto Sans SC"/>
                <a:cs typeface="Noto Sans SC"/>
              </a:defRPr>
            </a:lvl7pPr>
            <a:lvl8pPr algn="l">
              <a:defRPr sz="2175" b="1">
                <a:solidFill>
                  <a:srgbClr val="0F6E73"/>
                </a:solidFill>
                <a:latin typeface="Noto Sans SC"/>
                <a:ea typeface="Noto Sans SC"/>
                <a:cs typeface="Noto Sans SC"/>
              </a:defRPr>
            </a:lvl8pPr>
            <a:lvl9pPr algn="l">
              <a:defRPr sz="2175" b="1">
                <a:solidFill>
                  <a:srgbClr val="0F6E73"/>
                </a:solidFill>
                <a:latin typeface="Noto Sans SC"/>
                <a:ea typeface="Noto Sans SC"/>
                <a:cs typeface="Noto Sans SC"/>
              </a:defRPr>
            </a:lvl9pPr>
          </a:lstStyle>
          <a:p xmlns:a="http://schemas.openxmlformats.org/drawingml/2006/main">
            <a:pPr algn="l">
              <a:defRPr sz="2175" b="1">
                <a:solidFill>
                  <a:srgbClr val="0F6E73"/>
                </a:solidFill>
                <a:latin typeface="Noto Sans SC"/>
                <a:ea typeface="Noto Sans SC"/>
                <a:cs typeface="Noto Sans SC"/>
              </a:defRPr>
            </a:pPr>
            <a:r>
              <a:rPr sz="2175" b="1">
                <a:solidFill>
                  <a:srgbClr val="0F6E73"/>
                </a:solidFill>
                <a:latin typeface="Noto Sans SC"/>
                <a:ea typeface="Noto Sans SC"/>
                <a:cs typeface="Noto Sans SC"/>
              </a:rPr>
              <a:t>分散布局（中位／P95，ms）</a:t>
            </a:r>
          </a:p>
        </p:txBody>
      </p:sp>
      <p:sp>
        <p:nvSpPr>
          <p:cNvPr id="8" name="o7">
            <a:extLst xmlns:a="http://schemas.openxmlformats.org/drawingml/2006/main">
              <a:ext uri="{FF2B5EF4-FFF2-40B4-BE49-F238E27FC236}">
                <a16:creationId xmlns:a16="http://schemas.microsoft.com/office/drawing/2014/main" id="{70CDB09C-66B7-41E7-B346-E88EBE5191E8}"/>
              </a:ext>
            </a:extLst>
          </p:cNvPr>
          <p:cNvSpPr>
            <a:spLocks xmlns:a="http://schemas.openxmlformats.org/drawingml/2006/main" noGrp="1"/>
          </p:cNvSpPr>
          <p:nvPr/>
        </p:nvSpPr>
        <p:spPr>
          <a:xfrm xmlns:a="http://schemas.openxmlformats.org/drawingml/2006/main">
            <a:off x="6324600" y="1657350"/>
            <a:ext cx="523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0F6E73"/>
                </a:solidFill>
                <a:latin typeface="Noto Sans SC"/>
                <a:ea typeface="Noto Sans SC"/>
                <a:cs typeface="Noto Sans SC"/>
              </a:defRPr>
            </a:defPPr>
            <a:lvl1pPr algn="l">
              <a:defRPr sz="2175" b="1">
                <a:solidFill>
                  <a:srgbClr val="0F6E73"/>
                </a:solidFill>
                <a:latin typeface="Noto Sans SC"/>
                <a:ea typeface="Noto Sans SC"/>
                <a:cs typeface="Noto Sans SC"/>
              </a:defRPr>
            </a:lvl1pPr>
            <a:lvl2pPr algn="l">
              <a:defRPr sz="2175" b="1">
                <a:solidFill>
                  <a:srgbClr val="0F6E73"/>
                </a:solidFill>
                <a:latin typeface="Noto Sans SC"/>
                <a:ea typeface="Noto Sans SC"/>
                <a:cs typeface="Noto Sans SC"/>
              </a:defRPr>
            </a:lvl2pPr>
            <a:lvl3pPr algn="l">
              <a:defRPr sz="2175" b="1">
                <a:solidFill>
                  <a:srgbClr val="0F6E73"/>
                </a:solidFill>
                <a:latin typeface="Noto Sans SC"/>
                <a:ea typeface="Noto Sans SC"/>
                <a:cs typeface="Noto Sans SC"/>
              </a:defRPr>
            </a:lvl3pPr>
            <a:lvl4pPr algn="l">
              <a:defRPr sz="2175" b="1">
                <a:solidFill>
                  <a:srgbClr val="0F6E73"/>
                </a:solidFill>
                <a:latin typeface="Noto Sans SC"/>
                <a:ea typeface="Noto Sans SC"/>
                <a:cs typeface="Noto Sans SC"/>
              </a:defRPr>
            </a:lvl4pPr>
            <a:lvl5pPr algn="l">
              <a:defRPr sz="2175" b="1">
                <a:solidFill>
                  <a:srgbClr val="0F6E73"/>
                </a:solidFill>
                <a:latin typeface="Noto Sans SC"/>
                <a:ea typeface="Noto Sans SC"/>
                <a:cs typeface="Noto Sans SC"/>
              </a:defRPr>
            </a:lvl5pPr>
            <a:lvl6pPr algn="l">
              <a:defRPr sz="2175" b="1">
                <a:solidFill>
                  <a:srgbClr val="0F6E73"/>
                </a:solidFill>
                <a:latin typeface="Noto Sans SC"/>
                <a:ea typeface="Noto Sans SC"/>
                <a:cs typeface="Noto Sans SC"/>
              </a:defRPr>
            </a:lvl6pPr>
            <a:lvl7pPr algn="l">
              <a:defRPr sz="2175" b="1">
                <a:solidFill>
                  <a:srgbClr val="0F6E73"/>
                </a:solidFill>
                <a:latin typeface="Noto Sans SC"/>
                <a:ea typeface="Noto Sans SC"/>
                <a:cs typeface="Noto Sans SC"/>
              </a:defRPr>
            </a:lvl7pPr>
            <a:lvl8pPr algn="l">
              <a:defRPr sz="2175" b="1">
                <a:solidFill>
                  <a:srgbClr val="0F6E73"/>
                </a:solidFill>
                <a:latin typeface="Noto Sans SC"/>
                <a:ea typeface="Noto Sans SC"/>
                <a:cs typeface="Noto Sans SC"/>
              </a:defRPr>
            </a:lvl8pPr>
            <a:lvl9pPr algn="l">
              <a:defRPr sz="2175" b="1">
                <a:solidFill>
                  <a:srgbClr val="0F6E73"/>
                </a:solidFill>
                <a:latin typeface="Noto Sans SC"/>
                <a:ea typeface="Noto Sans SC"/>
                <a:cs typeface="Noto Sans SC"/>
              </a:defRPr>
            </a:lvl9pPr>
          </a:lstStyle>
          <a:p xmlns:a="http://schemas.openxmlformats.org/drawingml/2006/main">
            <a:pPr algn="l">
              <a:defRPr sz="2175" b="1">
                <a:solidFill>
                  <a:srgbClr val="0F6E73"/>
                </a:solidFill>
                <a:latin typeface="Noto Sans SC"/>
                <a:ea typeface="Noto Sans SC"/>
                <a:cs typeface="Noto Sans SC"/>
              </a:defRPr>
            </a:pPr>
            <a:r>
              <a:rPr sz="2175" b="1">
                <a:solidFill>
                  <a:srgbClr val="0F6E73"/>
                </a:solidFill>
                <a:latin typeface="Noto Sans SC"/>
                <a:ea typeface="Noto Sans SC"/>
                <a:cs typeface="Noto Sans SC"/>
              </a:rPr>
              <a:t>密集布局（中位／P95，ms）</a:t>
            </a:r>
          </a:p>
        </p:txBody>
      </p:sp>
      <p:sp>
        <p:nvSpPr>
          <p:cNvPr id="9" name="o8">
            <a:extLst xmlns:a="http://schemas.openxmlformats.org/drawingml/2006/main">
              <a:ext uri="{FF2B5EF4-FFF2-40B4-BE49-F238E27FC236}">
                <a16:creationId xmlns:a16="http://schemas.microsoft.com/office/drawing/2014/main" id="{674FF597-3C07-4E0B-89C0-8AE73C447E93}"/>
              </a:ext>
            </a:extLst>
          </p:cNvPr>
          <p:cNvSpPr>
            <a:spLocks xmlns:a="http://schemas.openxmlformats.org/drawingml/2006/main" noGrp="1"/>
          </p:cNvSpPr>
          <p:nvPr/>
        </p:nvSpPr>
        <p:spPr>
          <a:xfrm xmlns:a="http://schemas.openxmlformats.org/drawingml/2006/main">
            <a:off x="609600" y="5219700"/>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950" b="1">
                <a:solidFill>
                  <a:srgbClr val="0F6E73"/>
                </a:solidFill>
                <a:latin typeface="Noto Sans SC"/>
                <a:ea typeface="Noto Sans SC"/>
                <a:cs typeface="Noto Sans SC"/>
              </a:defRPr>
            </a:defPPr>
            <a:lvl1pPr algn="l">
              <a:defRPr sz="1950" b="1">
                <a:solidFill>
                  <a:srgbClr val="0F6E73"/>
                </a:solidFill>
                <a:latin typeface="Noto Sans SC"/>
                <a:ea typeface="Noto Sans SC"/>
                <a:cs typeface="Noto Sans SC"/>
              </a:defRPr>
            </a:lvl1pPr>
            <a:lvl2pPr algn="l">
              <a:defRPr sz="1950" b="1">
                <a:solidFill>
                  <a:srgbClr val="0F6E73"/>
                </a:solidFill>
                <a:latin typeface="Noto Sans SC"/>
                <a:ea typeface="Noto Sans SC"/>
                <a:cs typeface="Noto Sans SC"/>
              </a:defRPr>
            </a:lvl2pPr>
            <a:lvl3pPr algn="l">
              <a:defRPr sz="1950" b="1">
                <a:solidFill>
                  <a:srgbClr val="0F6E73"/>
                </a:solidFill>
                <a:latin typeface="Noto Sans SC"/>
                <a:ea typeface="Noto Sans SC"/>
                <a:cs typeface="Noto Sans SC"/>
              </a:defRPr>
            </a:lvl3pPr>
            <a:lvl4pPr algn="l">
              <a:defRPr sz="1950" b="1">
                <a:solidFill>
                  <a:srgbClr val="0F6E73"/>
                </a:solidFill>
                <a:latin typeface="Noto Sans SC"/>
                <a:ea typeface="Noto Sans SC"/>
                <a:cs typeface="Noto Sans SC"/>
              </a:defRPr>
            </a:lvl4pPr>
            <a:lvl5pPr algn="l">
              <a:defRPr sz="1950" b="1">
                <a:solidFill>
                  <a:srgbClr val="0F6E73"/>
                </a:solidFill>
                <a:latin typeface="Noto Sans SC"/>
                <a:ea typeface="Noto Sans SC"/>
                <a:cs typeface="Noto Sans SC"/>
              </a:defRPr>
            </a:lvl5pPr>
            <a:lvl6pPr algn="l">
              <a:defRPr sz="1950" b="1">
                <a:solidFill>
                  <a:srgbClr val="0F6E73"/>
                </a:solidFill>
                <a:latin typeface="Noto Sans SC"/>
                <a:ea typeface="Noto Sans SC"/>
                <a:cs typeface="Noto Sans SC"/>
              </a:defRPr>
            </a:lvl6pPr>
            <a:lvl7pPr algn="l">
              <a:defRPr sz="1950" b="1">
                <a:solidFill>
                  <a:srgbClr val="0F6E73"/>
                </a:solidFill>
                <a:latin typeface="Noto Sans SC"/>
                <a:ea typeface="Noto Sans SC"/>
                <a:cs typeface="Noto Sans SC"/>
              </a:defRPr>
            </a:lvl7pPr>
            <a:lvl8pPr algn="l">
              <a:defRPr sz="1950" b="1">
                <a:solidFill>
                  <a:srgbClr val="0F6E73"/>
                </a:solidFill>
                <a:latin typeface="Noto Sans SC"/>
                <a:ea typeface="Noto Sans SC"/>
                <a:cs typeface="Noto Sans SC"/>
              </a:defRPr>
            </a:lvl8pPr>
            <a:lvl9pPr algn="l">
              <a:defRPr sz="1950" b="1">
                <a:solidFill>
                  <a:srgbClr val="0F6E73"/>
                </a:solidFill>
                <a:latin typeface="Noto Sans SC"/>
                <a:ea typeface="Noto Sans SC"/>
                <a:cs typeface="Noto Sans SC"/>
              </a:defRPr>
            </a:lvl9pPr>
          </a:lstStyle>
          <a:p xmlns:a="http://schemas.openxmlformats.org/drawingml/2006/main">
            <a:pPr algn="l">
              <a:defRPr sz="1950" b="1">
                <a:solidFill>
                  <a:srgbClr val="0F6E73"/>
                </a:solidFill>
                <a:latin typeface="Noto Sans SC"/>
                <a:ea typeface="Noto Sans SC"/>
                <a:cs typeface="Noto Sans SC"/>
              </a:defRPr>
            </a:pPr>
            <a:r>
              <a:rPr sz="1950" b="1">
                <a:solidFill>
                  <a:srgbClr val="0F6E73"/>
                </a:solidFill>
                <a:latin typeface="Noto Sans SC"/>
                <a:ea typeface="Noto Sans SC"/>
                <a:cs typeface="Noto Sans SC"/>
              </a:rPr>
              <a:t>缓存计算次数：3400 → 1700（各17次请求）</a:t>
            </a:r>
          </a:p>
        </p:txBody>
      </p:sp>
      <p:sp>
        <p:nvSpPr>
          <p:cNvPr id="10" name="o9">
            <a:extLst xmlns:a="http://schemas.openxmlformats.org/drawingml/2006/main">
              <a:ext uri="{FF2B5EF4-FFF2-40B4-BE49-F238E27FC236}">
                <a16:creationId xmlns:a16="http://schemas.microsoft.com/office/drawing/2014/main" id="{A180C2F9-6B7E-42D3-B034-DC84BDBC31BE}"/>
              </a:ext>
            </a:extLst>
          </p:cNvPr>
          <p:cNvSpPr>
            <a:spLocks xmlns:a="http://schemas.openxmlformats.org/drawingml/2006/main" noGrp="1"/>
          </p:cNvSpPr>
          <p:nvPr/>
        </p:nvSpPr>
        <p:spPr>
          <a:xfrm xmlns:a="http://schemas.openxmlformats.org/drawingml/2006/main">
            <a:off x="609600" y="5648325"/>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0">
                <a:solidFill>
                  <a:srgbClr val="1E293B"/>
                </a:solidFill>
                <a:latin typeface="Noto Sans SC"/>
                <a:ea typeface="Noto Sans SC"/>
                <a:cs typeface="Noto Sans SC"/>
              </a:defRPr>
            </a:defPPr>
            <a:lvl1pPr algn="l">
              <a:defRPr sz="1800" b="0">
                <a:solidFill>
                  <a:srgbClr val="1E293B"/>
                </a:solidFill>
                <a:latin typeface="Noto Sans SC"/>
                <a:ea typeface="Noto Sans SC"/>
                <a:cs typeface="Noto Sans SC"/>
              </a:defRPr>
            </a:lvl1pPr>
            <a:lvl2pPr algn="l">
              <a:defRPr sz="1800" b="0">
                <a:solidFill>
                  <a:srgbClr val="1E293B"/>
                </a:solidFill>
                <a:latin typeface="Noto Sans SC"/>
                <a:ea typeface="Noto Sans SC"/>
                <a:cs typeface="Noto Sans SC"/>
              </a:defRPr>
            </a:lvl2pPr>
            <a:lvl3pPr algn="l">
              <a:defRPr sz="1800" b="0">
                <a:solidFill>
                  <a:srgbClr val="1E293B"/>
                </a:solidFill>
                <a:latin typeface="Noto Sans SC"/>
                <a:ea typeface="Noto Sans SC"/>
                <a:cs typeface="Noto Sans SC"/>
              </a:defRPr>
            </a:lvl3pPr>
            <a:lvl4pPr algn="l">
              <a:defRPr sz="1800" b="0">
                <a:solidFill>
                  <a:srgbClr val="1E293B"/>
                </a:solidFill>
                <a:latin typeface="Noto Sans SC"/>
                <a:ea typeface="Noto Sans SC"/>
                <a:cs typeface="Noto Sans SC"/>
              </a:defRPr>
            </a:lvl4pPr>
            <a:lvl5pPr algn="l">
              <a:defRPr sz="1800" b="0">
                <a:solidFill>
                  <a:srgbClr val="1E293B"/>
                </a:solidFill>
                <a:latin typeface="Noto Sans SC"/>
                <a:ea typeface="Noto Sans SC"/>
                <a:cs typeface="Noto Sans SC"/>
              </a:defRPr>
            </a:lvl5pPr>
            <a:lvl6pPr algn="l">
              <a:defRPr sz="1800" b="0">
                <a:solidFill>
                  <a:srgbClr val="1E293B"/>
                </a:solidFill>
                <a:latin typeface="Noto Sans SC"/>
                <a:ea typeface="Noto Sans SC"/>
                <a:cs typeface="Noto Sans SC"/>
              </a:defRPr>
            </a:lvl6pPr>
            <a:lvl7pPr algn="l">
              <a:defRPr sz="1800" b="0">
                <a:solidFill>
                  <a:srgbClr val="1E293B"/>
                </a:solidFill>
                <a:latin typeface="Noto Sans SC"/>
                <a:ea typeface="Noto Sans SC"/>
                <a:cs typeface="Noto Sans SC"/>
              </a:defRPr>
            </a:lvl7pPr>
            <a:lvl8pPr algn="l">
              <a:defRPr sz="1800" b="0">
                <a:solidFill>
                  <a:srgbClr val="1E293B"/>
                </a:solidFill>
                <a:latin typeface="Noto Sans SC"/>
                <a:ea typeface="Noto Sans SC"/>
                <a:cs typeface="Noto Sans SC"/>
              </a:defRPr>
            </a:lvl8pPr>
            <a:lvl9pPr algn="l">
              <a:defRPr sz="1800" b="0">
                <a:solidFill>
                  <a:srgbClr val="1E293B"/>
                </a:solidFill>
                <a:latin typeface="Noto Sans SC"/>
                <a:ea typeface="Noto Sans SC"/>
                <a:cs typeface="Noto Sans SC"/>
              </a:defRPr>
            </a:lvl9pPr>
          </a:lstStyle>
          <a:p xmlns:a="http://schemas.openxmlformats.org/drawingml/2006/main">
            <a:pPr algn="l">
              <a:defRPr sz="1800" b="0">
                <a:solidFill>
                  <a:srgbClr val="1E293B"/>
                </a:solidFill>
                <a:latin typeface="Noto Sans SC"/>
                <a:ea typeface="Noto Sans SC"/>
                <a:cs typeface="Noto Sans SC"/>
              </a:defRPr>
            </a:pPr>
            <a:r>
              <a:rPr sz="1800" b="0">
                <a:solidFill>
                  <a:srgbClr val="1E293B"/>
                </a:solidFill>
                <a:latin typeface="Noto Sans SC"/>
                <a:ea typeface="Noto Sans SC"/>
                <a:cs typeface="Noto Sans SC"/>
              </a:rPr>
              <a:t>False复核仅为debug.generatedAt；排除调试时间后算法data一致</a:t>
            </a:r>
          </a:p>
        </p:txBody>
      </p:sp>
      <p:sp>
        <p:nvSpPr>
          <p:cNvPr id="11" name="line-8">
            <a:extLst xmlns:a="http://schemas.openxmlformats.org/drawingml/2006/main">
              <a:ext uri="{FF2B5EF4-FFF2-40B4-BE49-F238E27FC236}">
                <a16:creationId xmlns:a16="http://schemas.microsoft.com/office/drawing/2014/main" id="{7CAC60FB-1E66-47D5-9B26-102956974170}"/>
              </a:ext>
            </a:extLst>
          </p:cNvPr>
          <p:cNvSpPr>
            <a:spLocks xmlns:a="http://schemas.openxmlformats.org/drawingml/2006/main" noGrp="1"/>
          </p:cNvSpPr>
          <p:nvPr/>
        </p:nvSpPr>
        <p:spPr>
          <a:xfrm xmlns:a="http://schemas.openxmlformats.org/drawingml/2006/main" flipV="0">
            <a:off x="609600" y="6010275"/>
            <a:ext cx="10972800" cy="953"/>
          </a:xfrm>
          <a:prstGeom xmlns:a="http://schemas.openxmlformats.org/drawingml/2006/main" prst="line">
            <a:avLst/>
          </a:prstGeom>
          <a:noFill xmlns:a="http://schemas.openxmlformats.org/drawingml/2006/main"/>
          <a:ln xmlns:a="http://schemas.openxmlformats.org/drawingml/2006/main" w="9525">
            <a:solidFill>
              <a:srgbClr val="CCD6E3"/>
            </a:solidFill>
            <a:prstDash val="solid"/>
          </a:ln>
        </p:spPr>
      </p:sp>
      <p:sp>
        <p:nvSpPr>
          <p:cNvPr id="12" name="o11">
            <a:extLst xmlns:a="http://schemas.openxmlformats.org/drawingml/2006/main">
              <a:ext uri="{FF2B5EF4-FFF2-40B4-BE49-F238E27FC236}">
                <a16:creationId xmlns:a16="http://schemas.microsoft.com/office/drawing/2014/main" id="{86F4FF53-E013-4BB0-B945-48590D2DE690}"/>
              </a:ext>
            </a:extLst>
          </p:cNvPr>
          <p:cNvSpPr>
            <a:spLocks xmlns:a="http://schemas.openxmlformats.org/drawingml/2006/main" noGrp="1"/>
          </p:cNvSpPr>
          <p:nvPr/>
        </p:nvSpPr>
        <p:spPr>
          <a:xfrm xmlns:a="http://schemas.openxmlformats.org/drawingml/2006/main">
            <a:off x="609600" y="6096000"/>
            <a:ext cx="109728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0F6E73"/>
                </a:solidFill>
                <a:latin typeface="Noto Sans SC"/>
                <a:ea typeface="Noto Sans SC"/>
                <a:cs typeface="Noto Sans SC"/>
              </a:defRPr>
            </a:defPPr>
            <a:lvl1pPr algn="l">
              <a:defRPr sz="1725" b="0">
                <a:solidFill>
                  <a:srgbClr val="0F6E73"/>
                </a:solidFill>
                <a:latin typeface="Noto Sans SC"/>
                <a:ea typeface="Noto Sans SC"/>
                <a:cs typeface="Noto Sans SC"/>
              </a:defRPr>
            </a:lvl1pPr>
            <a:lvl2pPr algn="l">
              <a:defRPr sz="1725" b="0">
                <a:solidFill>
                  <a:srgbClr val="0F6E73"/>
                </a:solidFill>
                <a:latin typeface="Noto Sans SC"/>
                <a:ea typeface="Noto Sans SC"/>
                <a:cs typeface="Noto Sans SC"/>
              </a:defRPr>
            </a:lvl2pPr>
            <a:lvl3pPr algn="l">
              <a:defRPr sz="1725" b="0">
                <a:solidFill>
                  <a:srgbClr val="0F6E73"/>
                </a:solidFill>
                <a:latin typeface="Noto Sans SC"/>
                <a:ea typeface="Noto Sans SC"/>
                <a:cs typeface="Noto Sans SC"/>
              </a:defRPr>
            </a:lvl3pPr>
            <a:lvl4pPr algn="l">
              <a:defRPr sz="1725" b="0">
                <a:solidFill>
                  <a:srgbClr val="0F6E73"/>
                </a:solidFill>
                <a:latin typeface="Noto Sans SC"/>
                <a:ea typeface="Noto Sans SC"/>
                <a:cs typeface="Noto Sans SC"/>
              </a:defRPr>
            </a:lvl4pPr>
            <a:lvl5pPr algn="l">
              <a:defRPr sz="1725" b="0">
                <a:solidFill>
                  <a:srgbClr val="0F6E73"/>
                </a:solidFill>
                <a:latin typeface="Noto Sans SC"/>
                <a:ea typeface="Noto Sans SC"/>
                <a:cs typeface="Noto Sans SC"/>
              </a:defRPr>
            </a:lvl5pPr>
            <a:lvl6pPr algn="l">
              <a:defRPr sz="1725" b="0">
                <a:solidFill>
                  <a:srgbClr val="0F6E73"/>
                </a:solidFill>
                <a:latin typeface="Noto Sans SC"/>
                <a:ea typeface="Noto Sans SC"/>
                <a:cs typeface="Noto Sans SC"/>
              </a:defRPr>
            </a:lvl6pPr>
            <a:lvl7pPr algn="l">
              <a:defRPr sz="1725" b="0">
                <a:solidFill>
                  <a:srgbClr val="0F6E73"/>
                </a:solidFill>
                <a:latin typeface="Noto Sans SC"/>
                <a:ea typeface="Noto Sans SC"/>
                <a:cs typeface="Noto Sans SC"/>
              </a:defRPr>
            </a:lvl7pPr>
            <a:lvl8pPr algn="l">
              <a:defRPr sz="1725" b="0">
                <a:solidFill>
                  <a:srgbClr val="0F6E73"/>
                </a:solidFill>
                <a:latin typeface="Noto Sans SC"/>
                <a:ea typeface="Noto Sans SC"/>
                <a:cs typeface="Noto Sans SC"/>
              </a:defRPr>
            </a:lvl8pPr>
            <a:lvl9pPr algn="l">
              <a:defRPr sz="1725" b="0">
                <a:solidFill>
                  <a:srgbClr val="0F6E73"/>
                </a:solidFill>
                <a:latin typeface="Noto Sans SC"/>
                <a:ea typeface="Noto Sans SC"/>
                <a:cs typeface="Noto Sans SC"/>
              </a:defRPr>
            </a:lvl9pPr>
          </a:lstStyle>
          <a:p xmlns:a="http://schemas.openxmlformats.org/drawingml/2006/main">
            <a:pPr algn="l">
              <a:defRPr sz="1725" b="0">
                <a:solidFill>
                  <a:srgbClr val="0F6E73"/>
                </a:solidFill>
                <a:latin typeface="Noto Sans SC"/>
                <a:ea typeface="Noto Sans SC"/>
                <a:cs typeface="Noto Sans SC"/>
              </a:defRPr>
            </a:pPr>
            <a:r>
              <a:rPr sz="1725" b="0">
                <a:solidFill>
                  <a:srgbClr val="0F6E73"/>
                </a:solidFill>
                <a:latin typeface="Noto Sans SC"/>
                <a:ea typeface="Noto Sans SC"/>
                <a:cs typeface="Noto Sans SC"/>
              </a:rPr>
              <a:t>240输入点仅保留121意图点；真实并发、冷启动和高频240有效点未测。</a:t>
            </a:r>
          </a:p>
        </p:txBody>
      </p:sp>
      <p:graphicFrame xmlns:a="http://schemas.openxmlformats.org/drawingml/2006/main" xmlns:m="http://schemas.openxmlformats.org/officeDocument/2006/math" xmlns:w="http://schemas.openxmlformats.org/wordprocessingml/2006/main" xmlns:a14="http://schemas.microsoft.com/office/drawing/2010/main" xmlns:r="http://schemas.openxmlformats.org/officeDocument/2006/relationships" xmlns:rel="http://schemas.openxmlformats.org/package/2006/relationships" xmlns:ct="http://schemas.openxmlformats.org/package/2006/content-types">
        <p:nvGraphicFramePr>
          <p:cNvPr id="7001" name="Table 13"/>
          <p:cNvGraphicFramePr>
            <a:graphicFrameLocks noGrp="1"/>
          </p:cNvGraphicFramePr>
          <p:nvPr/>
        </p:nvGraphicFramePr>
        <p:xfrm>
          <a:off x="609600" y="2171700"/>
          <a:ext cx="5238748" cy="2724150"/>
        </p:xfrm>
        <a:graphic>
          <a:graphicData uri="http://schemas.openxmlformats.org/drawingml/2006/table">
            <a:tbl>
              <a:tblPr firstRow="1" bandRow="1">
                <a:tableStyleId>{5C22544A-7EE6-4342-B048-85BDC9FD1C3A}</a:tableStyleId>
              </a:tblPr>
              <a:tblGrid>
                <a:gridCol w="942975">
                  <a:extLst>
                    <a:ext uri="{9D8B030D-6E8A-4147-A177-3AD203B41FA5}">
                      <ns0:colId xmlns:ns0="http://schemas.microsoft.com/office/drawing/2014/main" val="20000"/>
                    </a:ext>
                  </a:extLst>
                </a:gridCol>
                <a:gridCol w="1430178">
                  <a:extLst>
                    <a:ext uri="{9D8B030D-6E8A-4147-A177-3AD203B41FA5}">
                      <ns0:colId xmlns:ns0="http://schemas.microsoft.com/office/drawing/2014/main" val="20001"/>
                    </a:ext>
                  </a:extLst>
                </a:gridCol>
                <a:gridCol w="1430178">
                  <a:extLst>
                    <a:ext uri="{9D8B030D-6E8A-4147-A177-3AD203B41FA5}">
                      <ns0:colId xmlns:ns0="http://schemas.microsoft.com/office/drawing/2014/main" val="20002"/>
                    </a:ext>
                  </a:extLst>
                </a:gridCol>
                <a:gridCol w="1435417">
                  <a:extLst>
                    <a:ext uri="{9D8B030D-6E8A-4147-A177-3AD203B41FA5}">
                      <ns0:colId xmlns:ns0="http://schemas.microsoft.com/office/drawing/2014/main" val="20003"/>
                    </a:ext>
                  </a:extLst>
                </a:gridCol>
              </a:tblGrid>
              <a:tr h="544830">
                <a:tc>
                  <a:txBody>
                    <a:bodyPr/>
                    <a:lstStyle/>
                    <a:p>
                      <a:pPr>
                        <a:lnSpc>
                          <a:spcPct val="100000"/>
                        </a:lnSpc>
                        <a:spcBef>
                          <a:spcPts val="0"/>
                        </a:spcBef>
                        <a:spcAft>
                          <a:spcPts val="0"/>
                        </a:spcAft>
                        <a:defRPr sz="1600" b="1">
                          <a:solidFill>
                            <a:srgbClr val="1E293B"/>
                          </a:solidFill>
                          <a:latin typeface="Noto Sans SC"/>
                          <a:ea typeface="Noto Sans SC"/>
                          <a:cs typeface="Noto Sans SC"/>
                        </a:defRPr>
                      </a:pPr>
                      <a:r>
                        <a:rPr sz="1600">
                          <a:latin typeface="Noto Sans SC"/>
                          <a:ea typeface="Noto Sans SC"/>
                          <a:cs typeface="Noto Sans SC"/>
                        </a:rPr>
                        <a:t>目标数</a:t>
                      </a:r>
                    </a:p>
                  </a:txBody>
                  <a:tcPr marL="114300" marR="88900" marT="38100" marB="38100">
                    <a:solidFill>
                      <a:srgbClr val="DFE8F1"/>
                    </a:solidFill>
                  </a:tcPr>
                </a:tc>
                <a:tc>
                  <a:txBody>
                    <a:bodyPr/>
                    <a:lstStyle/>
                    <a:p>
                      <a:pPr>
                        <a:lnSpc>
                          <a:spcPct val="100000"/>
                        </a:lnSpc>
                        <a:spcBef>
                          <a:spcPts val="0"/>
                        </a:spcBef>
                        <a:spcAft>
                          <a:spcPts val="0"/>
                        </a:spcAft>
                        <a:defRPr sz="1600" b="1">
                          <a:solidFill>
                            <a:srgbClr val="1E293B"/>
                          </a:solidFill>
                          <a:latin typeface="Noto Sans SC"/>
                          <a:ea typeface="Noto Sans SC"/>
                          <a:cs typeface="Noto Sans SC"/>
                        </a:defRPr>
                      </a:pPr>
                      <a:r>
                        <a:rPr sz="1600">
                          <a:latin typeface="Noto Sans SC"/>
                          <a:ea typeface="Noto Sans SC"/>
                          <a:cs typeface="Noto Sans SC"/>
                        </a:rPr>
                        <a:t>30点</a:t>
                      </a:r>
                    </a:p>
                  </a:txBody>
                  <a:tcPr marL="114300" marR="88900" marT="38100" marB="38100">
                    <a:solidFill>
                      <a:srgbClr val="DFE8F1"/>
                    </a:solidFill>
                  </a:tcPr>
                </a:tc>
                <a:tc>
                  <a:txBody>
                    <a:bodyPr/>
                    <a:lstStyle/>
                    <a:p>
                      <a:pPr>
                        <a:lnSpc>
                          <a:spcPct val="100000"/>
                        </a:lnSpc>
                        <a:spcBef>
                          <a:spcPts val="0"/>
                        </a:spcBef>
                        <a:spcAft>
                          <a:spcPts val="0"/>
                        </a:spcAft>
                        <a:defRPr sz="1600" b="1">
                          <a:solidFill>
                            <a:srgbClr val="1E293B"/>
                          </a:solidFill>
                          <a:latin typeface="Noto Sans SC"/>
                          <a:ea typeface="Noto Sans SC"/>
                          <a:cs typeface="Noto Sans SC"/>
                        </a:defRPr>
                      </a:pPr>
                      <a:r>
                        <a:rPr sz="1600">
                          <a:latin typeface="Noto Sans SC"/>
                          <a:ea typeface="Noto Sans SC"/>
                          <a:cs typeface="Noto Sans SC"/>
                        </a:rPr>
                        <a:t>120点</a:t>
                      </a:r>
                    </a:p>
                  </a:txBody>
                  <a:tcPr marL="114300" marR="88900" marT="38100" marB="38100">
                    <a:solidFill>
                      <a:srgbClr val="DFE8F1"/>
                    </a:solidFill>
                  </a:tcPr>
                </a:tc>
                <a:tc>
                  <a:txBody>
                    <a:bodyPr/>
                    <a:lstStyle/>
                    <a:p>
                      <a:pPr>
                        <a:lnSpc>
                          <a:spcPct val="100000"/>
                        </a:lnSpc>
                        <a:spcBef>
                          <a:spcPts val="0"/>
                        </a:spcBef>
                        <a:spcAft>
                          <a:spcPts val="0"/>
                        </a:spcAft>
                        <a:defRPr sz="1600" b="1">
                          <a:solidFill>
                            <a:srgbClr val="1E293B"/>
                          </a:solidFill>
                          <a:latin typeface="Noto Sans SC"/>
                          <a:ea typeface="Noto Sans SC"/>
                          <a:cs typeface="Noto Sans SC"/>
                        </a:defRPr>
                      </a:pPr>
                      <a:r>
                        <a:rPr sz="1600">
                          <a:latin typeface="Noto Sans SC"/>
                          <a:ea typeface="Noto Sans SC"/>
                          <a:cs typeface="Noto Sans SC"/>
                        </a:rPr>
                        <a:t>240点</a:t>
                      </a:r>
                    </a:p>
                  </a:txBody>
                  <a:tcPr marL="114300" marR="88900" marT="38100" marB="38100">
                    <a:solidFill>
                      <a:srgbClr val="DFE8F1"/>
                    </a:solidFill>
                  </a:tcPr>
                </a:tc>
                <a:extLst>
                  <a:ext uri="{0D108BD9-81ED-4DB2-BD59-A6C34878D82A}">
                    <ns0:rowId xmlns:ns0="http://schemas.microsoft.com/office/drawing/2014/main" val="10000"/>
                  </a:ext>
                </a:extLst>
              </a:tr>
              <a:tr h="544830">
                <a:tc>
                  <a:txBody>
                    <a:bodyPr/>
                    <a:lstStyle/>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10</a:t>
                      </a:r>
                    </a:p>
                  </a:txBody>
                  <a:tcPr marL="114300" marR="88900" marT="38100" marB="38100">
                    <a:solidFill>
                      <a:srgbClr val="FFFFFF"/>
                    </a:solidFill>
                  </a:tcPr>
                </a:tc>
                <a:tc>
                  <a:txBody>
                    <a:bodyPr/>
                    <a:lstStyle/>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39.69</a:t>
                      </a:r>
                    </a:p>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40.93</a:t>
                      </a:r>
                    </a:p>
                  </a:txBody>
                  <a:tcPr marL="114300" marR="88900" marT="38100" marB="38100">
                    <a:solidFill>
                      <a:srgbClr val="FFFFFF"/>
                    </a:solidFill>
                  </a:tcPr>
                </a:tc>
                <a:tc>
                  <a:txBody>
                    <a:bodyPr/>
                    <a:lstStyle/>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56.07</a:t>
                      </a:r>
                    </a:p>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65.82</a:t>
                      </a:r>
                    </a:p>
                  </a:txBody>
                  <a:tcPr marL="114300" marR="88900" marT="38100" marB="38100">
                    <a:solidFill>
                      <a:srgbClr val="FFFFFF"/>
                    </a:solidFill>
                  </a:tcPr>
                </a:tc>
                <a:tc>
                  <a:txBody>
                    <a:bodyPr/>
                    <a:lstStyle/>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57.45</a:t>
                      </a:r>
                    </a:p>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61.05</a:t>
                      </a:r>
                    </a:p>
                  </a:txBody>
                  <a:tcPr marL="114300" marR="88900" marT="38100" marB="38100">
                    <a:solidFill>
                      <a:srgbClr val="FFFFFF"/>
                    </a:solidFill>
                  </a:tcPr>
                </a:tc>
                <a:extLst>
                  <a:ext uri="{0D108BD9-81ED-4DB2-BD59-A6C34878D82A}">
                    <ns0:rowId xmlns:ns0="http://schemas.microsoft.com/office/drawing/2014/main" val="10001"/>
                  </a:ext>
                </a:extLst>
              </a:tr>
              <a:tr h="544830">
                <a:tc>
                  <a:txBody>
                    <a:bodyPr/>
                    <a:lstStyle/>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50</a:t>
                      </a:r>
                    </a:p>
                  </a:txBody>
                  <a:tcPr marL="114300" marR="88900" marT="38100" marB="38100">
                    <a:solidFill>
                      <a:srgbClr val="F4F7FA"/>
                    </a:solidFill>
                  </a:tcPr>
                </a:tc>
                <a:tc>
                  <a:txBody>
                    <a:bodyPr/>
                    <a:lstStyle/>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177.24</a:t>
                      </a:r>
                    </a:p>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180.21</a:t>
                      </a:r>
                    </a:p>
                  </a:txBody>
                  <a:tcPr marL="114300" marR="88900" marT="38100" marB="38100">
                    <a:solidFill>
                      <a:srgbClr val="F4F7FA"/>
                    </a:solidFill>
                  </a:tcPr>
                </a:tc>
                <a:tc>
                  <a:txBody>
                    <a:bodyPr/>
                    <a:lstStyle/>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246.25</a:t>
                      </a:r>
                    </a:p>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280.91</a:t>
                      </a:r>
                    </a:p>
                  </a:txBody>
                  <a:tcPr marL="114300" marR="88900" marT="38100" marB="38100">
                    <a:solidFill>
                      <a:srgbClr val="F4F7FA"/>
                    </a:solidFill>
                  </a:tcPr>
                </a:tc>
                <a:tc>
                  <a:txBody>
                    <a:bodyPr/>
                    <a:lstStyle/>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258.94</a:t>
                      </a:r>
                    </a:p>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272.12</a:t>
                      </a:r>
                    </a:p>
                  </a:txBody>
                  <a:tcPr marL="114300" marR="88900" marT="38100" marB="38100">
                    <a:solidFill>
                      <a:srgbClr val="F4F7FA"/>
                    </a:solidFill>
                  </a:tcPr>
                </a:tc>
                <a:extLst>
                  <a:ext uri="{0D108BD9-81ED-4DB2-BD59-A6C34878D82A}">
                    <ns0:rowId xmlns:ns0="http://schemas.microsoft.com/office/drawing/2014/main" val="10002"/>
                  </a:ext>
                </a:extLst>
              </a:tr>
              <a:tr h="544830">
                <a:tc>
                  <a:txBody>
                    <a:bodyPr/>
                    <a:lstStyle/>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100</a:t>
                      </a:r>
                    </a:p>
                  </a:txBody>
                  <a:tcPr marL="114300" marR="88900" marT="38100" marB="38100">
                    <a:solidFill>
                      <a:srgbClr val="FFFFFF"/>
                    </a:solidFill>
                  </a:tcPr>
                </a:tc>
                <a:tc>
                  <a:txBody>
                    <a:bodyPr/>
                    <a:lstStyle/>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342.42</a:t>
                      </a:r>
                    </a:p>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453.55</a:t>
                      </a:r>
                    </a:p>
                  </a:txBody>
                  <a:tcPr marL="114300" marR="88900" marT="38100" marB="38100">
                    <a:solidFill>
                      <a:srgbClr val="FFFFFF"/>
                    </a:solidFill>
                  </a:tcPr>
                </a:tc>
                <a:tc>
                  <a:txBody>
                    <a:bodyPr/>
                    <a:lstStyle/>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461.26</a:t>
                      </a:r>
                    </a:p>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579.88</a:t>
                      </a:r>
                    </a:p>
                  </a:txBody>
                  <a:tcPr marL="114300" marR="88900" marT="38100" marB="38100">
                    <a:solidFill>
                      <a:srgbClr val="FFFFFF"/>
                    </a:solidFill>
                  </a:tcPr>
                </a:tc>
                <a:tc>
                  <a:txBody>
                    <a:bodyPr/>
                    <a:lstStyle/>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506.79</a:t>
                      </a:r>
                    </a:p>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578.46</a:t>
                      </a:r>
                    </a:p>
                  </a:txBody>
                  <a:tcPr marL="114300" marR="88900" marT="38100" marB="38100">
                    <a:solidFill>
                      <a:srgbClr val="FFFFFF"/>
                    </a:solidFill>
                  </a:tcPr>
                </a:tc>
                <a:extLst>
                  <a:ext uri="{0D108BD9-81ED-4DB2-BD59-A6C34878D82A}">
                    <ns0:rowId xmlns:ns0="http://schemas.microsoft.com/office/drawing/2014/main" val="10003"/>
                  </a:ext>
                </a:extLst>
              </a:tr>
              <a:tr h="544830">
                <a:tc>
                  <a:txBody>
                    <a:bodyPr/>
                    <a:lstStyle/>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200</a:t>
                      </a:r>
                    </a:p>
                  </a:txBody>
                  <a:tcPr marL="114300" marR="88900" marT="38100" marB="38100">
                    <a:solidFill>
                      <a:srgbClr val="F4F7FA"/>
                    </a:solidFill>
                  </a:tcPr>
                </a:tc>
                <a:tc>
                  <a:txBody>
                    <a:bodyPr/>
                    <a:lstStyle/>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644.89</a:t>
                      </a:r>
                    </a:p>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776.91</a:t>
                      </a:r>
                    </a:p>
                  </a:txBody>
                  <a:tcPr marL="114300" marR="88900" marT="38100" marB="38100">
                    <a:solidFill>
                      <a:srgbClr val="F4F7FA"/>
                    </a:solidFill>
                  </a:tcPr>
                </a:tc>
                <a:tc>
                  <a:txBody>
                    <a:bodyPr/>
                    <a:lstStyle/>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911.64</a:t>
                      </a:r>
                    </a:p>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1181.71</a:t>
                      </a:r>
                    </a:p>
                  </a:txBody>
                  <a:tcPr marL="114300" marR="88900" marT="38100" marB="38100">
                    <a:solidFill>
                      <a:srgbClr val="F4F7FA"/>
                    </a:solidFill>
                  </a:tcPr>
                </a:tc>
                <a:tc>
                  <a:txBody>
                    <a:bodyPr/>
                    <a:lstStyle/>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1003.80</a:t>
                      </a:r>
                    </a:p>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1308.94</a:t>
                      </a:r>
                    </a:p>
                  </a:txBody>
                  <a:tcPr marL="114300" marR="88900" marT="38100" marB="38100">
                    <a:solidFill>
                      <a:srgbClr val="F4F7FA"/>
                    </a:solidFill>
                  </a:tcPr>
                </a:tc>
                <a:extLst>
                  <a:ext uri="{0D108BD9-81ED-4DB2-BD59-A6C34878D82A}">
                    <ns0:rowId xmlns:ns0="http://schemas.microsoft.com/office/drawing/2014/main" val="10004"/>
                  </a:ext>
                </a:extLst>
              </a:tr>
            </a:tbl>
          </a:graphicData>
        </a:graphic>
      </p:graphicFrame>
      <p:graphicFrame xmlns:a="http://schemas.openxmlformats.org/drawingml/2006/main" xmlns:m="http://schemas.openxmlformats.org/officeDocument/2006/math" xmlns:w="http://schemas.openxmlformats.org/wordprocessingml/2006/main" xmlns:a14="http://schemas.microsoft.com/office/drawing/2010/main" xmlns:r="http://schemas.openxmlformats.org/officeDocument/2006/relationships" xmlns:rel="http://schemas.openxmlformats.org/package/2006/relationships" xmlns:ct="http://schemas.openxmlformats.org/package/2006/content-types">
        <p:nvGraphicFramePr>
          <p:cNvPr id="7002" name="Table 14"/>
          <p:cNvGraphicFramePr>
            <a:graphicFrameLocks noGrp="1"/>
          </p:cNvGraphicFramePr>
          <p:nvPr/>
        </p:nvGraphicFramePr>
        <p:xfrm>
          <a:off x="6324600" y="2171700"/>
          <a:ext cx="5238748" cy="2724150"/>
        </p:xfrm>
        <a:graphic>
          <a:graphicData uri="http://schemas.openxmlformats.org/drawingml/2006/table">
            <a:tbl>
              <a:tblPr firstRow="1" bandRow="1">
                <a:tableStyleId>{5C22544A-7EE6-4342-B048-85BDC9FD1C3A}</a:tableStyleId>
              </a:tblPr>
              <a:tblGrid>
                <a:gridCol w="942975">
                  <a:extLst>
                    <a:ext uri="{9D8B030D-6E8A-4147-A177-3AD203B41FA5}">
                      <ns0:colId xmlns:ns0="http://schemas.microsoft.com/office/drawing/2014/main" val="20000"/>
                    </a:ext>
                  </a:extLst>
                </a:gridCol>
                <a:gridCol w="1430178">
                  <a:extLst>
                    <a:ext uri="{9D8B030D-6E8A-4147-A177-3AD203B41FA5}">
                      <ns0:colId xmlns:ns0="http://schemas.microsoft.com/office/drawing/2014/main" val="20001"/>
                    </a:ext>
                  </a:extLst>
                </a:gridCol>
                <a:gridCol w="1430178">
                  <a:extLst>
                    <a:ext uri="{9D8B030D-6E8A-4147-A177-3AD203B41FA5}">
                      <ns0:colId xmlns:ns0="http://schemas.microsoft.com/office/drawing/2014/main" val="20002"/>
                    </a:ext>
                  </a:extLst>
                </a:gridCol>
                <a:gridCol w="1435417">
                  <a:extLst>
                    <a:ext uri="{9D8B030D-6E8A-4147-A177-3AD203B41FA5}">
                      <ns0:colId xmlns:ns0="http://schemas.microsoft.com/office/drawing/2014/main" val="20003"/>
                    </a:ext>
                  </a:extLst>
                </a:gridCol>
              </a:tblGrid>
              <a:tr h="544830">
                <a:tc>
                  <a:txBody>
                    <a:bodyPr/>
                    <a:lstStyle/>
                    <a:p>
                      <a:pPr>
                        <a:lnSpc>
                          <a:spcPct val="100000"/>
                        </a:lnSpc>
                        <a:spcBef>
                          <a:spcPts val="0"/>
                        </a:spcBef>
                        <a:spcAft>
                          <a:spcPts val="0"/>
                        </a:spcAft>
                        <a:defRPr sz="1600" b="1">
                          <a:solidFill>
                            <a:srgbClr val="1E293B"/>
                          </a:solidFill>
                          <a:latin typeface="Noto Sans SC"/>
                          <a:ea typeface="Noto Sans SC"/>
                          <a:cs typeface="Noto Sans SC"/>
                        </a:defRPr>
                      </a:pPr>
                      <a:r>
                        <a:rPr sz="1600">
                          <a:latin typeface="Noto Sans SC"/>
                          <a:ea typeface="Noto Sans SC"/>
                          <a:cs typeface="Noto Sans SC"/>
                        </a:rPr>
                        <a:t>目标数</a:t>
                      </a:r>
                    </a:p>
                  </a:txBody>
                  <a:tcPr marL="114300" marR="88900" marT="38100" marB="38100">
                    <a:solidFill>
                      <a:srgbClr val="DFE8F1"/>
                    </a:solidFill>
                  </a:tcPr>
                </a:tc>
                <a:tc>
                  <a:txBody>
                    <a:bodyPr/>
                    <a:lstStyle/>
                    <a:p>
                      <a:pPr>
                        <a:lnSpc>
                          <a:spcPct val="100000"/>
                        </a:lnSpc>
                        <a:spcBef>
                          <a:spcPts val="0"/>
                        </a:spcBef>
                        <a:spcAft>
                          <a:spcPts val="0"/>
                        </a:spcAft>
                        <a:defRPr sz="1600" b="1">
                          <a:solidFill>
                            <a:srgbClr val="1E293B"/>
                          </a:solidFill>
                          <a:latin typeface="Noto Sans SC"/>
                          <a:ea typeface="Noto Sans SC"/>
                          <a:cs typeface="Noto Sans SC"/>
                        </a:defRPr>
                      </a:pPr>
                      <a:r>
                        <a:rPr sz="1600">
                          <a:latin typeface="Noto Sans SC"/>
                          <a:ea typeface="Noto Sans SC"/>
                          <a:cs typeface="Noto Sans SC"/>
                        </a:rPr>
                        <a:t>30点</a:t>
                      </a:r>
                    </a:p>
                  </a:txBody>
                  <a:tcPr marL="114300" marR="88900" marT="38100" marB="38100">
                    <a:solidFill>
                      <a:srgbClr val="DFE8F1"/>
                    </a:solidFill>
                  </a:tcPr>
                </a:tc>
                <a:tc>
                  <a:txBody>
                    <a:bodyPr/>
                    <a:lstStyle/>
                    <a:p>
                      <a:pPr>
                        <a:lnSpc>
                          <a:spcPct val="100000"/>
                        </a:lnSpc>
                        <a:spcBef>
                          <a:spcPts val="0"/>
                        </a:spcBef>
                        <a:spcAft>
                          <a:spcPts val="0"/>
                        </a:spcAft>
                        <a:defRPr sz="1600" b="1">
                          <a:solidFill>
                            <a:srgbClr val="1E293B"/>
                          </a:solidFill>
                          <a:latin typeface="Noto Sans SC"/>
                          <a:ea typeface="Noto Sans SC"/>
                          <a:cs typeface="Noto Sans SC"/>
                        </a:defRPr>
                      </a:pPr>
                      <a:r>
                        <a:rPr sz="1600">
                          <a:latin typeface="Noto Sans SC"/>
                          <a:ea typeface="Noto Sans SC"/>
                          <a:cs typeface="Noto Sans SC"/>
                        </a:rPr>
                        <a:t>120点</a:t>
                      </a:r>
                    </a:p>
                  </a:txBody>
                  <a:tcPr marL="114300" marR="88900" marT="38100" marB="38100">
                    <a:solidFill>
                      <a:srgbClr val="DFE8F1"/>
                    </a:solidFill>
                  </a:tcPr>
                </a:tc>
                <a:tc>
                  <a:txBody>
                    <a:bodyPr/>
                    <a:lstStyle/>
                    <a:p>
                      <a:pPr>
                        <a:lnSpc>
                          <a:spcPct val="100000"/>
                        </a:lnSpc>
                        <a:spcBef>
                          <a:spcPts val="0"/>
                        </a:spcBef>
                        <a:spcAft>
                          <a:spcPts val="0"/>
                        </a:spcAft>
                        <a:defRPr sz="1600" b="1">
                          <a:solidFill>
                            <a:srgbClr val="1E293B"/>
                          </a:solidFill>
                          <a:latin typeface="Noto Sans SC"/>
                          <a:ea typeface="Noto Sans SC"/>
                          <a:cs typeface="Noto Sans SC"/>
                        </a:defRPr>
                      </a:pPr>
                      <a:r>
                        <a:rPr sz="1600">
                          <a:latin typeface="Noto Sans SC"/>
                          <a:ea typeface="Noto Sans SC"/>
                          <a:cs typeface="Noto Sans SC"/>
                        </a:rPr>
                        <a:t>240点</a:t>
                      </a:r>
                    </a:p>
                  </a:txBody>
                  <a:tcPr marL="114300" marR="88900" marT="38100" marB="38100">
                    <a:solidFill>
                      <a:srgbClr val="DFE8F1"/>
                    </a:solidFill>
                  </a:tcPr>
                </a:tc>
                <a:extLst>
                  <a:ext uri="{0D108BD9-81ED-4DB2-BD59-A6C34878D82A}">
                    <ns0:rowId xmlns:ns0="http://schemas.microsoft.com/office/drawing/2014/main" val="10000"/>
                  </a:ext>
                </a:extLst>
              </a:tr>
              <a:tr h="544830">
                <a:tc>
                  <a:txBody>
                    <a:bodyPr/>
                    <a:lstStyle/>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10</a:t>
                      </a:r>
                    </a:p>
                  </a:txBody>
                  <a:tcPr marL="114300" marR="88900" marT="38100" marB="38100">
                    <a:solidFill>
                      <a:srgbClr val="FFFFFF"/>
                    </a:solidFill>
                  </a:tcPr>
                </a:tc>
                <a:tc>
                  <a:txBody>
                    <a:bodyPr/>
                    <a:lstStyle/>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40.84</a:t>
                      </a:r>
                    </a:p>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45.43</a:t>
                      </a:r>
                    </a:p>
                  </a:txBody>
                  <a:tcPr marL="114300" marR="88900" marT="38100" marB="38100">
                    <a:solidFill>
                      <a:srgbClr val="FFFFFF"/>
                    </a:solidFill>
                  </a:tcPr>
                </a:tc>
                <a:tc>
                  <a:txBody>
                    <a:bodyPr/>
                    <a:lstStyle/>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58.52</a:t>
                      </a:r>
                    </a:p>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67.78</a:t>
                      </a:r>
                    </a:p>
                  </a:txBody>
                  <a:tcPr marL="114300" marR="88900" marT="38100" marB="38100">
                    <a:solidFill>
                      <a:srgbClr val="FFFFFF"/>
                    </a:solidFill>
                  </a:tcPr>
                </a:tc>
                <a:tc>
                  <a:txBody>
                    <a:bodyPr/>
                    <a:lstStyle/>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63.23</a:t>
                      </a:r>
                    </a:p>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66.40</a:t>
                      </a:r>
                    </a:p>
                  </a:txBody>
                  <a:tcPr marL="114300" marR="88900" marT="38100" marB="38100">
                    <a:solidFill>
                      <a:srgbClr val="FFFFFF"/>
                    </a:solidFill>
                  </a:tcPr>
                </a:tc>
                <a:extLst>
                  <a:ext uri="{0D108BD9-81ED-4DB2-BD59-A6C34878D82A}">
                    <ns0:rowId xmlns:ns0="http://schemas.microsoft.com/office/drawing/2014/main" val="10001"/>
                  </a:ext>
                </a:extLst>
              </a:tr>
              <a:tr h="544830">
                <a:tc>
                  <a:txBody>
                    <a:bodyPr/>
                    <a:lstStyle/>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50</a:t>
                      </a:r>
                    </a:p>
                  </a:txBody>
                  <a:tcPr marL="114300" marR="88900" marT="38100" marB="38100">
                    <a:solidFill>
                      <a:srgbClr val="F4F7FA"/>
                    </a:solidFill>
                  </a:tcPr>
                </a:tc>
                <a:tc>
                  <a:txBody>
                    <a:bodyPr/>
                    <a:lstStyle/>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173.57</a:t>
                      </a:r>
                    </a:p>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183.72</a:t>
                      </a:r>
                    </a:p>
                  </a:txBody>
                  <a:tcPr marL="114300" marR="88900" marT="38100" marB="38100">
                    <a:solidFill>
                      <a:srgbClr val="F4F7FA"/>
                    </a:solidFill>
                  </a:tcPr>
                </a:tc>
                <a:tc>
                  <a:txBody>
                    <a:bodyPr/>
                    <a:lstStyle/>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240.32</a:t>
                      </a:r>
                    </a:p>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247.18</a:t>
                      </a:r>
                    </a:p>
                  </a:txBody>
                  <a:tcPr marL="114300" marR="88900" marT="38100" marB="38100">
                    <a:solidFill>
                      <a:srgbClr val="F4F7FA"/>
                    </a:solidFill>
                  </a:tcPr>
                </a:tc>
                <a:tc>
                  <a:txBody>
                    <a:bodyPr/>
                    <a:lstStyle/>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278.64</a:t>
                      </a:r>
                    </a:p>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334.01</a:t>
                      </a:r>
                    </a:p>
                  </a:txBody>
                  <a:tcPr marL="114300" marR="88900" marT="38100" marB="38100">
                    <a:solidFill>
                      <a:srgbClr val="F4F7FA"/>
                    </a:solidFill>
                  </a:tcPr>
                </a:tc>
                <a:extLst>
                  <a:ext uri="{0D108BD9-81ED-4DB2-BD59-A6C34878D82A}">
                    <ns0:rowId xmlns:ns0="http://schemas.microsoft.com/office/drawing/2014/main" val="10002"/>
                  </a:ext>
                </a:extLst>
              </a:tr>
              <a:tr h="544830">
                <a:tc>
                  <a:txBody>
                    <a:bodyPr/>
                    <a:lstStyle/>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100</a:t>
                      </a:r>
                    </a:p>
                  </a:txBody>
                  <a:tcPr marL="114300" marR="88900" marT="38100" marB="38100">
                    <a:solidFill>
                      <a:srgbClr val="FFFFFF"/>
                    </a:solidFill>
                  </a:tcPr>
                </a:tc>
                <a:tc>
                  <a:txBody>
                    <a:bodyPr/>
                    <a:lstStyle/>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316.76</a:t>
                      </a:r>
                    </a:p>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362.24</a:t>
                      </a:r>
                    </a:p>
                  </a:txBody>
                  <a:tcPr marL="114300" marR="88900" marT="38100" marB="38100">
                    <a:solidFill>
                      <a:srgbClr val="FFFFFF"/>
                    </a:solidFill>
                  </a:tcPr>
                </a:tc>
                <a:tc>
                  <a:txBody>
                    <a:bodyPr/>
                    <a:lstStyle/>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430.90</a:t>
                      </a:r>
                    </a:p>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466.34</a:t>
                      </a:r>
                    </a:p>
                  </a:txBody>
                  <a:tcPr marL="114300" marR="88900" marT="38100" marB="38100">
                    <a:solidFill>
                      <a:srgbClr val="FFFFFF"/>
                    </a:solidFill>
                  </a:tcPr>
                </a:tc>
                <a:tc>
                  <a:txBody>
                    <a:bodyPr/>
                    <a:lstStyle/>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507.25</a:t>
                      </a:r>
                    </a:p>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550.78</a:t>
                      </a:r>
                    </a:p>
                  </a:txBody>
                  <a:tcPr marL="114300" marR="88900" marT="38100" marB="38100">
                    <a:solidFill>
                      <a:srgbClr val="FFFFFF"/>
                    </a:solidFill>
                  </a:tcPr>
                </a:tc>
                <a:extLst>
                  <a:ext uri="{0D108BD9-81ED-4DB2-BD59-A6C34878D82A}">
                    <ns0:rowId xmlns:ns0="http://schemas.microsoft.com/office/drawing/2014/main" val="10003"/>
                  </a:ext>
                </a:extLst>
              </a:tr>
              <a:tr h="544830">
                <a:tc>
                  <a:txBody>
                    <a:bodyPr/>
                    <a:lstStyle/>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200</a:t>
                      </a:r>
                    </a:p>
                  </a:txBody>
                  <a:tcPr marL="114300" marR="88900" marT="38100" marB="38100">
                    <a:solidFill>
                      <a:srgbClr val="F4F7FA"/>
                    </a:solidFill>
                  </a:tcPr>
                </a:tc>
                <a:tc>
                  <a:txBody>
                    <a:bodyPr/>
                    <a:lstStyle/>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595.16</a:t>
                      </a:r>
                    </a:p>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628.59</a:t>
                      </a:r>
                    </a:p>
                  </a:txBody>
                  <a:tcPr marL="114300" marR="88900" marT="38100" marB="38100">
                    <a:solidFill>
                      <a:srgbClr val="F4F7FA"/>
                    </a:solidFill>
                  </a:tcPr>
                </a:tc>
                <a:tc>
                  <a:txBody>
                    <a:bodyPr/>
                    <a:lstStyle/>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859.13</a:t>
                      </a:r>
                    </a:p>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935.11</a:t>
                      </a:r>
                    </a:p>
                  </a:txBody>
                  <a:tcPr marL="114300" marR="88900" marT="38100" marB="38100">
                    <a:solidFill>
                      <a:srgbClr val="F4F7FA"/>
                    </a:solidFill>
                  </a:tcPr>
                </a:tc>
                <a:tc>
                  <a:txBody>
                    <a:bodyPr/>
                    <a:lstStyle/>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964.60</a:t>
                      </a:r>
                    </a:p>
                    <a:p>
                      <a:pPr>
                        <a:lnSpc>
                          <a:spcPct val="100000"/>
                        </a:lnSpc>
                        <a:spcBef>
                          <a:spcPts val="0"/>
                        </a:spcBef>
                        <a:spcAft>
                          <a:spcPts val="0"/>
                        </a:spcAft>
                        <a:defRPr sz="1600" b="0">
                          <a:solidFill>
                            <a:srgbClr val="1E293B"/>
                          </a:solidFill>
                          <a:latin typeface="Noto Sans SC"/>
                          <a:ea typeface="Noto Sans SC"/>
                          <a:cs typeface="Noto Sans SC"/>
                        </a:defRPr>
                      </a:pPr>
                      <a:r>
                        <a:rPr sz="1600">
                          <a:latin typeface="Noto Sans SC"/>
                          <a:ea typeface="Noto Sans SC"/>
                          <a:cs typeface="Noto Sans SC"/>
                        </a:rPr>
                        <a:t>1006.75</a:t>
                      </a:r>
                    </a:p>
                  </a:txBody>
                  <a:tcPr marL="114300" marR="88900" marT="38100" marB="38100">
                    <a:solidFill>
                      <a:srgbClr val="F4F7FA"/>
                    </a:solidFill>
                  </a:tcPr>
                </a:tc>
                <a:extLst>
                  <a:ext uri="{0D108BD9-81ED-4DB2-BD59-A6C34878D82A}">
                    <ns0:rowId xmlns:ns0="http://schemas.microsoft.com/office/drawing/2014/main" val="10004"/>
                  </a:ext>
                </a:extLst>
              </a:tr>
            </a:tbl>
          </a:graphicData>
        </a:graphic>
      </p:graphicFrame>
    </p:spTree>
    <p:extLst>
      <p:ext uri="{BB962C8B-B14F-4D97-AF65-F5344CB8AC3E}">
        <p14:creationId xmlns:p14="http://schemas.microsoft.com/office/powerpoint/2010/main" val="115381812"/>
      </p:ext>
    </p:extLst>
  </p:cSld>
</p:sld>
</file>

<file path=ppt/slides/slide39.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9" name="o0">
            <a:extLst xmlns:a="http://schemas.openxmlformats.org/drawingml/2006/main">
              <a:ext uri="{FF2B5EF4-FFF2-40B4-BE49-F238E27FC236}">
                <a16:creationId xmlns:a16="http://schemas.microsoft.com/office/drawing/2014/main" id="{802C5C47-7987-4FA8-B01D-E42005774FFC}"/>
              </a:ext>
            </a:extLst>
          </p:cNvPr>
          <p:cNvSpPr>
            <a:spLocks xmlns:a="http://schemas.openxmlformats.org/drawingml/2006/main" noGrp="1"/>
          </p:cNvSpPr>
          <p:nvPr/>
        </p:nvSpPr>
        <p:spPr>
          <a:xfrm xmlns:a="http://schemas.openxmlformats.org/drawingml/2006/main">
            <a:off x="609600" y="209550"/>
            <a:ext cx="10763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00" b="0">
                <a:solidFill>
                  <a:srgbClr val="53657A"/>
                </a:solidFill>
                <a:latin typeface="Noto Sans SC"/>
                <a:ea typeface="Noto Sans SC"/>
                <a:cs typeface="Noto Sans SC"/>
              </a:defRPr>
            </a:defPPr>
            <a:lvl1pPr algn="l">
              <a:defRPr sz="1200" b="0">
                <a:solidFill>
                  <a:srgbClr val="53657A"/>
                </a:solidFill>
                <a:latin typeface="Noto Sans SC"/>
                <a:ea typeface="Noto Sans SC"/>
                <a:cs typeface="Noto Sans SC"/>
              </a:defRPr>
            </a:lvl1pPr>
            <a:lvl2pPr algn="l">
              <a:defRPr sz="1200" b="0">
                <a:solidFill>
                  <a:srgbClr val="53657A"/>
                </a:solidFill>
                <a:latin typeface="Noto Sans SC"/>
                <a:ea typeface="Noto Sans SC"/>
                <a:cs typeface="Noto Sans SC"/>
              </a:defRPr>
            </a:lvl2pPr>
            <a:lvl3pPr algn="l">
              <a:defRPr sz="1200" b="0">
                <a:solidFill>
                  <a:srgbClr val="53657A"/>
                </a:solidFill>
                <a:latin typeface="Noto Sans SC"/>
                <a:ea typeface="Noto Sans SC"/>
                <a:cs typeface="Noto Sans SC"/>
              </a:defRPr>
            </a:lvl3pPr>
            <a:lvl4pPr algn="l">
              <a:defRPr sz="1200" b="0">
                <a:solidFill>
                  <a:srgbClr val="53657A"/>
                </a:solidFill>
                <a:latin typeface="Noto Sans SC"/>
                <a:ea typeface="Noto Sans SC"/>
                <a:cs typeface="Noto Sans SC"/>
              </a:defRPr>
            </a:lvl4pPr>
            <a:lvl5pPr algn="l">
              <a:defRPr sz="1200" b="0">
                <a:solidFill>
                  <a:srgbClr val="53657A"/>
                </a:solidFill>
                <a:latin typeface="Noto Sans SC"/>
                <a:ea typeface="Noto Sans SC"/>
                <a:cs typeface="Noto Sans SC"/>
              </a:defRPr>
            </a:lvl5pPr>
            <a:lvl6pPr algn="l">
              <a:defRPr sz="1200" b="0">
                <a:solidFill>
                  <a:srgbClr val="53657A"/>
                </a:solidFill>
                <a:latin typeface="Noto Sans SC"/>
                <a:ea typeface="Noto Sans SC"/>
                <a:cs typeface="Noto Sans SC"/>
              </a:defRPr>
            </a:lvl6pPr>
            <a:lvl7pPr algn="l">
              <a:defRPr sz="1200" b="0">
                <a:solidFill>
                  <a:srgbClr val="53657A"/>
                </a:solidFill>
                <a:latin typeface="Noto Sans SC"/>
                <a:ea typeface="Noto Sans SC"/>
                <a:cs typeface="Noto Sans SC"/>
              </a:defRPr>
            </a:lvl7pPr>
            <a:lvl8pPr algn="l">
              <a:defRPr sz="1200" b="0">
                <a:solidFill>
                  <a:srgbClr val="53657A"/>
                </a:solidFill>
                <a:latin typeface="Noto Sans SC"/>
                <a:ea typeface="Noto Sans SC"/>
                <a:cs typeface="Noto Sans SC"/>
              </a:defRPr>
            </a:lvl8pPr>
            <a:lvl9pPr algn="l">
              <a:defRPr sz="1200" b="0">
                <a:solidFill>
                  <a:srgbClr val="53657A"/>
                </a:solidFill>
                <a:latin typeface="Noto Sans SC"/>
                <a:ea typeface="Noto Sans SC"/>
                <a:cs typeface="Noto Sans SC"/>
              </a:defRPr>
            </a:lvl9pPr>
          </a:lstStyle>
          <a:p xmlns:a="http://schemas.openxmlformats.org/drawingml/2006/main">
            <a:pPr algn="l">
              <a:defRPr sz="1200" b="0">
                <a:solidFill>
                  <a:srgbClr val="53657A"/>
                </a:solidFill>
                <a:latin typeface="Noto Sans SC"/>
                <a:ea typeface="Noto Sans SC"/>
                <a:cs typeface="Noto Sans SC"/>
              </a:defRPr>
            </a:pPr>
            <a:r>
              <a:rPr sz="1200" b="0">
                <a:solidFill>
                  <a:srgbClr val="53657A"/>
                </a:solidFill>
                <a:latin typeface="Noto Sans SC"/>
                <a:ea typeface="Noto Sans SC"/>
                <a:cs typeface="Noto Sans SC"/>
              </a:rPr>
              <a:t>算法原理与阶段验证</a:t>
            </a:r>
          </a:p>
        </p:txBody>
      </p:sp>
      <p:sp>
        <p:nvSpPr>
          <p:cNvPr id="2" name="o1">
            <a:extLst xmlns:a="http://schemas.openxmlformats.org/drawingml/2006/main">
              <a:ext uri="{FF2B5EF4-FFF2-40B4-BE49-F238E27FC236}">
                <a16:creationId xmlns:a16="http://schemas.microsoft.com/office/drawing/2014/main" id="{31969B65-7932-4A18-8ACA-6C256E158904}"/>
              </a:ext>
            </a:extLst>
          </p:cNvPr>
          <p:cNvSpPr>
            <a:spLocks xmlns:a="http://schemas.openxmlformats.org/drawingml/2006/main" noGrp="1"/>
          </p:cNvSpPr>
          <p:nvPr/>
        </p:nvSpPr>
        <p:spPr>
          <a:xfrm xmlns:a="http://schemas.openxmlformats.org/drawingml/2006/main">
            <a:off x="609600" y="561975"/>
            <a:ext cx="109728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6243A"/>
                </a:solidFill>
                <a:latin typeface="Noto Serif SC"/>
                <a:ea typeface="Noto Serif SC"/>
                <a:cs typeface="Noto Serif SC"/>
              </a:defRPr>
            </a:defPPr>
            <a:lvl1pPr algn="l">
              <a:defRPr sz="3150" b="1">
                <a:solidFill>
                  <a:srgbClr val="16243A"/>
                </a:solidFill>
                <a:latin typeface="Noto Serif SC"/>
                <a:ea typeface="Noto Serif SC"/>
                <a:cs typeface="Noto Serif SC"/>
              </a:defRPr>
            </a:lvl1pPr>
            <a:lvl2pPr algn="l">
              <a:defRPr sz="3150" b="1">
                <a:solidFill>
                  <a:srgbClr val="16243A"/>
                </a:solidFill>
                <a:latin typeface="Noto Serif SC"/>
                <a:ea typeface="Noto Serif SC"/>
                <a:cs typeface="Noto Serif SC"/>
              </a:defRPr>
            </a:lvl2pPr>
            <a:lvl3pPr algn="l">
              <a:defRPr sz="3150" b="1">
                <a:solidFill>
                  <a:srgbClr val="16243A"/>
                </a:solidFill>
                <a:latin typeface="Noto Serif SC"/>
                <a:ea typeface="Noto Serif SC"/>
                <a:cs typeface="Noto Serif SC"/>
              </a:defRPr>
            </a:lvl3pPr>
            <a:lvl4pPr algn="l">
              <a:defRPr sz="3150" b="1">
                <a:solidFill>
                  <a:srgbClr val="16243A"/>
                </a:solidFill>
                <a:latin typeface="Noto Serif SC"/>
                <a:ea typeface="Noto Serif SC"/>
                <a:cs typeface="Noto Serif SC"/>
              </a:defRPr>
            </a:lvl4pPr>
            <a:lvl5pPr algn="l">
              <a:defRPr sz="3150" b="1">
                <a:solidFill>
                  <a:srgbClr val="16243A"/>
                </a:solidFill>
                <a:latin typeface="Noto Serif SC"/>
                <a:ea typeface="Noto Serif SC"/>
                <a:cs typeface="Noto Serif SC"/>
              </a:defRPr>
            </a:lvl5pPr>
            <a:lvl6pPr algn="l">
              <a:defRPr sz="3150" b="1">
                <a:solidFill>
                  <a:srgbClr val="16243A"/>
                </a:solidFill>
                <a:latin typeface="Noto Serif SC"/>
                <a:ea typeface="Noto Serif SC"/>
                <a:cs typeface="Noto Serif SC"/>
              </a:defRPr>
            </a:lvl6pPr>
            <a:lvl7pPr algn="l">
              <a:defRPr sz="3150" b="1">
                <a:solidFill>
                  <a:srgbClr val="16243A"/>
                </a:solidFill>
                <a:latin typeface="Noto Serif SC"/>
                <a:ea typeface="Noto Serif SC"/>
                <a:cs typeface="Noto Serif SC"/>
              </a:defRPr>
            </a:lvl7pPr>
            <a:lvl8pPr algn="l">
              <a:defRPr sz="3150" b="1">
                <a:solidFill>
                  <a:srgbClr val="16243A"/>
                </a:solidFill>
                <a:latin typeface="Noto Serif SC"/>
                <a:ea typeface="Noto Serif SC"/>
                <a:cs typeface="Noto Serif SC"/>
              </a:defRPr>
            </a:lvl8pPr>
            <a:lvl9pPr algn="l">
              <a:defRPr sz="3150" b="1">
                <a:solidFill>
                  <a:srgbClr val="16243A"/>
                </a:solidFill>
                <a:latin typeface="Noto Serif SC"/>
                <a:ea typeface="Noto Serif SC"/>
                <a:cs typeface="Noto Serif SC"/>
              </a:defRPr>
            </a:lvl9pPr>
          </a:lstStyle>
          <a:p xmlns:a="http://schemas.openxmlformats.org/drawingml/2006/main">
            <a:pPr algn="l">
              <a:defRPr sz="3150" b="1">
                <a:solidFill>
                  <a:srgbClr val="16243A"/>
                </a:solidFill>
                <a:latin typeface="Noto Serif SC"/>
                <a:ea typeface="Noto Serif SC"/>
                <a:cs typeface="Noto Serif SC"/>
              </a:defRPr>
            </a:pPr>
            <a:r>
              <a:rPr sz="3150" b="1">
                <a:solidFill>
                  <a:srgbClr val="16243A"/>
                </a:solidFill>
                <a:latin typeface="Noto Serif SC"/>
                <a:ea typeface="Noto Serif SC"/>
                <a:cs typeface="Noto Serif SC"/>
              </a:rPr>
              <a:t>A9 独立效果验证与复现实验设计</a:t>
            </a:r>
          </a:p>
        </p:txBody>
      </p:sp>
      <p:sp>
        <p:nvSpPr>
          <p:cNvPr id="3" name="line-2">
            <a:extLst xmlns:a="http://schemas.openxmlformats.org/drawingml/2006/main">
              <a:ext uri="{FF2B5EF4-FFF2-40B4-BE49-F238E27FC236}">
                <a16:creationId xmlns:a16="http://schemas.microsoft.com/office/drawing/2014/main" id="{85AB1F11-6D04-4E2A-AF7C-CA76699A4B75}"/>
              </a:ext>
            </a:extLst>
          </p:cNvPr>
          <p:cNvSpPr>
            <a:spLocks xmlns:a="http://schemas.openxmlformats.org/drawingml/2006/main" noGrp="1"/>
          </p:cNvSpPr>
          <p:nvPr/>
        </p:nvSpPr>
        <p:spPr>
          <a:xfrm xmlns:a="http://schemas.openxmlformats.org/drawingml/2006/main" flipV="0">
            <a:off x="609600" y="1295400"/>
            <a:ext cx="10972800" cy="953"/>
          </a:xfrm>
          <a:prstGeom xmlns:a="http://schemas.openxmlformats.org/drawingml/2006/main" prst="line">
            <a:avLst/>
          </a:prstGeom>
          <a:noFill xmlns:a="http://schemas.openxmlformats.org/drawingml/2006/main"/>
          <a:ln xmlns:a="http://schemas.openxmlformats.org/drawingml/2006/main" w="9525">
            <a:solidFill>
              <a:srgbClr val="CCD6E3"/>
            </a:solidFill>
            <a:prstDash val="solid"/>
          </a:ln>
        </p:spPr>
      </p:sp>
      <p:sp>
        <p:nvSpPr>
          <p:cNvPr id="4" name="line-2">
            <a:extLst xmlns:a="http://schemas.openxmlformats.org/drawingml/2006/main">
              <a:ext uri="{FF2B5EF4-FFF2-40B4-BE49-F238E27FC236}">
                <a16:creationId xmlns:a16="http://schemas.microsoft.com/office/drawing/2014/main" id="{FF5E61A5-5F85-4D01-85FB-56F2B36EFAA6}"/>
              </a:ext>
            </a:extLst>
          </p:cNvPr>
          <p:cNvSpPr>
            <a:spLocks xmlns:a="http://schemas.openxmlformats.org/drawingml/2006/main" noGrp="1"/>
          </p:cNvSpPr>
          <p:nvPr/>
        </p:nvSpPr>
        <p:spPr>
          <a:xfrm xmlns:a="http://schemas.openxmlformats.org/drawingml/2006/main" flipV="0">
            <a:off x="609600" y="1295400"/>
            <a:ext cx="762000" cy="953"/>
          </a:xfrm>
          <a:prstGeom xmlns:a="http://schemas.openxmlformats.org/drawingml/2006/main" prst="line">
            <a:avLst/>
          </a:prstGeom>
          <a:noFill xmlns:a="http://schemas.openxmlformats.org/drawingml/2006/main"/>
          <a:ln xmlns:a="http://schemas.openxmlformats.org/drawingml/2006/main" w="38100">
            <a:solidFill>
              <a:srgbClr val="224E88"/>
            </a:solidFill>
            <a:prstDash val="solid"/>
          </a:ln>
        </p:spPr>
      </p:sp>
      <p:sp>
        <p:nvSpPr>
          <p:cNvPr id="5" name="o4">
            <a:extLst xmlns:a="http://schemas.openxmlformats.org/drawingml/2006/main">
              <a:ext uri="{FF2B5EF4-FFF2-40B4-BE49-F238E27FC236}">
                <a16:creationId xmlns:a16="http://schemas.microsoft.com/office/drawing/2014/main" id="{B2BBE92D-E7BB-4F58-9986-F4263A0BB52A}"/>
              </a:ext>
            </a:extLst>
          </p:cNvPr>
          <p:cNvSpPr>
            <a:spLocks xmlns:a="http://schemas.openxmlformats.org/drawingml/2006/main" noGrp="1"/>
          </p:cNvSpPr>
          <p:nvPr/>
        </p:nvSpPr>
        <p:spPr>
          <a:xfrm xmlns:a="http://schemas.openxmlformats.org/drawingml/2006/main">
            <a:off x="609600" y="6477000"/>
            <a:ext cx="10096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0">
                <a:solidFill>
                  <a:srgbClr val="53657A"/>
                </a:solidFill>
                <a:latin typeface="Noto Sans SC"/>
                <a:ea typeface="Noto Sans SC"/>
                <a:cs typeface="Noto Sans SC"/>
              </a:defRPr>
            </a:defPPr>
            <a:lvl1pPr algn="l">
              <a:defRPr sz="975" b="0">
                <a:solidFill>
                  <a:srgbClr val="53657A"/>
                </a:solidFill>
                <a:latin typeface="Noto Sans SC"/>
                <a:ea typeface="Noto Sans SC"/>
                <a:cs typeface="Noto Sans SC"/>
              </a:defRPr>
            </a:lvl1pPr>
            <a:lvl2pPr algn="l">
              <a:defRPr sz="975" b="0">
                <a:solidFill>
                  <a:srgbClr val="53657A"/>
                </a:solidFill>
                <a:latin typeface="Noto Sans SC"/>
                <a:ea typeface="Noto Sans SC"/>
                <a:cs typeface="Noto Sans SC"/>
              </a:defRPr>
            </a:lvl2pPr>
            <a:lvl3pPr algn="l">
              <a:defRPr sz="975" b="0">
                <a:solidFill>
                  <a:srgbClr val="53657A"/>
                </a:solidFill>
                <a:latin typeface="Noto Sans SC"/>
                <a:ea typeface="Noto Sans SC"/>
                <a:cs typeface="Noto Sans SC"/>
              </a:defRPr>
            </a:lvl3pPr>
            <a:lvl4pPr algn="l">
              <a:defRPr sz="975" b="0">
                <a:solidFill>
                  <a:srgbClr val="53657A"/>
                </a:solidFill>
                <a:latin typeface="Noto Sans SC"/>
                <a:ea typeface="Noto Sans SC"/>
                <a:cs typeface="Noto Sans SC"/>
              </a:defRPr>
            </a:lvl4pPr>
            <a:lvl5pPr algn="l">
              <a:defRPr sz="975" b="0">
                <a:solidFill>
                  <a:srgbClr val="53657A"/>
                </a:solidFill>
                <a:latin typeface="Noto Sans SC"/>
                <a:ea typeface="Noto Sans SC"/>
                <a:cs typeface="Noto Sans SC"/>
              </a:defRPr>
            </a:lvl5pPr>
            <a:lvl6pPr algn="l">
              <a:defRPr sz="975" b="0">
                <a:solidFill>
                  <a:srgbClr val="53657A"/>
                </a:solidFill>
                <a:latin typeface="Noto Sans SC"/>
                <a:ea typeface="Noto Sans SC"/>
                <a:cs typeface="Noto Sans SC"/>
              </a:defRPr>
            </a:lvl6pPr>
            <a:lvl7pPr algn="l">
              <a:defRPr sz="975" b="0">
                <a:solidFill>
                  <a:srgbClr val="53657A"/>
                </a:solidFill>
                <a:latin typeface="Noto Sans SC"/>
                <a:ea typeface="Noto Sans SC"/>
                <a:cs typeface="Noto Sans SC"/>
              </a:defRPr>
            </a:lvl7pPr>
            <a:lvl8pPr algn="l">
              <a:defRPr sz="975" b="0">
                <a:solidFill>
                  <a:srgbClr val="53657A"/>
                </a:solidFill>
                <a:latin typeface="Noto Sans SC"/>
                <a:ea typeface="Noto Sans SC"/>
                <a:cs typeface="Noto Sans SC"/>
              </a:defRPr>
            </a:lvl8pPr>
            <a:lvl9pPr algn="l">
              <a:defRPr sz="975" b="0">
                <a:solidFill>
                  <a:srgbClr val="53657A"/>
                </a:solidFill>
                <a:latin typeface="Noto Sans SC"/>
                <a:ea typeface="Noto Sans SC"/>
                <a:cs typeface="Noto Sans SC"/>
              </a:defRPr>
            </a:lvl9pPr>
          </a:lstStyle>
          <a:p xmlns:a="http://schemas.openxmlformats.org/drawingml/2006/main">
            <a:pPr algn="l">
              <a:defRPr sz="975" b="0">
                <a:solidFill>
                  <a:srgbClr val="53657A"/>
                </a:solidFill>
                <a:latin typeface="Noto Sans SC"/>
                <a:ea typeface="Noto Sans SC"/>
                <a:cs typeface="Noto Sans SC"/>
              </a:defRPr>
            </a:pPr>
            <a:r>
              <a:rPr sz="975" b="0">
                <a:solidFill>
                  <a:srgbClr val="53657A"/>
                </a:solidFill>
                <a:latin typeface="Noto Sans SC"/>
                <a:ea typeface="Noto Sans SC"/>
                <a:cs typeface="Noto Sans SC"/>
              </a:rPr>
              <a:t>参考 §12.3–§12.5；不填写未测准确率</a:t>
            </a:r>
          </a:p>
        </p:txBody>
      </p:sp>
      <p:sp>
        <p:nvSpPr>
          <p:cNvPr id="6" name="o5">
            <a:extLst xmlns:a="http://schemas.openxmlformats.org/drawingml/2006/main">
              <a:ext uri="{FF2B5EF4-FFF2-40B4-BE49-F238E27FC236}">
                <a16:creationId xmlns:a16="http://schemas.microsoft.com/office/drawing/2014/main" id="{4D6A2158-A5F4-451D-8172-7691C3F2FBEF}"/>
              </a:ext>
            </a:extLst>
          </p:cNvPr>
          <p:cNvSpPr>
            <a:spLocks xmlns:a="http://schemas.openxmlformats.org/drawingml/2006/main" noGrp="1"/>
          </p:cNvSpPr>
          <p:nvPr/>
        </p:nvSpPr>
        <p:spPr>
          <a:xfrm xmlns:a="http://schemas.openxmlformats.org/drawingml/2006/main">
            <a:off x="10763250" y="6457950"/>
            <a:ext cx="819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3657A"/>
                </a:solidFill>
                <a:latin typeface="Noto Sans SC"/>
                <a:ea typeface="Noto Sans SC"/>
                <a:cs typeface="Noto Sans SC"/>
              </a:defRPr>
            </a:defPPr>
            <a:lvl1pPr algn="r">
              <a:defRPr sz="1200" b="0">
                <a:solidFill>
                  <a:srgbClr val="53657A"/>
                </a:solidFill>
                <a:latin typeface="Noto Sans SC"/>
                <a:ea typeface="Noto Sans SC"/>
                <a:cs typeface="Noto Sans SC"/>
              </a:defRPr>
            </a:lvl1pPr>
            <a:lvl2pPr algn="r">
              <a:defRPr sz="1200" b="0">
                <a:solidFill>
                  <a:srgbClr val="53657A"/>
                </a:solidFill>
                <a:latin typeface="Noto Sans SC"/>
                <a:ea typeface="Noto Sans SC"/>
                <a:cs typeface="Noto Sans SC"/>
              </a:defRPr>
            </a:lvl2pPr>
            <a:lvl3pPr algn="r">
              <a:defRPr sz="1200" b="0">
                <a:solidFill>
                  <a:srgbClr val="53657A"/>
                </a:solidFill>
                <a:latin typeface="Noto Sans SC"/>
                <a:ea typeface="Noto Sans SC"/>
                <a:cs typeface="Noto Sans SC"/>
              </a:defRPr>
            </a:lvl3pPr>
            <a:lvl4pPr algn="r">
              <a:defRPr sz="1200" b="0">
                <a:solidFill>
                  <a:srgbClr val="53657A"/>
                </a:solidFill>
                <a:latin typeface="Noto Sans SC"/>
                <a:ea typeface="Noto Sans SC"/>
                <a:cs typeface="Noto Sans SC"/>
              </a:defRPr>
            </a:lvl4pPr>
            <a:lvl5pPr algn="r">
              <a:defRPr sz="1200" b="0">
                <a:solidFill>
                  <a:srgbClr val="53657A"/>
                </a:solidFill>
                <a:latin typeface="Noto Sans SC"/>
                <a:ea typeface="Noto Sans SC"/>
                <a:cs typeface="Noto Sans SC"/>
              </a:defRPr>
            </a:lvl5pPr>
            <a:lvl6pPr algn="r">
              <a:defRPr sz="1200" b="0">
                <a:solidFill>
                  <a:srgbClr val="53657A"/>
                </a:solidFill>
                <a:latin typeface="Noto Sans SC"/>
                <a:ea typeface="Noto Sans SC"/>
                <a:cs typeface="Noto Sans SC"/>
              </a:defRPr>
            </a:lvl6pPr>
            <a:lvl7pPr algn="r">
              <a:defRPr sz="1200" b="0">
                <a:solidFill>
                  <a:srgbClr val="53657A"/>
                </a:solidFill>
                <a:latin typeface="Noto Sans SC"/>
                <a:ea typeface="Noto Sans SC"/>
                <a:cs typeface="Noto Sans SC"/>
              </a:defRPr>
            </a:lvl7pPr>
            <a:lvl8pPr algn="r">
              <a:defRPr sz="1200" b="0">
                <a:solidFill>
                  <a:srgbClr val="53657A"/>
                </a:solidFill>
                <a:latin typeface="Noto Sans SC"/>
                <a:ea typeface="Noto Sans SC"/>
                <a:cs typeface="Noto Sans SC"/>
              </a:defRPr>
            </a:lvl8pPr>
            <a:lvl9pPr algn="r">
              <a:defRPr sz="1200" b="0">
                <a:solidFill>
                  <a:srgbClr val="53657A"/>
                </a:solidFill>
                <a:latin typeface="Noto Sans SC"/>
                <a:ea typeface="Noto Sans SC"/>
                <a:cs typeface="Noto Sans SC"/>
              </a:defRPr>
            </a:lvl9pPr>
          </a:lstStyle>
          <a:p xmlns:a="http://schemas.openxmlformats.org/drawingml/2006/main">
            <a:pPr algn="r">
              <a:defRPr sz="1200" b="0">
                <a:solidFill>
                  <a:srgbClr val="53657A"/>
                </a:solidFill>
                <a:latin typeface="Noto Sans SC"/>
                <a:ea typeface="Noto Sans SC"/>
                <a:cs typeface="Noto Sans SC"/>
              </a:defRPr>
            </a:pPr>
            <a:r>
              <a:rPr sz="1200" b="0">
                <a:solidFill>
                  <a:srgbClr val="53657A"/>
                </a:solidFill>
                <a:latin typeface="Noto Sans SC"/>
                <a:ea typeface="Noto Sans SC"/>
                <a:cs typeface="Noto Sans SC"/>
              </a:rPr>
              <a:t>39 / 39</a:t>
            </a:r>
          </a:p>
        </p:txBody>
      </p:sp>
      <p:sp>
        <p:nvSpPr>
          <p:cNvPr id="7" name="line-4">
            <a:extLst xmlns:a="http://schemas.openxmlformats.org/drawingml/2006/main">
              <a:ext uri="{FF2B5EF4-FFF2-40B4-BE49-F238E27FC236}">
                <a16:creationId xmlns:a16="http://schemas.microsoft.com/office/drawing/2014/main" id="{56334BE9-AE14-4ED5-A447-1E6A9DF942A3}"/>
              </a:ext>
            </a:extLst>
          </p:cNvPr>
          <p:cNvSpPr>
            <a:spLocks xmlns:a="http://schemas.openxmlformats.org/drawingml/2006/main" noGrp="1"/>
          </p:cNvSpPr>
          <p:nvPr/>
        </p:nvSpPr>
        <p:spPr>
          <a:xfrm xmlns:a="http://schemas.openxmlformats.org/drawingml/2006/main" flipV="0">
            <a:off x="609600" y="5867400"/>
            <a:ext cx="10972800" cy="953"/>
          </a:xfrm>
          <a:prstGeom xmlns:a="http://schemas.openxmlformats.org/drawingml/2006/main" prst="line">
            <a:avLst/>
          </a:prstGeom>
          <a:noFill xmlns:a="http://schemas.openxmlformats.org/drawingml/2006/main"/>
          <a:ln xmlns:a="http://schemas.openxmlformats.org/drawingml/2006/main" w="9525">
            <a:solidFill>
              <a:srgbClr val="CCD6E3"/>
            </a:solidFill>
            <a:prstDash val="solid"/>
          </a:ln>
        </p:spPr>
      </p:sp>
      <p:sp>
        <p:nvSpPr>
          <p:cNvPr id="8" name="o7">
            <a:extLst xmlns:a="http://schemas.openxmlformats.org/drawingml/2006/main">
              <a:ext uri="{FF2B5EF4-FFF2-40B4-BE49-F238E27FC236}">
                <a16:creationId xmlns:a16="http://schemas.microsoft.com/office/drawing/2014/main" id="{A838F64B-0911-4CAE-9A13-C7006E89B028}"/>
              </a:ext>
            </a:extLst>
          </p:cNvPr>
          <p:cNvSpPr>
            <a:spLocks xmlns:a="http://schemas.openxmlformats.org/drawingml/2006/main" noGrp="1"/>
          </p:cNvSpPr>
          <p:nvPr/>
        </p:nvSpPr>
        <p:spPr>
          <a:xfrm xmlns:a="http://schemas.openxmlformats.org/drawingml/2006/main">
            <a:off x="609600" y="5953125"/>
            <a:ext cx="109728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0F6E73"/>
                </a:solidFill>
                <a:latin typeface="Noto Sans SC"/>
                <a:ea typeface="Noto Sans SC"/>
                <a:cs typeface="Noto Sans SC"/>
              </a:defRPr>
            </a:defPPr>
            <a:lvl1pPr algn="l">
              <a:defRPr sz="1725" b="0">
                <a:solidFill>
                  <a:srgbClr val="0F6E73"/>
                </a:solidFill>
                <a:latin typeface="Noto Sans SC"/>
                <a:ea typeface="Noto Sans SC"/>
                <a:cs typeface="Noto Sans SC"/>
              </a:defRPr>
            </a:lvl1pPr>
            <a:lvl2pPr algn="l">
              <a:defRPr sz="1725" b="0">
                <a:solidFill>
                  <a:srgbClr val="0F6E73"/>
                </a:solidFill>
                <a:latin typeface="Noto Sans SC"/>
                <a:ea typeface="Noto Sans SC"/>
                <a:cs typeface="Noto Sans SC"/>
              </a:defRPr>
            </a:lvl2pPr>
            <a:lvl3pPr algn="l">
              <a:defRPr sz="1725" b="0">
                <a:solidFill>
                  <a:srgbClr val="0F6E73"/>
                </a:solidFill>
                <a:latin typeface="Noto Sans SC"/>
                <a:ea typeface="Noto Sans SC"/>
                <a:cs typeface="Noto Sans SC"/>
              </a:defRPr>
            </a:lvl3pPr>
            <a:lvl4pPr algn="l">
              <a:defRPr sz="1725" b="0">
                <a:solidFill>
                  <a:srgbClr val="0F6E73"/>
                </a:solidFill>
                <a:latin typeface="Noto Sans SC"/>
                <a:ea typeface="Noto Sans SC"/>
                <a:cs typeface="Noto Sans SC"/>
              </a:defRPr>
            </a:lvl4pPr>
            <a:lvl5pPr algn="l">
              <a:defRPr sz="1725" b="0">
                <a:solidFill>
                  <a:srgbClr val="0F6E73"/>
                </a:solidFill>
                <a:latin typeface="Noto Sans SC"/>
                <a:ea typeface="Noto Sans SC"/>
                <a:cs typeface="Noto Sans SC"/>
              </a:defRPr>
            </a:lvl5pPr>
            <a:lvl6pPr algn="l">
              <a:defRPr sz="1725" b="0">
                <a:solidFill>
                  <a:srgbClr val="0F6E73"/>
                </a:solidFill>
                <a:latin typeface="Noto Sans SC"/>
                <a:ea typeface="Noto Sans SC"/>
                <a:cs typeface="Noto Sans SC"/>
              </a:defRPr>
            </a:lvl6pPr>
            <a:lvl7pPr algn="l">
              <a:defRPr sz="1725" b="0">
                <a:solidFill>
                  <a:srgbClr val="0F6E73"/>
                </a:solidFill>
                <a:latin typeface="Noto Sans SC"/>
                <a:ea typeface="Noto Sans SC"/>
                <a:cs typeface="Noto Sans SC"/>
              </a:defRPr>
            </a:lvl7pPr>
            <a:lvl8pPr algn="l">
              <a:defRPr sz="1725" b="0">
                <a:solidFill>
                  <a:srgbClr val="0F6E73"/>
                </a:solidFill>
                <a:latin typeface="Noto Sans SC"/>
                <a:ea typeface="Noto Sans SC"/>
                <a:cs typeface="Noto Sans SC"/>
              </a:defRPr>
            </a:lvl8pPr>
            <a:lvl9pPr algn="l">
              <a:defRPr sz="1725" b="0">
                <a:solidFill>
                  <a:srgbClr val="0F6E73"/>
                </a:solidFill>
                <a:latin typeface="Noto Sans SC"/>
                <a:ea typeface="Noto Sans SC"/>
                <a:cs typeface="Noto Sans SC"/>
              </a:defRPr>
            </a:lvl9pPr>
          </a:lstStyle>
          <a:p xmlns:a="http://schemas.openxmlformats.org/drawingml/2006/main">
            <a:pPr algn="l">
              <a:defRPr sz="1725" b="0">
                <a:solidFill>
                  <a:srgbClr val="0F6E73"/>
                </a:solidFill>
                <a:latin typeface="Noto Sans SC"/>
                <a:ea typeface="Noto Sans SC"/>
                <a:cs typeface="Noto Sans SC"/>
              </a:defRPr>
            </a:pPr>
            <a:r>
              <a:rPr sz="1725" b="0">
                <a:solidFill>
                  <a:srgbClr val="0F6E73"/>
                </a:solidFill>
                <a:latin typeface="Noto Sans SC"/>
                <a:ea typeface="Noto Sans SC"/>
                <a:cs typeface="Noto Sans SC"/>
              </a:rPr>
              <a:t>生产并发、网络、完整冷启动和长时间尾部仍待验证。</a:t>
            </a:r>
          </a:p>
        </p:txBody>
      </p:sp>
      <p:graphicFrame xmlns:a="http://schemas.openxmlformats.org/drawingml/2006/main" xmlns:m="http://schemas.openxmlformats.org/officeDocument/2006/math" xmlns:w="http://schemas.openxmlformats.org/wordprocessingml/2006/main" xmlns:a14="http://schemas.microsoft.com/office/drawing/2010/main" xmlns:r="http://schemas.openxmlformats.org/officeDocument/2006/relationships" xmlns:rel="http://schemas.openxmlformats.org/package/2006/relationships" xmlns:ct="http://schemas.openxmlformats.org/package/2006/content-types">
        <p:nvGraphicFramePr>
          <p:cNvPr id="7001" name="Table 9"/>
          <p:cNvGraphicFramePr>
            <a:graphicFrameLocks noGrp="1"/>
          </p:cNvGraphicFramePr>
          <p:nvPr/>
        </p:nvGraphicFramePr>
        <p:xfrm>
          <a:off x="609600" y="1752600"/>
          <a:ext cx="10972800" cy="3619500"/>
        </p:xfrm>
        <a:graphic>
          <a:graphicData uri="http://schemas.openxmlformats.org/drawingml/2006/table">
            <a:tbl>
              <a:tblPr firstRow="1" bandRow="1">
                <a:tableStyleId>{5C22544A-7EE6-4342-B048-85BDC9FD1C3A}</a:tableStyleId>
              </a:tblPr>
              <a:tblGrid>
                <a:gridCol w="1316736">
                  <a:extLst>
                    <a:ext uri="{9D8B030D-6E8A-4147-A177-3AD203B41FA5}">
                      <ns0:colId xmlns:ns0="http://schemas.microsoft.com/office/drawing/2014/main" val="20000"/>
                    </a:ext>
                  </a:extLst>
                </a:gridCol>
                <a:gridCol w="3072384">
                  <a:extLst>
                    <a:ext uri="{9D8B030D-6E8A-4147-A177-3AD203B41FA5}">
                      <ns0:colId xmlns:ns0="http://schemas.microsoft.com/office/drawing/2014/main" val="20001"/>
                    </a:ext>
                  </a:extLst>
                </a:gridCol>
                <a:gridCol w="3730752">
                  <a:extLst>
                    <a:ext uri="{9D8B030D-6E8A-4147-A177-3AD203B41FA5}">
                      <ns0:colId xmlns:ns0="http://schemas.microsoft.com/office/drawing/2014/main" val="20002"/>
                    </a:ext>
                  </a:extLst>
                </a:gridCol>
                <a:gridCol w="2852928">
                  <a:extLst>
                    <a:ext uri="{9D8B030D-6E8A-4147-A177-3AD203B41FA5}">
                      <ns0:colId xmlns:ns0="http://schemas.microsoft.com/office/drawing/2014/main" val="20003"/>
                    </a:ext>
                  </a:extLst>
                </a:gridCol>
              </a:tblGrid>
              <a:tr h="517071">
                <a:tc>
                  <a:txBody>
                    <a:bodyPr/>
                    <a:lstStyle/>
                    <a:p>
                      <a:pPr>
                        <a:lnSpc>
                          <a:spcPct val="100000"/>
                        </a:lnSpc>
                        <a:spcBef>
                          <a:spcPts val="0"/>
                        </a:spcBef>
                        <a:spcAft>
                          <a:spcPts val="0"/>
                        </a:spcAft>
                        <a:defRPr sz="1700" b="1">
                          <a:solidFill>
                            <a:srgbClr val="1E293B"/>
                          </a:solidFill>
                          <a:latin typeface="Noto Sans SC"/>
                          <a:ea typeface="Noto Sans SC"/>
                          <a:cs typeface="Noto Sans SC"/>
                        </a:defRPr>
                      </a:pPr>
                      <a:r>
                        <a:rPr sz="1700">
                          <a:latin typeface="Noto Sans SC"/>
                          <a:ea typeface="Noto Sans SC"/>
                          <a:cs typeface="Noto Sans SC"/>
                        </a:rPr>
                        <a:t>模块</a:t>
                      </a:r>
                    </a:p>
                  </a:txBody>
                  <a:tcPr marL="114300" marR="88900" marT="38100" marB="38100">
                    <a:solidFill>
                      <a:srgbClr val="DFE8F1"/>
                    </a:solidFill>
                  </a:tcPr>
                </a:tc>
                <a:tc>
                  <a:txBody>
                    <a:bodyPr/>
                    <a:lstStyle/>
                    <a:p>
                      <a:pPr>
                        <a:lnSpc>
                          <a:spcPct val="100000"/>
                        </a:lnSpc>
                        <a:spcBef>
                          <a:spcPts val="0"/>
                        </a:spcBef>
                        <a:spcAft>
                          <a:spcPts val="0"/>
                        </a:spcAft>
                        <a:defRPr sz="1700" b="1">
                          <a:solidFill>
                            <a:srgbClr val="1E293B"/>
                          </a:solidFill>
                          <a:latin typeface="Noto Sans SC"/>
                          <a:ea typeface="Noto Sans SC"/>
                          <a:cs typeface="Noto Sans SC"/>
                        </a:defRPr>
                      </a:pPr>
                      <a:r>
                        <a:rPr sz="1700">
                          <a:latin typeface="Noto Sans SC"/>
                          <a:ea typeface="Noto Sans SC"/>
                          <a:cs typeface="Noto Sans SC"/>
                        </a:rPr>
                        <a:t>独立依据</a:t>
                      </a:r>
                    </a:p>
                  </a:txBody>
                  <a:tcPr marL="114300" marR="88900" marT="38100" marB="38100">
                    <a:solidFill>
                      <a:srgbClr val="DFE8F1"/>
                    </a:solidFill>
                  </a:tcPr>
                </a:tc>
                <a:tc>
                  <a:txBody>
                    <a:bodyPr/>
                    <a:lstStyle/>
                    <a:p>
                      <a:pPr>
                        <a:lnSpc>
                          <a:spcPct val="100000"/>
                        </a:lnSpc>
                        <a:spcBef>
                          <a:spcPts val="0"/>
                        </a:spcBef>
                        <a:spcAft>
                          <a:spcPts val="0"/>
                        </a:spcAft>
                        <a:defRPr sz="1700" b="1">
                          <a:solidFill>
                            <a:srgbClr val="1E293B"/>
                          </a:solidFill>
                          <a:latin typeface="Noto Sans SC"/>
                          <a:ea typeface="Noto Sans SC"/>
                          <a:cs typeface="Noto Sans SC"/>
                        </a:defRPr>
                      </a:pPr>
                      <a:r>
                        <a:rPr sz="1700">
                          <a:latin typeface="Noto Sans SC"/>
                          <a:ea typeface="Noto Sans SC"/>
                          <a:cs typeface="Noto Sans SC"/>
                        </a:rPr>
                        <a:t>指标</a:t>
                      </a:r>
                    </a:p>
                  </a:txBody>
                  <a:tcPr marL="114300" marR="88900" marT="38100" marB="38100">
                    <a:solidFill>
                      <a:srgbClr val="DFE8F1"/>
                    </a:solidFill>
                  </a:tcPr>
                </a:tc>
                <a:tc>
                  <a:txBody>
                    <a:bodyPr/>
                    <a:lstStyle/>
                    <a:p>
                      <a:pPr>
                        <a:lnSpc>
                          <a:spcPct val="100000"/>
                        </a:lnSpc>
                        <a:spcBef>
                          <a:spcPts val="0"/>
                        </a:spcBef>
                        <a:spcAft>
                          <a:spcPts val="0"/>
                        </a:spcAft>
                        <a:defRPr sz="1700" b="1">
                          <a:solidFill>
                            <a:srgbClr val="1E293B"/>
                          </a:solidFill>
                          <a:latin typeface="Noto Sans SC"/>
                          <a:ea typeface="Noto Sans SC"/>
                          <a:cs typeface="Noto Sans SC"/>
                        </a:defRPr>
                      </a:pPr>
                      <a:r>
                        <a:rPr sz="1700">
                          <a:latin typeface="Noto Sans SC"/>
                          <a:ea typeface="Noto Sans SC"/>
                          <a:cs typeface="Noto Sans SC"/>
                        </a:rPr>
                        <a:t>当前证据</a:t>
                      </a:r>
                    </a:p>
                  </a:txBody>
                  <a:tcPr marL="114300" marR="88900" marT="38100" marB="38100">
                    <a:solidFill>
                      <a:srgbClr val="DFE8F1"/>
                    </a:solidFill>
                  </a:tcPr>
                </a:tc>
                <a:extLst>
                  <a:ext uri="{0D108BD9-81ED-4DB2-BD59-A6C34878D82A}">
                    <ns0:rowId xmlns:ns0="http://schemas.microsoft.com/office/drawing/2014/main" val="10000"/>
                  </a:ext>
                </a:extLst>
              </a:tr>
              <a:tr h="517071">
                <a:tc>
                  <a:txBody>
                    <a:bodyPr/>
                    <a:lstStyle/>
                    <a:p>
                      <a:pPr>
                        <a:lnSpc>
                          <a:spcPct val="100000"/>
                        </a:lnSpc>
                        <a:spcBef>
                          <a:spcPts val="0"/>
                        </a:spcBef>
                        <a:spcAft>
                          <a:spcPts val="0"/>
                        </a:spcAft>
                        <a:defRPr sz="1700" b="0">
                          <a:solidFill>
                            <a:srgbClr val="1E293B"/>
                          </a:solidFill>
                          <a:latin typeface="Noto Sans SC"/>
                          <a:ea typeface="Noto Sans SC"/>
                          <a:cs typeface="Noto Sans SC"/>
                        </a:defRPr>
                      </a:pPr>
                      <a:r>
                        <a:rPr sz="1700">
                          <a:latin typeface="Noto Sans SC"/>
                          <a:ea typeface="Noto Sans SC"/>
                          <a:cs typeface="Noto Sans SC"/>
                        </a:rPr>
                        <a:t>聚类</a:t>
                      </a:r>
                    </a:p>
                  </a:txBody>
                  <a:tcPr marL="114300" marR="88900" marT="38100" marB="38100">
                    <a:solidFill>
                      <a:srgbClr val="FFFFFF"/>
                    </a:solidFill>
                  </a:tcPr>
                </a:tc>
                <a:tc>
                  <a:txBody>
                    <a:bodyPr/>
                    <a:lstStyle/>
                    <a:p>
                      <a:pPr>
                        <a:lnSpc>
                          <a:spcPct val="100000"/>
                        </a:lnSpc>
                        <a:spcBef>
                          <a:spcPts val="0"/>
                        </a:spcBef>
                        <a:spcAft>
                          <a:spcPts val="0"/>
                        </a:spcAft>
                        <a:defRPr sz="1700" b="0">
                          <a:solidFill>
                            <a:srgbClr val="1E293B"/>
                          </a:solidFill>
                          <a:latin typeface="Noto Sans SC"/>
                          <a:ea typeface="Noto Sans SC"/>
                          <a:cs typeface="Noto Sans SC"/>
                        </a:defRPr>
                      </a:pPr>
                      <a:r>
                        <a:rPr sz="1700">
                          <a:latin typeface="Noto Sans SC"/>
                          <a:ea typeface="Noto Sans SC"/>
                          <a:cs typeface="Noto Sans SC"/>
                        </a:rPr>
                        <a:t>成员归属标签</a:t>
                      </a:r>
                    </a:p>
                  </a:txBody>
                  <a:tcPr marL="114300" marR="88900" marT="38100" marB="38100">
                    <a:solidFill>
                      <a:srgbClr val="FFFFFF"/>
                    </a:solidFill>
                  </a:tcPr>
                </a:tc>
                <a:tc>
                  <a:txBody>
                    <a:bodyPr/>
                    <a:lstStyle/>
                    <a:p>
                      <a:pPr>
                        <a:lnSpc>
                          <a:spcPct val="100000"/>
                        </a:lnSpc>
                        <a:spcBef>
                          <a:spcPts val="0"/>
                        </a:spcBef>
                        <a:spcAft>
                          <a:spcPts val="0"/>
                        </a:spcAft>
                        <a:defRPr sz="1700" b="0">
                          <a:solidFill>
                            <a:srgbClr val="1E293B"/>
                          </a:solidFill>
                          <a:latin typeface="Noto Sans SC"/>
                          <a:ea typeface="Noto Sans SC"/>
                          <a:cs typeface="Noto Sans SC"/>
                        </a:defRPr>
                      </a:pPr>
                      <a:r>
                        <a:rPr sz="1700">
                          <a:latin typeface="Noto Sans SC"/>
                          <a:ea typeface="Noto Sans SC"/>
                          <a:cs typeface="Noto Sans SC"/>
                        </a:rPr>
                        <a:t>成对P/R、分组合并拆分</a:t>
                      </a:r>
                    </a:p>
                  </a:txBody>
                  <a:tcPr marL="114300" marR="88900" marT="38100" marB="38100">
                    <a:solidFill>
                      <a:srgbClr val="FFFFFF"/>
                    </a:solidFill>
                  </a:tcPr>
                </a:tc>
                <a:tc>
                  <a:txBody>
                    <a:bodyPr/>
                    <a:lstStyle/>
                    <a:p>
                      <a:pPr>
                        <a:lnSpc>
                          <a:spcPct val="100000"/>
                        </a:lnSpc>
                        <a:spcBef>
                          <a:spcPts val="0"/>
                        </a:spcBef>
                        <a:spcAft>
                          <a:spcPts val="0"/>
                        </a:spcAft>
                        <a:defRPr sz="1700" b="0">
                          <a:solidFill>
                            <a:srgbClr val="1E293B"/>
                          </a:solidFill>
                          <a:latin typeface="Noto Sans SC"/>
                          <a:ea typeface="Noto Sans SC"/>
                          <a:cs typeface="Noto Sans SC"/>
                        </a:defRPr>
                      </a:pPr>
                      <a:r>
                        <a:rPr sz="1700">
                          <a:latin typeface="Noto Sans SC"/>
                          <a:ea typeface="Noto Sans SC"/>
                          <a:cs typeface="Noto Sans SC"/>
                        </a:rPr>
                        <a:t>功能回归</a:t>
                      </a:r>
                    </a:p>
                  </a:txBody>
                  <a:tcPr marL="114300" marR="88900" marT="38100" marB="38100">
                    <a:solidFill>
                      <a:srgbClr val="FFFFFF"/>
                    </a:solidFill>
                  </a:tcPr>
                </a:tc>
                <a:extLst>
                  <a:ext uri="{0D108BD9-81ED-4DB2-BD59-A6C34878D82A}">
                    <ns0:rowId xmlns:ns0="http://schemas.microsoft.com/office/drawing/2014/main" val="10001"/>
                  </a:ext>
                </a:extLst>
              </a:tr>
              <a:tr h="517071">
                <a:tc>
                  <a:txBody>
                    <a:bodyPr/>
                    <a:lstStyle/>
                    <a:p>
                      <a:pPr>
                        <a:lnSpc>
                          <a:spcPct val="100000"/>
                        </a:lnSpc>
                        <a:spcBef>
                          <a:spcPts val="0"/>
                        </a:spcBef>
                        <a:spcAft>
                          <a:spcPts val="0"/>
                        </a:spcAft>
                        <a:defRPr sz="1700" b="0">
                          <a:solidFill>
                            <a:srgbClr val="1E293B"/>
                          </a:solidFill>
                          <a:latin typeface="Noto Sans SC"/>
                          <a:ea typeface="Noto Sans SC"/>
                          <a:cs typeface="Noto Sans SC"/>
                        </a:defRPr>
                      </a:pPr>
                      <a:r>
                        <a:rPr sz="1700">
                          <a:latin typeface="Noto Sans SC"/>
                          <a:ea typeface="Noto Sans SC"/>
                          <a:cs typeface="Noto Sans SC"/>
                        </a:rPr>
                        <a:t>队形</a:t>
                      </a:r>
                    </a:p>
                  </a:txBody>
                  <a:tcPr marL="114300" marR="88900" marT="38100" marB="38100">
                    <a:solidFill>
                      <a:srgbClr val="F4F7FA"/>
                    </a:solidFill>
                  </a:tcPr>
                </a:tc>
                <a:tc>
                  <a:txBody>
                    <a:bodyPr/>
                    <a:lstStyle/>
                    <a:p>
                      <a:pPr>
                        <a:lnSpc>
                          <a:spcPct val="100000"/>
                        </a:lnSpc>
                        <a:spcBef>
                          <a:spcPts val="0"/>
                        </a:spcBef>
                        <a:spcAft>
                          <a:spcPts val="0"/>
                        </a:spcAft>
                        <a:defRPr sz="1700" b="0">
                          <a:solidFill>
                            <a:srgbClr val="1E293B"/>
                          </a:solidFill>
                          <a:latin typeface="Noto Sans SC"/>
                          <a:ea typeface="Noto Sans SC"/>
                          <a:cs typeface="Noto Sans SC"/>
                        </a:defRPr>
                      </a:pPr>
                      <a:r>
                        <a:rPr sz="1700">
                          <a:latin typeface="Noto Sans SC"/>
                          <a:ea typeface="Noto Sans SC"/>
                          <a:cs typeface="Noto Sans SC"/>
                        </a:rPr>
                        <a:t>独立轨迹与群规模</a:t>
                      </a:r>
                    </a:p>
                  </a:txBody>
                  <a:tcPr marL="114300" marR="88900" marT="38100" marB="38100">
                    <a:solidFill>
                      <a:srgbClr val="F4F7FA"/>
                    </a:solidFill>
                  </a:tcPr>
                </a:tc>
                <a:tc>
                  <a:txBody>
                    <a:bodyPr/>
                    <a:lstStyle/>
                    <a:p>
                      <a:pPr>
                        <a:lnSpc>
                          <a:spcPct val="100000"/>
                        </a:lnSpc>
                        <a:spcBef>
                          <a:spcPts val="0"/>
                        </a:spcBef>
                        <a:spcAft>
                          <a:spcPts val="0"/>
                        </a:spcAft>
                        <a:defRPr sz="1700" b="0">
                          <a:solidFill>
                            <a:srgbClr val="1E293B"/>
                          </a:solidFill>
                          <a:latin typeface="Noto Sans SC"/>
                          <a:ea typeface="Noto Sans SC"/>
                          <a:cs typeface="Noto Sans SC"/>
                        </a:defRPr>
                      </a:pPr>
                      <a:r>
                        <a:rPr sz="1700">
                          <a:latin typeface="Noto Sans SC"/>
                          <a:ea typeface="Noto Sans SC"/>
                          <a:cs typeface="Noto Sans SC"/>
                        </a:rPr>
                        <a:t>混淆矩阵、macro-F1</a:t>
                      </a:r>
                    </a:p>
                  </a:txBody>
                  <a:tcPr marL="114300" marR="88900" marT="38100" marB="38100">
                    <a:solidFill>
                      <a:srgbClr val="F4F7FA"/>
                    </a:solidFill>
                  </a:tcPr>
                </a:tc>
                <a:tc>
                  <a:txBody>
                    <a:bodyPr/>
                    <a:lstStyle/>
                    <a:p>
                      <a:pPr>
                        <a:lnSpc>
                          <a:spcPct val="100000"/>
                        </a:lnSpc>
                        <a:spcBef>
                          <a:spcPts val="0"/>
                        </a:spcBef>
                        <a:spcAft>
                          <a:spcPts val="0"/>
                        </a:spcAft>
                        <a:defRPr sz="1700" b="0">
                          <a:solidFill>
                            <a:srgbClr val="1E293B"/>
                          </a:solidFill>
                          <a:latin typeface="Noto Sans SC"/>
                          <a:ea typeface="Noto Sans SC"/>
                          <a:cs typeface="Noto Sans SC"/>
                        </a:defRPr>
                      </a:pPr>
                      <a:r>
                        <a:rPr sz="1700">
                          <a:latin typeface="Noto Sans SC"/>
                          <a:ea typeface="Noto Sans SC"/>
                          <a:cs typeface="Noto Sans SC"/>
                        </a:rPr>
                        <a:t>功能回归</a:t>
                      </a:r>
                    </a:p>
                  </a:txBody>
                  <a:tcPr marL="114300" marR="88900" marT="38100" marB="38100">
                    <a:solidFill>
                      <a:srgbClr val="F4F7FA"/>
                    </a:solidFill>
                  </a:tcPr>
                </a:tc>
                <a:extLst>
                  <a:ext uri="{0D108BD9-81ED-4DB2-BD59-A6C34878D82A}">
                    <ns0:rowId xmlns:ns0="http://schemas.microsoft.com/office/drawing/2014/main" val="10002"/>
                  </a:ext>
                </a:extLst>
              </a:tr>
              <a:tr h="517071">
                <a:tc>
                  <a:txBody>
                    <a:bodyPr/>
                    <a:lstStyle/>
                    <a:p>
                      <a:pPr>
                        <a:lnSpc>
                          <a:spcPct val="100000"/>
                        </a:lnSpc>
                        <a:spcBef>
                          <a:spcPts val="0"/>
                        </a:spcBef>
                        <a:spcAft>
                          <a:spcPts val="0"/>
                        </a:spcAft>
                        <a:defRPr sz="1700" b="0">
                          <a:solidFill>
                            <a:srgbClr val="1E293B"/>
                          </a:solidFill>
                          <a:latin typeface="Noto Sans SC"/>
                          <a:ea typeface="Noto Sans SC"/>
                          <a:cs typeface="Noto Sans SC"/>
                        </a:defRPr>
                      </a:pPr>
                      <a:r>
                        <a:rPr sz="1700">
                          <a:latin typeface="Noto Sans SC"/>
                          <a:ea typeface="Noto Sans SC"/>
                          <a:cs typeface="Noto Sans SC"/>
                        </a:rPr>
                        <a:t>意图</a:t>
                      </a:r>
                    </a:p>
                  </a:txBody>
                  <a:tcPr marL="114300" marR="88900" marT="38100" marB="38100">
                    <a:solidFill>
                      <a:srgbClr val="FFFFFF"/>
                    </a:solidFill>
                  </a:tcPr>
                </a:tc>
                <a:tc>
                  <a:txBody>
                    <a:bodyPr/>
                    <a:lstStyle/>
                    <a:p>
                      <a:pPr>
                        <a:lnSpc>
                          <a:spcPct val="100000"/>
                        </a:lnSpc>
                        <a:spcBef>
                          <a:spcPts val="0"/>
                        </a:spcBef>
                        <a:spcAft>
                          <a:spcPts val="0"/>
                        </a:spcAft>
                        <a:defRPr sz="1700" b="0">
                          <a:solidFill>
                            <a:srgbClr val="1E293B"/>
                          </a:solidFill>
                          <a:latin typeface="Noto Sans SC"/>
                          <a:ea typeface="Noto Sans SC"/>
                          <a:cs typeface="Noto Sans SC"/>
                        </a:defRPr>
                      </a:pPr>
                      <a:r>
                        <a:rPr sz="1700">
                          <a:latin typeface="Noto Sans SC"/>
                          <a:ea typeface="Noto Sans SC"/>
                          <a:cs typeface="Noto Sans SC"/>
                        </a:rPr>
                        <a:t>专家标注与正常样本</a:t>
                      </a:r>
                    </a:p>
                  </a:txBody>
                  <a:tcPr marL="114300" marR="88900" marT="38100" marB="38100">
                    <a:solidFill>
                      <a:srgbClr val="FFFFFF"/>
                    </a:solidFill>
                  </a:tcPr>
                </a:tc>
                <a:tc>
                  <a:txBody>
                    <a:bodyPr/>
                    <a:lstStyle/>
                    <a:p>
                      <a:pPr>
                        <a:lnSpc>
                          <a:spcPct val="100000"/>
                        </a:lnSpc>
                        <a:spcBef>
                          <a:spcPts val="0"/>
                        </a:spcBef>
                        <a:spcAft>
                          <a:spcPts val="0"/>
                        </a:spcAft>
                        <a:defRPr sz="1700" b="0">
                          <a:solidFill>
                            <a:srgbClr val="1E293B"/>
                          </a:solidFill>
                          <a:latin typeface="Noto Sans SC"/>
                          <a:ea typeface="Noto Sans SC"/>
                          <a:cs typeface="Noto Sans SC"/>
                        </a:defRPr>
                      </a:pPr>
                      <a:r>
                        <a:rPr sz="1700">
                          <a:latin typeface="Noto Sans SC"/>
                          <a:ea typeface="Noto Sans SC"/>
                          <a:cs typeface="Noto Sans SC"/>
                        </a:rPr>
                        <a:t>精确率／召回率、误报漏报</a:t>
                      </a:r>
                    </a:p>
                  </a:txBody>
                  <a:tcPr marL="114300" marR="88900" marT="38100" marB="38100">
                    <a:solidFill>
                      <a:srgbClr val="FFFFFF"/>
                    </a:solidFill>
                  </a:tcPr>
                </a:tc>
                <a:tc>
                  <a:txBody>
                    <a:bodyPr/>
                    <a:lstStyle/>
                    <a:p>
                      <a:pPr>
                        <a:lnSpc>
                          <a:spcPct val="100000"/>
                        </a:lnSpc>
                        <a:spcBef>
                          <a:spcPts val="0"/>
                        </a:spcBef>
                        <a:spcAft>
                          <a:spcPts val="0"/>
                        </a:spcAft>
                        <a:defRPr sz="1700" b="0">
                          <a:solidFill>
                            <a:srgbClr val="1E293B"/>
                          </a:solidFill>
                          <a:latin typeface="Noto Sans SC"/>
                          <a:ea typeface="Noto Sans SC"/>
                          <a:cs typeface="Noto Sans SC"/>
                        </a:defRPr>
                      </a:pPr>
                      <a:r>
                        <a:rPr sz="1700">
                          <a:latin typeface="Noto Sans SC"/>
                          <a:ea typeface="Noto Sans SC"/>
                          <a:cs typeface="Noto Sans SC"/>
                        </a:rPr>
                        <a:t>规则回归＋案例</a:t>
                      </a:r>
                    </a:p>
                  </a:txBody>
                  <a:tcPr marL="114300" marR="88900" marT="38100" marB="38100">
                    <a:solidFill>
                      <a:srgbClr val="FFFFFF"/>
                    </a:solidFill>
                  </a:tcPr>
                </a:tc>
                <a:extLst>
                  <a:ext uri="{0D108BD9-81ED-4DB2-BD59-A6C34878D82A}">
                    <ns0:rowId xmlns:ns0="http://schemas.microsoft.com/office/drawing/2014/main" val="10003"/>
                  </a:ext>
                </a:extLst>
              </a:tr>
              <a:tr h="517071">
                <a:tc>
                  <a:txBody>
                    <a:bodyPr/>
                    <a:lstStyle/>
                    <a:p>
                      <a:pPr>
                        <a:lnSpc>
                          <a:spcPct val="100000"/>
                        </a:lnSpc>
                        <a:spcBef>
                          <a:spcPts val="0"/>
                        </a:spcBef>
                        <a:spcAft>
                          <a:spcPts val="0"/>
                        </a:spcAft>
                        <a:defRPr sz="1700" b="0">
                          <a:solidFill>
                            <a:srgbClr val="1E293B"/>
                          </a:solidFill>
                          <a:latin typeface="Noto Sans SC"/>
                          <a:ea typeface="Noto Sans SC"/>
                          <a:cs typeface="Noto Sans SC"/>
                        </a:defRPr>
                      </a:pPr>
                      <a:r>
                        <a:rPr sz="1700">
                          <a:latin typeface="Noto Sans SC"/>
                          <a:ea typeface="Noto Sans SC"/>
                          <a:cs typeface="Noto Sans SC"/>
                        </a:rPr>
                        <a:t>威胁</a:t>
                      </a:r>
                    </a:p>
                  </a:txBody>
                  <a:tcPr marL="114300" marR="88900" marT="38100" marB="38100">
                    <a:solidFill>
                      <a:srgbClr val="F4F7FA"/>
                    </a:solidFill>
                  </a:tcPr>
                </a:tc>
                <a:tc>
                  <a:txBody>
                    <a:bodyPr/>
                    <a:lstStyle/>
                    <a:p>
                      <a:pPr>
                        <a:lnSpc>
                          <a:spcPct val="100000"/>
                        </a:lnSpc>
                        <a:spcBef>
                          <a:spcPts val="0"/>
                        </a:spcBef>
                        <a:spcAft>
                          <a:spcPts val="0"/>
                        </a:spcAft>
                        <a:defRPr sz="1700" b="0">
                          <a:solidFill>
                            <a:srgbClr val="1E293B"/>
                          </a:solidFill>
                          <a:latin typeface="Noto Sans SC"/>
                          <a:ea typeface="Noto Sans SC"/>
                          <a:cs typeface="Noto Sans SC"/>
                        </a:defRPr>
                      </a:pPr>
                      <a:r>
                        <a:rPr sz="1700">
                          <a:latin typeface="Noto Sans SC"/>
                          <a:ea typeface="Noto Sans SC"/>
                          <a:cs typeface="Noto Sans SC"/>
                        </a:rPr>
                        <a:t>专家等级与解释</a:t>
                      </a:r>
                    </a:p>
                  </a:txBody>
                  <a:tcPr marL="114300" marR="88900" marT="38100" marB="38100">
                    <a:solidFill>
                      <a:srgbClr val="F4F7FA"/>
                    </a:solidFill>
                  </a:tcPr>
                </a:tc>
                <a:tc>
                  <a:txBody>
                    <a:bodyPr/>
                    <a:lstStyle/>
                    <a:p>
                      <a:pPr>
                        <a:lnSpc>
                          <a:spcPct val="100000"/>
                        </a:lnSpc>
                        <a:spcBef>
                          <a:spcPts val="0"/>
                        </a:spcBef>
                        <a:spcAft>
                          <a:spcPts val="0"/>
                        </a:spcAft>
                        <a:defRPr sz="1700" b="0">
                          <a:solidFill>
                            <a:srgbClr val="1E293B"/>
                          </a:solidFill>
                          <a:latin typeface="Noto Sans SC"/>
                          <a:ea typeface="Noto Sans SC"/>
                          <a:cs typeface="Noto Sans SC"/>
                        </a:defRPr>
                      </a:pPr>
                      <a:r>
                        <a:rPr sz="1700">
                          <a:latin typeface="Noto Sans SC"/>
                          <a:ea typeface="Noto Sans SC"/>
                          <a:cs typeface="Noto Sans SC"/>
                        </a:rPr>
                        <a:t>等级一致、排序合理性</a:t>
                      </a:r>
                    </a:p>
                  </a:txBody>
                  <a:tcPr marL="114300" marR="88900" marT="38100" marB="38100">
                    <a:solidFill>
                      <a:srgbClr val="F4F7FA"/>
                    </a:solidFill>
                  </a:tcPr>
                </a:tc>
                <a:tc>
                  <a:txBody>
                    <a:bodyPr/>
                    <a:lstStyle/>
                    <a:p>
                      <a:pPr>
                        <a:lnSpc>
                          <a:spcPct val="100000"/>
                        </a:lnSpc>
                        <a:spcBef>
                          <a:spcPts val="0"/>
                        </a:spcBef>
                        <a:spcAft>
                          <a:spcPts val="0"/>
                        </a:spcAft>
                        <a:defRPr sz="1700" b="0">
                          <a:solidFill>
                            <a:srgbClr val="1E293B"/>
                          </a:solidFill>
                          <a:latin typeface="Noto Sans SC"/>
                          <a:ea typeface="Noto Sans SC"/>
                          <a:cs typeface="Noto Sans SC"/>
                        </a:defRPr>
                      </a:pPr>
                      <a:r>
                        <a:rPr sz="1700">
                          <a:latin typeface="Noto Sans SC"/>
                          <a:ea typeface="Noto Sans SC"/>
                          <a:cs typeface="Noto Sans SC"/>
                        </a:rPr>
                        <a:t>规则回归</a:t>
                      </a:r>
                    </a:p>
                  </a:txBody>
                  <a:tcPr marL="114300" marR="88900" marT="38100" marB="38100">
                    <a:solidFill>
                      <a:srgbClr val="F4F7FA"/>
                    </a:solidFill>
                  </a:tcPr>
                </a:tc>
                <a:extLst>
                  <a:ext uri="{0D108BD9-81ED-4DB2-BD59-A6C34878D82A}">
                    <ns0:rowId xmlns:ns0="http://schemas.microsoft.com/office/drawing/2014/main" val="10004"/>
                  </a:ext>
                </a:extLst>
              </a:tr>
              <a:tr h="517071">
                <a:tc>
                  <a:txBody>
                    <a:bodyPr/>
                    <a:lstStyle/>
                    <a:p>
                      <a:pPr>
                        <a:lnSpc>
                          <a:spcPct val="100000"/>
                        </a:lnSpc>
                        <a:spcBef>
                          <a:spcPts val="0"/>
                        </a:spcBef>
                        <a:spcAft>
                          <a:spcPts val="0"/>
                        </a:spcAft>
                        <a:defRPr sz="1700" b="0">
                          <a:solidFill>
                            <a:srgbClr val="1E293B"/>
                          </a:solidFill>
                          <a:latin typeface="Noto Sans SC"/>
                          <a:ea typeface="Noto Sans SC"/>
                          <a:cs typeface="Noto Sans SC"/>
                        </a:defRPr>
                      </a:pPr>
                      <a:r>
                        <a:rPr sz="1700">
                          <a:latin typeface="Noto Sans SC"/>
                          <a:ea typeface="Noto Sans SC"/>
                          <a:cs typeface="Noto Sans SC"/>
                        </a:rPr>
                        <a:t>ETA</a:t>
                      </a:r>
                    </a:p>
                  </a:txBody>
                  <a:tcPr marL="114300" marR="88900" marT="38100" marB="38100">
                    <a:solidFill>
                      <a:srgbClr val="FFFFFF"/>
                    </a:solidFill>
                  </a:tcPr>
                </a:tc>
                <a:tc>
                  <a:txBody>
                    <a:bodyPr/>
                    <a:lstStyle/>
                    <a:p>
                      <a:pPr>
                        <a:lnSpc>
                          <a:spcPct val="100000"/>
                        </a:lnSpc>
                        <a:spcBef>
                          <a:spcPts val="0"/>
                        </a:spcBef>
                        <a:spcAft>
                          <a:spcPts val="0"/>
                        </a:spcAft>
                        <a:defRPr sz="1700" b="0">
                          <a:solidFill>
                            <a:srgbClr val="1E293B"/>
                          </a:solidFill>
                          <a:latin typeface="Noto Sans SC"/>
                          <a:ea typeface="Noto Sans SC"/>
                          <a:cs typeface="Noto Sans SC"/>
                        </a:defRPr>
                      </a:pPr>
                      <a:r>
                        <a:rPr sz="1700">
                          <a:latin typeface="Noto Sans SC"/>
                          <a:ea typeface="Noto Sans SC"/>
                          <a:cs typeface="Noto Sans SC"/>
                        </a:rPr>
                        <a:t>真实抵达事件</a:t>
                      </a:r>
                    </a:p>
                  </a:txBody>
                  <a:tcPr marL="114300" marR="88900" marT="38100" marB="38100">
                    <a:solidFill>
                      <a:srgbClr val="FFFFFF"/>
                    </a:solidFill>
                  </a:tcPr>
                </a:tc>
                <a:tc>
                  <a:txBody>
                    <a:bodyPr/>
                    <a:lstStyle/>
                    <a:p>
                      <a:pPr>
                        <a:lnSpc>
                          <a:spcPct val="100000"/>
                        </a:lnSpc>
                        <a:spcBef>
                          <a:spcPts val="0"/>
                        </a:spcBef>
                        <a:spcAft>
                          <a:spcPts val="0"/>
                        </a:spcAft>
                        <a:defRPr sz="1700" b="0">
                          <a:solidFill>
                            <a:srgbClr val="1E293B"/>
                          </a:solidFill>
                          <a:latin typeface="Noto Sans SC"/>
                          <a:ea typeface="Noto Sans SC"/>
                          <a:cs typeface="Noto Sans SC"/>
                        </a:defRPr>
                      </a:pPr>
                      <a:r>
                        <a:rPr sz="1700">
                          <a:latin typeface="Noto Sans SC"/>
                          <a:ea typeface="Noto Sans SC"/>
                          <a:cs typeface="Noto Sans SC"/>
                        </a:rPr>
                        <a:t>误差、偏差、无效比例</a:t>
                      </a:r>
                    </a:p>
                  </a:txBody>
                  <a:tcPr marL="114300" marR="88900" marT="38100" marB="38100">
                    <a:solidFill>
                      <a:srgbClr val="FFFFFF"/>
                    </a:solidFill>
                  </a:tcPr>
                </a:tc>
                <a:tc>
                  <a:txBody>
                    <a:bodyPr/>
                    <a:lstStyle/>
                    <a:p>
                      <a:pPr>
                        <a:lnSpc>
                          <a:spcPct val="100000"/>
                        </a:lnSpc>
                        <a:spcBef>
                          <a:spcPts val="0"/>
                        </a:spcBef>
                        <a:spcAft>
                          <a:spcPts val="0"/>
                        </a:spcAft>
                        <a:defRPr sz="1700" b="0">
                          <a:solidFill>
                            <a:srgbClr val="1E293B"/>
                          </a:solidFill>
                          <a:latin typeface="Noto Sans SC"/>
                          <a:ea typeface="Noto Sans SC"/>
                          <a:cs typeface="Noto Sans SC"/>
                        </a:defRPr>
                      </a:pPr>
                      <a:r>
                        <a:rPr sz="1700">
                          <a:latin typeface="Noto Sans SC"/>
                          <a:ea typeface="Noto Sans SC"/>
                          <a:cs typeface="Noto Sans SC"/>
                        </a:rPr>
                        <a:t>基础功能</a:t>
                      </a:r>
                    </a:p>
                  </a:txBody>
                  <a:tcPr marL="114300" marR="88900" marT="38100" marB="38100">
                    <a:solidFill>
                      <a:srgbClr val="FFFFFF"/>
                    </a:solidFill>
                  </a:tcPr>
                </a:tc>
                <a:extLst>
                  <a:ext uri="{0D108BD9-81ED-4DB2-BD59-A6C34878D82A}">
                    <ns0:rowId xmlns:ns0="http://schemas.microsoft.com/office/drawing/2014/main" val="10005"/>
                  </a:ext>
                </a:extLst>
              </a:tr>
              <a:tr h="517074">
                <a:tc>
                  <a:txBody>
                    <a:bodyPr/>
                    <a:lstStyle/>
                    <a:p>
                      <a:pPr>
                        <a:lnSpc>
                          <a:spcPct val="100000"/>
                        </a:lnSpc>
                        <a:spcBef>
                          <a:spcPts val="0"/>
                        </a:spcBef>
                        <a:spcAft>
                          <a:spcPts val="0"/>
                        </a:spcAft>
                        <a:defRPr sz="1700" b="0">
                          <a:solidFill>
                            <a:srgbClr val="1E293B"/>
                          </a:solidFill>
                          <a:latin typeface="Noto Sans SC"/>
                          <a:ea typeface="Noto Sans SC"/>
                          <a:cs typeface="Noto Sans SC"/>
                        </a:defRPr>
                      </a:pPr>
                      <a:r>
                        <a:rPr sz="1700">
                          <a:latin typeface="Noto Sans SC"/>
                          <a:ea typeface="Noto Sans SC"/>
                          <a:cs typeface="Noto Sans SC"/>
                        </a:rPr>
                        <a:t>性能</a:t>
                      </a:r>
                    </a:p>
                  </a:txBody>
                  <a:tcPr marL="114300" marR="88900" marT="38100" marB="38100">
                    <a:solidFill>
                      <a:srgbClr val="F4F7FA"/>
                    </a:solidFill>
                  </a:tcPr>
                </a:tc>
                <a:tc>
                  <a:txBody>
                    <a:bodyPr/>
                    <a:lstStyle/>
                    <a:p>
                      <a:pPr>
                        <a:lnSpc>
                          <a:spcPct val="100000"/>
                        </a:lnSpc>
                        <a:spcBef>
                          <a:spcPts val="0"/>
                        </a:spcBef>
                        <a:spcAft>
                          <a:spcPts val="0"/>
                        </a:spcAft>
                        <a:defRPr sz="1700" b="0">
                          <a:solidFill>
                            <a:srgbClr val="1E293B"/>
                          </a:solidFill>
                          <a:latin typeface="Noto Sans SC"/>
                          <a:ea typeface="Noto Sans SC"/>
                          <a:cs typeface="Noto Sans SC"/>
                        </a:defRPr>
                      </a:pPr>
                      <a:r>
                        <a:rPr sz="1700">
                          <a:latin typeface="Noto Sans SC"/>
                          <a:ea typeface="Noto Sans SC"/>
                          <a:cs typeface="Noto Sans SC"/>
                        </a:rPr>
                        <a:t>固定设备／窗口／规模</a:t>
                      </a:r>
                    </a:p>
                  </a:txBody>
                  <a:tcPr marL="114300" marR="88900" marT="38100" marB="38100">
                    <a:solidFill>
                      <a:srgbClr val="F4F7FA"/>
                    </a:solidFill>
                  </a:tcPr>
                </a:tc>
                <a:tc>
                  <a:txBody>
                    <a:bodyPr/>
                    <a:lstStyle/>
                    <a:p>
                      <a:pPr>
                        <a:lnSpc>
                          <a:spcPct val="100000"/>
                        </a:lnSpc>
                        <a:spcBef>
                          <a:spcPts val="0"/>
                        </a:spcBef>
                        <a:spcAft>
                          <a:spcPts val="0"/>
                        </a:spcAft>
                        <a:defRPr sz="1700" b="0">
                          <a:solidFill>
                            <a:srgbClr val="1E293B"/>
                          </a:solidFill>
                          <a:latin typeface="Noto Sans SC"/>
                          <a:ea typeface="Noto Sans SC"/>
                          <a:cs typeface="Noto Sans SC"/>
                        </a:defRPr>
                      </a:pPr>
                      <a:r>
                        <a:rPr sz="1700">
                          <a:latin typeface="Noto Sans SC"/>
                          <a:ea typeface="Noto Sans SC"/>
                          <a:cs typeface="Noto Sans SC"/>
                        </a:rPr>
                        <a:t>中位数／P95、内存</a:t>
                      </a:r>
                    </a:p>
                  </a:txBody>
                  <a:tcPr marL="114300" marR="88900" marT="38100" marB="38100">
                    <a:solidFill>
                      <a:srgbClr val="F4F7FA"/>
                    </a:solidFill>
                  </a:tcPr>
                </a:tc>
                <a:tc>
                  <a:txBody>
                    <a:bodyPr/>
                    <a:lstStyle/>
                    <a:p>
                      <a:pPr>
                        <a:lnSpc>
                          <a:spcPct val="100000"/>
                        </a:lnSpc>
                        <a:spcBef>
                          <a:spcPts val="0"/>
                        </a:spcBef>
                        <a:spcAft>
                          <a:spcPts val="0"/>
                        </a:spcAft>
                        <a:defRPr sz="1700" b="0">
                          <a:solidFill>
                            <a:srgbClr val="1E293B"/>
                          </a:solidFill>
                          <a:latin typeface="Noto Sans SC"/>
                          <a:ea typeface="Noto Sans SC"/>
                          <a:cs typeface="Noto Sans SC"/>
                        </a:defRPr>
                      </a:pPr>
                      <a:r>
                        <a:rPr sz="1700">
                          <a:latin typeface="Noto Sans SC"/>
                          <a:ea typeface="Noto Sans SC"/>
                          <a:cs typeface="Noto Sans SC"/>
                        </a:rPr>
                        <a:t>24组串行＋局部对照</a:t>
                      </a:r>
                    </a:p>
                  </a:txBody>
                  <a:tcPr marL="114300" marR="88900" marT="38100" marB="38100">
                    <a:solidFill>
                      <a:srgbClr val="F4F7FA"/>
                    </a:solidFill>
                  </a:tcPr>
                </a:tc>
                <a:extLst>
                  <a:ext uri="{0D108BD9-81ED-4DB2-BD59-A6C34878D82A}">
                    <ns0:rowId xmlns:ns0="http://schemas.microsoft.com/office/drawing/2014/main" val="10006"/>
                  </a:ext>
                </a:extLst>
              </a:tr>
            </a:tbl>
          </a:graphicData>
        </a:graphic>
      </p:graphicFrame>
    </p:spTree>
    <p:extLst>
      <p:ext uri="{BB962C8B-B14F-4D97-AF65-F5344CB8AC3E}">
        <p14:creationId xmlns:p14="http://schemas.microsoft.com/office/powerpoint/2010/main" val="17864525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2026-10-25T13:05:05.5690000Z</dcterms:created>
  <dcterms:modified xsi:type="dcterms:W3CDTF">2026-10-25T13:05:05.5690000Z</dcterms:modified>
</coreProperties>
</file>